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1" r:id="rId1"/>
  </p:sldMasterIdLst>
  <p:notesMasterIdLst>
    <p:notesMasterId r:id="rId11"/>
  </p:notesMasterIdLst>
  <p:sldIdLst>
    <p:sldId id="256" r:id="rId2"/>
    <p:sldId id="281" r:id="rId3"/>
    <p:sldId id="260" r:id="rId4"/>
    <p:sldId id="264" r:id="rId5"/>
    <p:sldId id="263" r:id="rId6"/>
    <p:sldId id="257" r:id="rId7"/>
    <p:sldId id="266" r:id="rId8"/>
    <p:sldId id="259" r:id="rId9"/>
    <p:sldId id="282" r:id="rId10"/>
  </p:sldIdLst>
  <p:sldSz cx="9144000" cy="5143500" type="screen16x9"/>
  <p:notesSz cx="6858000" cy="9144000"/>
  <p:embeddedFontLst>
    <p:embeddedFont>
      <p:font typeface="Bebas Neue" panose="020B0604020202020204" charset="0"/>
      <p:regular r:id="rId12"/>
    </p:embeddedFont>
    <p:embeddedFont>
      <p:font typeface="Montserrat" panose="020B0604020202020204" charset="0"/>
      <p:regular r:id="rId13"/>
      <p:bold r:id="rId14"/>
      <p:italic r:id="rId15"/>
      <p:boldItalic r:id="rId16"/>
    </p:embeddedFont>
    <p:embeddedFont>
      <p:font typeface="Syne" panose="020B0604020202020204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6D70"/>
    <a:srgbClr val="4D7C7F"/>
    <a:srgbClr val="5886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9018BAB-06CA-4E94-8647-95529FA109E4}">
  <a:tblStyle styleId="{89018BAB-06CA-4E94-8647-95529FA109E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880" y="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0" name="Google Shape;222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1" name="Google Shape;222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4" name="Google Shape;3524;g10b0fe34d46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5" name="Google Shape;3525;g10b0fe34d46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0" name="Google Shape;2350;g108fe691b17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1" name="Google Shape;2351;g108fe691b17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108fe691b17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4" name="Google Shape;2474;g108fe691b17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2" name="Google Shape;2442;g108fe691b17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3" name="Google Shape;2443;g108fe691b17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1" name="Google Shape;2271;g10d8b6869a4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2" name="Google Shape;2272;g10d8b6869a4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2" name="Google Shape;2572;g108fe691b17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3" name="Google Shape;2573;g108fe691b17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7" name="Google Shape;2307;g10d8b6869a4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8" name="Google Shape;2308;g10d8b6869a4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0" name="Google Shape;3570;g108fe691b17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1" name="Google Shape;3571;g108fe691b17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2575" y="-6425"/>
            <a:ext cx="9146700" cy="5149800"/>
          </a:xfrm>
          <a:prstGeom prst="rect">
            <a:avLst/>
          </a:prstGeom>
          <a:gradFill>
            <a:gsLst>
              <a:gs pos="0">
                <a:srgbClr val="CCEBEF"/>
              </a:gs>
              <a:gs pos="100000">
                <a:srgbClr val="6FBFCA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5100" y="1497348"/>
            <a:ext cx="6974100" cy="206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5111" y="3651750"/>
            <a:ext cx="5807100" cy="32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Syne"/>
                <a:ea typeface="Syne"/>
                <a:cs typeface="Syne"/>
                <a:sym typeface="Sy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270860" y="2648811"/>
            <a:ext cx="109663" cy="114482"/>
          </a:xfrm>
          <a:custGeom>
            <a:avLst/>
            <a:gdLst/>
            <a:ahLst/>
            <a:cxnLst/>
            <a:rect l="l" t="t" r="r" b="b"/>
            <a:pathLst>
              <a:path w="1024" h="1069" extrusionOk="0">
                <a:moveTo>
                  <a:pt x="630" y="1"/>
                </a:moveTo>
                <a:lnTo>
                  <a:pt x="371" y="270"/>
                </a:lnTo>
                <a:lnTo>
                  <a:pt x="0" y="203"/>
                </a:lnTo>
                <a:lnTo>
                  <a:pt x="180" y="540"/>
                </a:lnTo>
                <a:lnTo>
                  <a:pt x="0" y="866"/>
                </a:lnTo>
                <a:lnTo>
                  <a:pt x="0" y="866"/>
                </a:lnTo>
                <a:lnTo>
                  <a:pt x="371" y="810"/>
                </a:lnTo>
                <a:lnTo>
                  <a:pt x="630" y="1069"/>
                </a:lnTo>
                <a:lnTo>
                  <a:pt x="686" y="698"/>
                </a:lnTo>
                <a:lnTo>
                  <a:pt x="1023" y="540"/>
                </a:lnTo>
                <a:lnTo>
                  <a:pt x="686" y="372"/>
                </a:lnTo>
                <a:lnTo>
                  <a:pt x="63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3593317" y="4797384"/>
            <a:ext cx="50655" cy="54296"/>
          </a:xfrm>
          <a:custGeom>
            <a:avLst/>
            <a:gdLst/>
            <a:ahLst/>
            <a:cxnLst/>
            <a:rect l="l" t="t" r="r" b="b"/>
            <a:pathLst>
              <a:path w="473" h="507" extrusionOk="0">
                <a:moveTo>
                  <a:pt x="292" y="0"/>
                </a:moveTo>
                <a:lnTo>
                  <a:pt x="169" y="135"/>
                </a:lnTo>
                <a:lnTo>
                  <a:pt x="0" y="101"/>
                </a:lnTo>
                <a:lnTo>
                  <a:pt x="79" y="259"/>
                </a:lnTo>
                <a:lnTo>
                  <a:pt x="0" y="416"/>
                </a:lnTo>
                <a:lnTo>
                  <a:pt x="169" y="382"/>
                </a:lnTo>
                <a:lnTo>
                  <a:pt x="292" y="506"/>
                </a:lnTo>
                <a:lnTo>
                  <a:pt x="315" y="337"/>
                </a:lnTo>
                <a:lnTo>
                  <a:pt x="472" y="259"/>
                </a:lnTo>
                <a:lnTo>
                  <a:pt x="315" y="180"/>
                </a:lnTo>
                <a:lnTo>
                  <a:pt x="29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5233352" y="500032"/>
            <a:ext cx="66397" cy="69931"/>
          </a:xfrm>
          <a:custGeom>
            <a:avLst/>
            <a:gdLst/>
            <a:ahLst/>
            <a:cxnLst/>
            <a:rect l="l" t="t" r="r" b="b"/>
            <a:pathLst>
              <a:path w="620" h="653" extrusionOk="0">
                <a:moveTo>
                  <a:pt x="226" y="0"/>
                </a:moveTo>
                <a:lnTo>
                  <a:pt x="203" y="225"/>
                </a:lnTo>
                <a:lnTo>
                  <a:pt x="1" y="337"/>
                </a:lnTo>
                <a:lnTo>
                  <a:pt x="203" y="427"/>
                </a:lnTo>
                <a:lnTo>
                  <a:pt x="248" y="652"/>
                </a:lnTo>
                <a:lnTo>
                  <a:pt x="394" y="483"/>
                </a:lnTo>
                <a:lnTo>
                  <a:pt x="619" y="517"/>
                </a:lnTo>
                <a:lnTo>
                  <a:pt x="619" y="517"/>
                </a:lnTo>
                <a:lnTo>
                  <a:pt x="507" y="326"/>
                </a:lnTo>
                <a:lnTo>
                  <a:pt x="608" y="112"/>
                </a:lnTo>
                <a:lnTo>
                  <a:pt x="608" y="112"/>
                </a:lnTo>
                <a:lnTo>
                  <a:pt x="383" y="157"/>
                </a:lnTo>
                <a:lnTo>
                  <a:pt x="22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8731243" y="3131407"/>
            <a:ext cx="80748" cy="85567"/>
          </a:xfrm>
          <a:custGeom>
            <a:avLst/>
            <a:gdLst/>
            <a:ahLst/>
            <a:cxnLst/>
            <a:rect l="l" t="t" r="r" b="b"/>
            <a:pathLst>
              <a:path w="754" h="799" extrusionOk="0">
                <a:moveTo>
                  <a:pt x="282" y="0"/>
                </a:moveTo>
                <a:lnTo>
                  <a:pt x="248" y="281"/>
                </a:lnTo>
                <a:lnTo>
                  <a:pt x="1" y="405"/>
                </a:lnTo>
                <a:lnTo>
                  <a:pt x="248" y="517"/>
                </a:lnTo>
                <a:lnTo>
                  <a:pt x="293" y="798"/>
                </a:lnTo>
                <a:lnTo>
                  <a:pt x="484" y="596"/>
                </a:lnTo>
                <a:lnTo>
                  <a:pt x="754" y="641"/>
                </a:lnTo>
                <a:lnTo>
                  <a:pt x="619" y="394"/>
                </a:lnTo>
                <a:lnTo>
                  <a:pt x="743" y="146"/>
                </a:lnTo>
                <a:lnTo>
                  <a:pt x="473" y="203"/>
                </a:lnTo>
                <a:lnTo>
                  <a:pt x="28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8603019" y="499395"/>
            <a:ext cx="67575" cy="71217"/>
          </a:xfrm>
          <a:custGeom>
            <a:avLst/>
            <a:gdLst/>
            <a:ahLst/>
            <a:cxnLst/>
            <a:rect l="l" t="t" r="r" b="b"/>
            <a:pathLst>
              <a:path w="631" h="665" extrusionOk="0">
                <a:moveTo>
                  <a:pt x="394" y="1"/>
                </a:moveTo>
                <a:lnTo>
                  <a:pt x="237" y="169"/>
                </a:lnTo>
                <a:lnTo>
                  <a:pt x="1" y="124"/>
                </a:lnTo>
                <a:lnTo>
                  <a:pt x="1" y="124"/>
                </a:lnTo>
                <a:lnTo>
                  <a:pt x="113" y="327"/>
                </a:lnTo>
                <a:lnTo>
                  <a:pt x="1" y="540"/>
                </a:lnTo>
                <a:lnTo>
                  <a:pt x="1" y="540"/>
                </a:lnTo>
                <a:lnTo>
                  <a:pt x="237" y="495"/>
                </a:lnTo>
                <a:lnTo>
                  <a:pt x="394" y="664"/>
                </a:lnTo>
                <a:lnTo>
                  <a:pt x="428" y="439"/>
                </a:lnTo>
                <a:lnTo>
                  <a:pt x="630" y="327"/>
                </a:lnTo>
                <a:lnTo>
                  <a:pt x="428" y="226"/>
                </a:lnTo>
                <a:lnTo>
                  <a:pt x="39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8401756" y="2204253"/>
            <a:ext cx="54296" cy="55474"/>
          </a:xfrm>
          <a:custGeom>
            <a:avLst/>
            <a:gdLst/>
            <a:ahLst/>
            <a:cxnLst/>
            <a:rect l="l" t="t" r="r" b="b"/>
            <a:pathLst>
              <a:path w="507" h="518" extrusionOk="0">
                <a:moveTo>
                  <a:pt x="214" y="0"/>
                </a:moveTo>
                <a:lnTo>
                  <a:pt x="169" y="180"/>
                </a:lnTo>
                <a:lnTo>
                  <a:pt x="0" y="237"/>
                </a:lnTo>
                <a:lnTo>
                  <a:pt x="147" y="338"/>
                </a:lnTo>
                <a:lnTo>
                  <a:pt x="147" y="518"/>
                </a:lnTo>
                <a:lnTo>
                  <a:pt x="293" y="405"/>
                </a:lnTo>
                <a:lnTo>
                  <a:pt x="473" y="461"/>
                </a:lnTo>
                <a:lnTo>
                  <a:pt x="473" y="461"/>
                </a:lnTo>
                <a:lnTo>
                  <a:pt x="405" y="293"/>
                </a:lnTo>
                <a:lnTo>
                  <a:pt x="506" y="135"/>
                </a:lnTo>
                <a:lnTo>
                  <a:pt x="506" y="135"/>
                </a:lnTo>
                <a:lnTo>
                  <a:pt x="326" y="147"/>
                </a:lnTo>
                <a:lnTo>
                  <a:pt x="21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6094825" y="4851684"/>
            <a:ext cx="84389" cy="88030"/>
          </a:xfrm>
          <a:custGeom>
            <a:avLst/>
            <a:gdLst/>
            <a:ahLst/>
            <a:cxnLst/>
            <a:rect l="l" t="t" r="r" b="b"/>
            <a:pathLst>
              <a:path w="788" h="822" extrusionOk="0">
                <a:moveTo>
                  <a:pt x="281" y="1"/>
                </a:moveTo>
                <a:lnTo>
                  <a:pt x="247" y="282"/>
                </a:lnTo>
                <a:lnTo>
                  <a:pt x="0" y="428"/>
                </a:lnTo>
                <a:lnTo>
                  <a:pt x="259" y="540"/>
                </a:lnTo>
                <a:lnTo>
                  <a:pt x="304" y="821"/>
                </a:lnTo>
                <a:lnTo>
                  <a:pt x="506" y="608"/>
                </a:lnTo>
                <a:lnTo>
                  <a:pt x="787" y="653"/>
                </a:lnTo>
                <a:lnTo>
                  <a:pt x="641" y="405"/>
                </a:lnTo>
                <a:lnTo>
                  <a:pt x="765" y="147"/>
                </a:lnTo>
                <a:lnTo>
                  <a:pt x="483" y="203"/>
                </a:lnTo>
                <a:lnTo>
                  <a:pt x="2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4605195" y="4541026"/>
            <a:ext cx="132473" cy="134937"/>
          </a:xfrm>
          <a:custGeom>
            <a:avLst/>
            <a:gdLst/>
            <a:ahLst/>
            <a:cxnLst/>
            <a:rect l="l" t="t" r="r" b="b"/>
            <a:pathLst>
              <a:path w="1237" h="1260" extrusionOk="0">
                <a:moveTo>
                  <a:pt x="540" y="0"/>
                </a:moveTo>
                <a:lnTo>
                  <a:pt x="416" y="428"/>
                </a:lnTo>
                <a:lnTo>
                  <a:pt x="0" y="574"/>
                </a:lnTo>
                <a:lnTo>
                  <a:pt x="371" y="810"/>
                </a:lnTo>
                <a:lnTo>
                  <a:pt x="371" y="1260"/>
                </a:lnTo>
                <a:lnTo>
                  <a:pt x="720" y="978"/>
                </a:lnTo>
                <a:lnTo>
                  <a:pt x="1147" y="1113"/>
                </a:lnTo>
                <a:lnTo>
                  <a:pt x="1147" y="1113"/>
                </a:lnTo>
                <a:lnTo>
                  <a:pt x="990" y="697"/>
                </a:lnTo>
                <a:lnTo>
                  <a:pt x="1237" y="338"/>
                </a:lnTo>
                <a:lnTo>
                  <a:pt x="1237" y="338"/>
                </a:lnTo>
                <a:lnTo>
                  <a:pt x="799" y="360"/>
                </a:lnTo>
                <a:lnTo>
                  <a:pt x="54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680775" y="404607"/>
            <a:ext cx="68646" cy="71109"/>
          </a:xfrm>
          <a:custGeom>
            <a:avLst/>
            <a:gdLst/>
            <a:ahLst/>
            <a:cxnLst/>
            <a:rect l="l" t="t" r="r" b="b"/>
            <a:pathLst>
              <a:path w="641" h="664" extrusionOk="0">
                <a:moveTo>
                  <a:pt x="225" y="1"/>
                </a:moveTo>
                <a:lnTo>
                  <a:pt x="202" y="225"/>
                </a:lnTo>
                <a:lnTo>
                  <a:pt x="0" y="338"/>
                </a:lnTo>
                <a:lnTo>
                  <a:pt x="214" y="439"/>
                </a:lnTo>
                <a:lnTo>
                  <a:pt x="259" y="664"/>
                </a:lnTo>
                <a:lnTo>
                  <a:pt x="416" y="484"/>
                </a:lnTo>
                <a:lnTo>
                  <a:pt x="641" y="518"/>
                </a:lnTo>
                <a:lnTo>
                  <a:pt x="529" y="315"/>
                </a:lnTo>
                <a:lnTo>
                  <a:pt x="630" y="102"/>
                </a:lnTo>
                <a:lnTo>
                  <a:pt x="394" y="158"/>
                </a:lnTo>
                <a:lnTo>
                  <a:pt x="22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3764926" y="271613"/>
            <a:ext cx="39838" cy="39731"/>
          </a:xfrm>
          <a:custGeom>
            <a:avLst/>
            <a:gdLst/>
            <a:ahLst/>
            <a:cxnLst/>
            <a:rect l="l" t="t" r="r" b="b"/>
            <a:pathLst>
              <a:path w="372" h="371" extrusionOk="0">
                <a:moveTo>
                  <a:pt x="158" y="0"/>
                </a:moveTo>
                <a:lnTo>
                  <a:pt x="124" y="124"/>
                </a:lnTo>
                <a:lnTo>
                  <a:pt x="0" y="169"/>
                </a:lnTo>
                <a:lnTo>
                  <a:pt x="101" y="247"/>
                </a:lnTo>
                <a:lnTo>
                  <a:pt x="101" y="371"/>
                </a:lnTo>
                <a:lnTo>
                  <a:pt x="203" y="292"/>
                </a:lnTo>
                <a:lnTo>
                  <a:pt x="338" y="337"/>
                </a:lnTo>
                <a:lnTo>
                  <a:pt x="293" y="214"/>
                </a:lnTo>
                <a:lnTo>
                  <a:pt x="371" y="112"/>
                </a:lnTo>
                <a:lnTo>
                  <a:pt x="236" y="112"/>
                </a:lnTo>
                <a:lnTo>
                  <a:pt x="158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" name="Google Shape;22;p2"/>
          <p:cNvGrpSpPr/>
          <p:nvPr/>
        </p:nvGrpSpPr>
        <p:grpSpPr>
          <a:xfrm>
            <a:off x="-610575" y="4397630"/>
            <a:ext cx="1662816" cy="752173"/>
            <a:chOff x="5935450" y="921661"/>
            <a:chExt cx="739786" cy="334641"/>
          </a:xfrm>
        </p:grpSpPr>
        <p:sp>
          <p:nvSpPr>
            <p:cNvPr id="23" name="Google Shape;23;p2"/>
            <p:cNvSpPr/>
            <p:nvPr/>
          </p:nvSpPr>
          <p:spPr>
            <a:xfrm>
              <a:off x="5935450" y="921661"/>
              <a:ext cx="739786" cy="334641"/>
            </a:xfrm>
            <a:custGeom>
              <a:avLst/>
              <a:gdLst/>
              <a:ahLst/>
              <a:cxnLst/>
              <a:rect l="l" t="t" r="r" b="b"/>
              <a:pathLst>
                <a:path w="6263" h="2833" extrusionOk="0">
                  <a:moveTo>
                    <a:pt x="2871" y="1"/>
                  </a:moveTo>
                  <a:cubicBezTo>
                    <a:pt x="2673" y="1"/>
                    <a:pt x="2473" y="50"/>
                    <a:pt x="2291" y="148"/>
                  </a:cubicBezTo>
                  <a:cubicBezTo>
                    <a:pt x="1571" y="519"/>
                    <a:pt x="1717" y="1160"/>
                    <a:pt x="1717" y="1160"/>
                  </a:cubicBezTo>
                  <a:cubicBezTo>
                    <a:pt x="1717" y="1160"/>
                    <a:pt x="1364" y="1022"/>
                    <a:pt x="996" y="1022"/>
                  </a:cubicBezTo>
                  <a:cubicBezTo>
                    <a:pt x="675" y="1022"/>
                    <a:pt x="342" y="1127"/>
                    <a:pt x="222" y="1520"/>
                  </a:cubicBezTo>
                  <a:cubicBezTo>
                    <a:pt x="0" y="2243"/>
                    <a:pt x="581" y="2594"/>
                    <a:pt x="1290" y="2594"/>
                  </a:cubicBezTo>
                  <a:cubicBezTo>
                    <a:pt x="1407" y="2594"/>
                    <a:pt x="1528" y="2585"/>
                    <a:pt x="1650" y="2566"/>
                  </a:cubicBezTo>
                  <a:cubicBezTo>
                    <a:pt x="1650" y="2566"/>
                    <a:pt x="2679" y="2833"/>
                    <a:pt x="3721" y="2833"/>
                  </a:cubicBezTo>
                  <a:cubicBezTo>
                    <a:pt x="4603" y="2833"/>
                    <a:pt x="5492" y="2642"/>
                    <a:pt x="5776" y="1936"/>
                  </a:cubicBezTo>
                  <a:cubicBezTo>
                    <a:pt x="6262" y="754"/>
                    <a:pt x="5178" y="50"/>
                    <a:pt x="4281" y="50"/>
                  </a:cubicBezTo>
                  <a:cubicBezTo>
                    <a:pt x="4018" y="50"/>
                    <a:pt x="3770" y="111"/>
                    <a:pt x="3583" y="238"/>
                  </a:cubicBezTo>
                  <a:cubicBezTo>
                    <a:pt x="3375" y="81"/>
                    <a:pt x="3125" y="1"/>
                    <a:pt x="28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6282962" y="966429"/>
              <a:ext cx="44531" cy="25396"/>
            </a:xfrm>
            <a:custGeom>
              <a:avLst/>
              <a:gdLst/>
              <a:ahLst/>
              <a:cxnLst/>
              <a:rect l="l" t="t" r="r" b="b"/>
              <a:pathLst>
                <a:path w="377" h="215" extrusionOk="0">
                  <a:moveTo>
                    <a:pt x="149" y="1"/>
                  </a:moveTo>
                  <a:cubicBezTo>
                    <a:pt x="114" y="1"/>
                    <a:pt x="79" y="10"/>
                    <a:pt x="46" y="28"/>
                  </a:cubicBezTo>
                  <a:cubicBezTo>
                    <a:pt x="12" y="50"/>
                    <a:pt x="1" y="95"/>
                    <a:pt x="23" y="129"/>
                  </a:cubicBezTo>
                  <a:cubicBezTo>
                    <a:pt x="40" y="146"/>
                    <a:pt x="62" y="156"/>
                    <a:pt x="86" y="156"/>
                  </a:cubicBezTo>
                  <a:cubicBezTo>
                    <a:pt x="95" y="156"/>
                    <a:pt x="104" y="155"/>
                    <a:pt x="113" y="152"/>
                  </a:cubicBezTo>
                  <a:lnTo>
                    <a:pt x="181" y="152"/>
                  </a:lnTo>
                  <a:lnTo>
                    <a:pt x="203" y="163"/>
                  </a:lnTo>
                  <a:lnTo>
                    <a:pt x="214" y="174"/>
                  </a:lnTo>
                  <a:cubicBezTo>
                    <a:pt x="232" y="203"/>
                    <a:pt x="257" y="214"/>
                    <a:pt x="280" y="214"/>
                  </a:cubicBezTo>
                  <a:cubicBezTo>
                    <a:pt x="331" y="214"/>
                    <a:pt x="376" y="160"/>
                    <a:pt x="338" y="107"/>
                  </a:cubicBezTo>
                  <a:cubicBezTo>
                    <a:pt x="292" y="38"/>
                    <a:pt x="221" y="1"/>
                    <a:pt x="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171456" y="969973"/>
              <a:ext cx="77132" cy="98042"/>
            </a:xfrm>
            <a:custGeom>
              <a:avLst/>
              <a:gdLst/>
              <a:ahLst/>
              <a:cxnLst/>
              <a:rect l="l" t="t" r="r" b="b"/>
              <a:pathLst>
                <a:path w="653" h="830" extrusionOk="0">
                  <a:moveTo>
                    <a:pt x="488" y="1"/>
                  </a:moveTo>
                  <a:cubicBezTo>
                    <a:pt x="370" y="1"/>
                    <a:pt x="241" y="98"/>
                    <a:pt x="180" y="189"/>
                  </a:cubicBezTo>
                  <a:cubicBezTo>
                    <a:pt x="57" y="358"/>
                    <a:pt x="0" y="560"/>
                    <a:pt x="0" y="762"/>
                  </a:cubicBezTo>
                  <a:cubicBezTo>
                    <a:pt x="0" y="796"/>
                    <a:pt x="34" y="830"/>
                    <a:pt x="79" y="830"/>
                  </a:cubicBezTo>
                  <a:cubicBezTo>
                    <a:pt x="113" y="830"/>
                    <a:pt x="146" y="796"/>
                    <a:pt x="146" y="762"/>
                  </a:cubicBezTo>
                  <a:cubicBezTo>
                    <a:pt x="146" y="605"/>
                    <a:pt x="180" y="448"/>
                    <a:pt x="259" y="313"/>
                  </a:cubicBezTo>
                  <a:cubicBezTo>
                    <a:pt x="293" y="257"/>
                    <a:pt x="338" y="212"/>
                    <a:pt x="394" y="178"/>
                  </a:cubicBezTo>
                  <a:cubicBezTo>
                    <a:pt x="428" y="155"/>
                    <a:pt x="450" y="144"/>
                    <a:pt x="484" y="144"/>
                  </a:cubicBezTo>
                  <a:lnTo>
                    <a:pt x="529" y="144"/>
                  </a:lnTo>
                  <a:cubicBezTo>
                    <a:pt x="536" y="166"/>
                    <a:pt x="557" y="178"/>
                    <a:pt x="581" y="178"/>
                  </a:cubicBezTo>
                  <a:cubicBezTo>
                    <a:pt x="593" y="178"/>
                    <a:pt x="607" y="175"/>
                    <a:pt x="619" y="167"/>
                  </a:cubicBezTo>
                  <a:cubicBezTo>
                    <a:pt x="652" y="144"/>
                    <a:pt x="652" y="110"/>
                    <a:pt x="641" y="77"/>
                  </a:cubicBezTo>
                  <a:cubicBezTo>
                    <a:pt x="598" y="22"/>
                    <a:pt x="544" y="1"/>
                    <a:pt x="4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508809" y="1003047"/>
              <a:ext cx="74416" cy="136904"/>
            </a:xfrm>
            <a:custGeom>
              <a:avLst/>
              <a:gdLst/>
              <a:ahLst/>
              <a:cxnLst/>
              <a:rect l="l" t="t" r="r" b="b"/>
              <a:pathLst>
                <a:path w="630" h="1159" extrusionOk="0">
                  <a:moveTo>
                    <a:pt x="100" y="1"/>
                  </a:moveTo>
                  <a:cubicBezTo>
                    <a:pt x="39" y="1"/>
                    <a:pt x="1" y="94"/>
                    <a:pt x="67" y="123"/>
                  </a:cubicBezTo>
                  <a:cubicBezTo>
                    <a:pt x="416" y="291"/>
                    <a:pt x="562" y="707"/>
                    <a:pt x="393" y="1056"/>
                  </a:cubicBezTo>
                  <a:cubicBezTo>
                    <a:pt x="370" y="1110"/>
                    <a:pt x="416" y="1158"/>
                    <a:pt x="461" y="1158"/>
                  </a:cubicBezTo>
                  <a:cubicBezTo>
                    <a:pt x="482" y="1158"/>
                    <a:pt x="503" y="1148"/>
                    <a:pt x="517" y="1123"/>
                  </a:cubicBezTo>
                  <a:cubicBezTo>
                    <a:pt x="618" y="921"/>
                    <a:pt x="629" y="674"/>
                    <a:pt x="551" y="460"/>
                  </a:cubicBezTo>
                  <a:cubicBezTo>
                    <a:pt x="472" y="258"/>
                    <a:pt x="326" y="100"/>
                    <a:pt x="135" y="10"/>
                  </a:cubicBezTo>
                  <a:cubicBezTo>
                    <a:pt x="123" y="4"/>
                    <a:pt x="111" y="1"/>
                    <a:pt x="1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997582" y="1091992"/>
              <a:ext cx="63785" cy="54454"/>
            </a:xfrm>
            <a:custGeom>
              <a:avLst/>
              <a:gdLst/>
              <a:ahLst/>
              <a:cxnLst/>
              <a:rect l="l" t="t" r="r" b="b"/>
              <a:pathLst>
                <a:path w="540" h="461" extrusionOk="0">
                  <a:moveTo>
                    <a:pt x="395" y="1"/>
                  </a:moveTo>
                  <a:cubicBezTo>
                    <a:pt x="183" y="1"/>
                    <a:pt x="1" y="175"/>
                    <a:pt x="11" y="393"/>
                  </a:cubicBezTo>
                  <a:cubicBezTo>
                    <a:pt x="11" y="438"/>
                    <a:pt x="45" y="460"/>
                    <a:pt x="78" y="460"/>
                  </a:cubicBezTo>
                  <a:cubicBezTo>
                    <a:pt x="112" y="460"/>
                    <a:pt x="146" y="438"/>
                    <a:pt x="146" y="393"/>
                  </a:cubicBezTo>
                  <a:cubicBezTo>
                    <a:pt x="146" y="382"/>
                    <a:pt x="146" y="370"/>
                    <a:pt x="146" y="359"/>
                  </a:cubicBezTo>
                  <a:lnTo>
                    <a:pt x="146" y="337"/>
                  </a:lnTo>
                  <a:lnTo>
                    <a:pt x="157" y="303"/>
                  </a:lnTo>
                  <a:cubicBezTo>
                    <a:pt x="157" y="303"/>
                    <a:pt x="157" y="303"/>
                    <a:pt x="157" y="292"/>
                  </a:cubicBezTo>
                  <a:cubicBezTo>
                    <a:pt x="157" y="280"/>
                    <a:pt x="168" y="280"/>
                    <a:pt x="168" y="269"/>
                  </a:cubicBezTo>
                  <a:lnTo>
                    <a:pt x="179" y="258"/>
                  </a:lnTo>
                  <a:lnTo>
                    <a:pt x="179" y="247"/>
                  </a:lnTo>
                  <a:cubicBezTo>
                    <a:pt x="191" y="224"/>
                    <a:pt x="213" y="213"/>
                    <a:pt x="224" y="202"/>
                  </a:cubicBezTo>
                  <a:lnTo>
                    <a:pt x="236" y="190"/>
                  </a:lnTo>
                  <a:lnTo>
                    <a:pt x="269" y="168"/>
                  </a:lnTo>
                  <a:lnTo>
                    <a:pt x="292" y="168"/>
                  </a:lnTo>
                  <a:cubicBezTo>
                    <a:pt x="303" y="168"/>
                    <a:pt x="314" y="157"/>
                    <a:pt x="326" y="157"/>
                  </a:cubicBezTo>
                  <a:lnTo>
                    <a:pt x="427" y="157"/>
                  </a:lnTo>
                  <a:cubicBezTo>
                    <a:pt x="433" y="159"/>
                    <a:pt x="439" y="160"/>
                    <a:pt x="445" y="160"/>
                  </a:cubicBezTo>
                  <a:cubicBezTo>
                    <a:pt x="475" y="160"/>
                    <a:pt x="507" y="139"/>
                    <a:pt x="517" y="112"/>
                  </a:cubicBezTo>
                  <a:cubicBezTo>
                    <a:pt x="539" y="78"/>
                    <a:pt x="517" y="22"/>
                    <a:pt x="483" y="11"/>
                  </a:cubicBezTo>
                  <a:cubicBezTo>
                    <a:pt x="454" y="4"/>
                    <a:pt x="424" y="1"/>
                    <a:pt x="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381238" y="947648"/>
              <a:ext cx="91779" cy="39571"/>
            </a:xfrm>
            <a:custGeom>
              <a:avLst/>
              <a:gdLst/>
              <a:ahLst/>
              <a:cxnLst/>
              <a:rect l="l" t="t" r="r" b="b"/>
              <a:pathLst>
                <a:path w="777" h="335" extrusionOk="0">
                  <a:moveTo>
                    <a:pt x="422" y="0"/>
                  </a:moveTo>
                  <a:cubicBezTo>
                    <a:pt x="267" y="0"/>
                    <a:pt x="111" y="81"/>
                    <a:pt x="23" y="232"/>
                  </a:cubicBezTo>
                  <a:cubicBezTo>
                    <a:pt x="0" y="286"/>
                    <a:pt x="45" y="334"/>
                    <a:pt x="91" y="334"/>
                  </a:cubicBezTo>
                  <a:cubicBezTo>
                    <a:pt x="112" y="334"/>
                    <a:pt x="133" y="324"/>
                    <a:pt x="147" y="299"/>
                  </a:cubicBezTo>
                  <a:cubicBezTo>
                    <a:pt x="203" y="194"/>
                    <a:pt x="310" y="136"/>
                    <a:pt x="418" y="136"/>
                  </a:cubicBezTo>
                  <a:cubicBezTo>
                    <a:pt x="505" y="136"/>
                    <a:pt x="592" y="174"/>
                    <a:pt x="653" y="254"/>
                  </a:cubicBezTo>
                  <a:cubicBezTo>
                    <a:pt x="670" y="266"/>
                    <a:pt x="689" y="271"/>
                    <a:pt x="707" y="271"/>
                  </a:cubicBezTo>
                  <a:cubicBezTo>
                    <a:pt x="726" y="271"/>
                    <a:pt x="743" y="266"/>
                    <a:pt x="754" y="254"/>
                  </a:cubicBezTo>
                  <a:cubicBezTo>
                    <a:pt x="776" y="221"/>
                    <a:pt x="776" y="176"/>
                    <a:pt x="754" y="153"/>
                  </a:cubicBezTo>
                  <a:cubicBezTo>
                    <a:pt x="665" y="50"/>
                    <a:pt x="544" y="0"/>
                    <a:pt x="4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" name="Google Shape;29;p2"/>
          <p:cNvGrpSpPr/>
          <p:nvPr/>
        </p:nvGrpSpPr>
        <p:grpSpPr>
          <a:xfrm flipH="1">
            <a:off x="7162208" y="4192638"/>
            <a:ext cx="2533396" cy="1146012"/>
            <a:chOff x="5935450" y="921661"/>
            <a:chExt cx="739786" cy="334641"/>
          </a:xfrm>
        </p:grpSpPr>
        <p:sp>
          <p:nvSpPr>
            <p:cNvPr id="30" name="Google Shape;30;p2"/>
            <p:cNvSpPr/>
            <p:nvPr/>
          </p:nvSpPr>
          <p:spPr>
            <a:xfrm>
              <a:off x="5935450" y="921661"/>
              <a:ext cx="739786" cy="334641"/>
            </a:xfrm>
            <a:custGeom>
              <a:avLst/>
              <a:gdLst/>
              <a:ahLst/>
              <a:cxnLst/>
              <a:rect l="l" t="t" r="r" b="b"/>
              <a:pathLst>
                <a:path w="6263" h="2833" extrusionOk="0">
                  <a:moveTo>
                    <a:pt x="2871" y="1"/>
                  </a:moveTo>
                  <a:cubicBezTo>
                    <a:pt x="2673" y="1"/>
                    <a:pt x="2473" y="50"/>
                    <a:pt x="2291" y="148"/>
                  </a:cubicBezTo>
                  <a:cubicBezTo>
                    <a:pt x="1571" y="519"/>
                    <a:pt x="1717" y="1160"/>
                    <a:pt x="1717" y="1160"/>
                  </a:cubicBezTo>
                  <a:cubicBezTo>
                    <a:pt x="1717" y="1160"/>
                    <a:pt x="1364" y="1022"/>
                    <a:pt x="996" y="1022"/>
                  </a:cubicBezTo>
                  <a:cubicBezTo>
                    <a:pt x="675" y="1022"/>
                    <a:pt x="342" y="1127"/>
                    <a:pt x="222" y="1520"/>
                  </a:cubicBezTo>
                  <a:cubicBezTo>
                    <a:pt x="0" y="2243"/>
                    <a:pt x="581" y="2594"/>
                    <a:pt x="1290" y="2594"/>
                  </a:cubicBezTo>
                  <a:cubicBezTo>
                    <a:pt x="1407" y="2594"/>
                    <a:pt x="1528" y="2585"/>
                    <a:pt x="1650" y="2566"/>
                  </a:cubicBezTo>
                  <a:cubicBezTo>
                    <a:pt x="1650" y="2566"/>
                    <a:pt x="2679" y="2833"/>
                    <a:pt x="3721" y="2833"/>
                  </a:cubicBezTo>
                  <a:cubicBezTo>
                    <a:pt x="4603" y="2833"/>
                    <a:pt x="5492" y="2642"/>
                    <a:pt x="5776" y="1936"/>
                  </a:cubicBezTo>
                  <a:cubicBezTo>
                    <a:pt x="6262" y="754"/>
                    <a:pt x="5178" y="50"/>
                    <a:pt x="4281" y="50"/>
                  </a:cubicBezTo>
                  <a:cubicBezTo>
                    <a:pt x="4018" y="50"/>
                    <a:pt x="3770" y="111"/>
                    <a:pt x="3583" y="238"/>
                  </a:cubicBezTo>
                  <a:cubicBezTo>
                    <a:pt x="3375" y="81"/>
                    <a:pt x="3125" y="1"/>
                    <a:pt x="2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6282962" y="966429"/>
              <a:ext cx="44531" cy="25396"/>
            </a:xfrm>
            <a:custGeom>
              <a:avLst/>
              <a:gdLst/>
              <a:ahLst/>
              <a:cxnLst/>
              <a:rect l="l" t="t" r="r" b="b"/>
              <a:pathLst>
                <a:path w="377" h="215" extrusionOk="0">
                  <a:moveTo>
                    <a:pt x="149" y="1"/>
                  </a:moveTo>
                  <a:cubicBezTo>
                    <a:pt x="114" y="1"/>
                    <a:pt x="79" y="10"/>
                    <a:pt x="46" y="28"/>
                  </a:cubicBezTo>
                  <a:cubicBezTo>
                    <a:pt x="12" y="50"/>
                    <a:pt x="1" y="95"/>
                    <a:pt x="23" y="129"/>
                  </a:cubicBezTo>
                  <a:cubicBezTo>
                    <a:pt x="40" y="146"/>
                    <a:pt x="62" y="156"/>
                    <a:pt x="86" y="156"/>
                  </a:cubicBezTo>
                  <a:cubicBezTo>
                    <a:pt x="95" y="156"/>
                    <a:pt x="104" y="155"/>
                    <a:pt x="113" y="152"/>
                  </a:cubicBezTo>
                  <a:lnTo>
                    <a:pt x="181" y="152"/>
                  </a:lnTo>
                  <a:lnTo>
                    <a:pt x="203" y="163"/>
                  </a:lnTo>
                  <a:lnTo>
                    <a:pt x="214" y="174"/>
                  </a:lnTo>
                  <a:cubicBezTo>
                    <a:pt x="232" y="203"/>
                    <a:pt x="257" y="214"/>
                    <a:pt x="280" y="214"/>
                  </a:cubicBezTo>
                  <a:cubicBezTo>
                    <a:pt x="331" y="214"/>
                    <a:pt x="376" y="160"/>
                    <a:pt x="338" y="107"/>
                  </a:cubicBezTo>
                  <a:cubicBezTo>
                    <a:pt x="292" y="38"/>
                    <a:pt x="221" y="1"/>
                    <a:pt x="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6171456" y="969973"/>
              <a:ext cx="77132" cy="98042"/>
            </a:xfrm>
            <a:custGeom>
              <a:avLst/>
              <a:gdLst/>
              <a:ahLst/>
              <a:cxnLst/>
              <a:rect l="l" t="t" r="r" b="b"/>
              <a:pathLst>
                <a:path w="653" h="830" extrusionOk="0">
                  <a:moveTo>
                    <a:pt x="488" y="1"/>
                  </a:moveTo>
                  <a:cubicBezTo>
                    <a:pt x="370" y="1"/>
                    <a:pt x="241" y="98"/>
                    <a:pt x="180" y="189"/>
                  </a:cubicBezTo>
                  <a:cubicBezTo>
                    <a:pt x="57" y="358"/>
                    <a:pt x="0" y="560"/>
                    <a:pt x="0" y="762"/>
                  </a:cubicBezTo>
                  <a:cubicBezTo>
                    <a:pt x="0" y="796"/>
                    <a:pt x="34" y="830"/>
                    <a:pt x="79" y="830"/>
                  </a:cubicBezTo>
                  <a:cubicBezTo>
                    <a:pt x="113" y="830"/>
                    <a:pt x="146" y="796"/>
                    <a:pt x="146" y="762"/>
                  </a:cubicBezTo>
                  <a:cubicBezTo>
                    <a:pt x="146" y="605"/>
                    <a:pt x="180" y="448"/>
                    <a:pt x="259" y="313"/>
                  </a:cubicBezTo>
                  <a:cubicBezTo>
                    <a:pt x="293" y="257"/>
                    <a:pt x="338" y="212"/>
                    <a:pt x="394" y="178"/>
                  </a:cubicBezTo>
                  <a:cubicBezTo>
                    <a:pt x="428" y="155"/>
                    <a:pt x="450" y="144"/>
                    <a:pt x="484" y="144"/>
                  </a:cubicBezTo>
                  <a:lnTo>
                    <a:pt x="529" y="144"/>
                  </a:lnTo>
                  <a:cubicBezTo>
                    <a:pt x="536" y="166"/>
                    <a:pt x="557" y="178"/>
                    <a:pt x="581" y="178"/>
                  </a:cubicBezTo>
                  <a:cubicBezTo>
                    <a:pt x="593" y="178"/>
                    <a:pt x="607" y="175"/>
                    <a:pt x="619" y="167"/>
                  </a:cubicBezTo>
                  <a:cubicBezTo>
                    <a:pt x="652" y="144"/>
                    <a:pt x="652" y="110"/>
                    <a:pt x="641" y="77"/>
                  </a:cubicBezTo>
                  <a:cubicBezTo>
                    <a:pt x="598" y="22"/>
                    <a:pt x="544" y="1"/>
                    <a:pt x="4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508809" y="1003047"/>
              <a:ext cx="74416" cy="136904"/>
            </a:xfrm>
            <a:custGeom>
              <a:avLst/>
              <a:gdLst/>
              <a:ahLst/>
              <a:cxnLst/>
              <a:rect l="l" t="t" r="r" b="b"/>
              <a:pathLst>
                <a:path w="630" h="1159" extrusionOk="0">
                  <a:moveTo>
                    <a:pt x="100" y="1"/>
                  </a:moveTo>
                  <a:cubicBezTo>
                    <a:pt x="39" y="1"/>
                    <a:pt x="1" y="94"/>
                    <a:pt x="67" y="123"/>
                  </a:cubicBezTo>
                  <a:cubicBezTo>
                    <a:pt x="416" y="291"/>
                    <a:pt x="562" y="707"/>
                    <a:pt x="393" y="1056"/>
                  </a:cubicBezTo>
                  <a:cubicBezTo>
                    <a:pt x="370" y="1110"/>
                    <a:pt x="416" y="1158"/>
                    <a:pt x="461" y="1158"/>
                  </a:cubicBezTo>
                  <a:cubicBezTo>
                    <a:pt x="482" y="1158"/>
                    <a:pt x="503" y="1148"/>
                    <a:pt x="517" y="1123"/>
                  </a:cubicBezTo>
                  <a:cubicBezTo>
                    <a:pt x="618" y="921"/>
                    <a:pt x="629" y="674"/>
                    <a:pt x="551" y="460"/>
                  </a:cubicBezTo>
                  <a:cubicBezTo>
                    <a:pt x="472" y="258"/>
                    <a:pt x="326" y="100"/>
                    <a:pt x="135" y="10"/>
                  </a:cubicBezTo>
                  <a:cubicBezTo>
                    <a:pt x="123" y="4"/>
                    <a:pt x="111" y="1"/>
                    <a:pt x="1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997582" y="1091992"/>
              <a:ext cx="63785" cy="54454"/>
            </a:xfrm>
            <a:custGeom>
              <a:avLst/>
              <a:gdLst/>
              <a:ahLst/>
              <a:cxnLst/>
              <a:rect l="l" t="t" r="r" b="b"/>
              <a:pathLst>
                <a:path w="540" h="461" extrusionOk="0">
                  <a:moveTo>
                    <a:pt x="395" y="1"/>
                  </a:moveTo>
                  <a:cubicBezTo>
                    <a:pt x="183" y="1"/>
                    <a:pt x="1" y="175"/>
                    <a:pt x="11" y="393"/>
                  </a:cubicBezTo>
                  <a:cubicBezTo>
                    <a:pt x="11" y="438"/>
                    <a:pt x="45" y="460"/>
                    <a:pt x="78" y="460"/>
                  </a:cubicBezTo>
                  <a:cubicBezTo>
                    <a:pt x="112" y="460"/>
                    <a:pt x="146" y="438"/>
                    <a:pt x="146" y="393"/>
                  </a:cubicBezTo>
                  <a:cubicBezTo>
                    <a:pt x="146" y="382"/>
                    <a:pt x="146" y="370"/>
                    <a:pt x="146" y="359"/>
                  </a:cubicBezTo>
                  <a:lnTo>
                    <a:pt x="146" y="337"/>
                  </a:lnTo>
                  <a:lnTo>
                    <a:pt x="157" y="303"/>
                  </a:lnTo>
                  <a:cubicBezTo>
                    <a:pt x="157" y="303"/>
                    <a:pt x="157" y="303"/>
                    <a:pt x="157" y="292"/>
                  </a:cubicBezTo>
                  <a:cubicBezTo>
                    <a:pt x="157" y="280"/>
                    <a:pt x="168" y="280"/>
                    <a:pt x="168" y="269"/>
                  </a:cubicBezTo>
                  <a:lnTo>
                    <a:pt x="179" y="258"/>
                  </a:lnTo>
                  <a:lnTo>
                    <a:pt x="179" y="247"/>
                  </a:lnTo>
                  <a:cubicBezTo>
                    <a:pt x="191" y="224"/>
                    <a:pt x="213" y="213"/>
                    <a:pt x="224" y="202"/>
                  </a:cubicBezTo>
                  <a:lnTo>
                    <a:pt x="236" y="190"/>
                  </a:lnTo>
                  <a:lnTo>
                    <a:pt x="269" y="168"/>
                  </a:lnTo>
                  <a:lnTo>
                    <a:pt x="292" y="168"/>
                  </a:lnTo>
                  <a:cubicBezTo>
                    <a:pt x="303" y="168"/>
                    <a:pt x="314" y="157"/>
                    <a:pt x="326" y="157"/>
                  </a:cubicBezTo>
                  <a:lnTo>
                    <a:pt x="427" y="157"/>
                  </a:lnTo>
                  <a:cubicBezTo>
                    <a:pt x="433" y="159"/>
                    <a:pt x="439" y="160"/>
                    <a:pt x="445" y="160"/>
                  </a:cubicBezTo>
                  <a:cubicBezTo>
                    <a:pt x="475" y="160"/>
                    <a:pt x="507" y="139"/>
                    <a:pt x="517" y="112"/>
                  </a:cubicBezTo>
                  <a:cubicBezTo>
                    <a:pt x="539" y="78"/>
                    <a:pt x="517" y="22"/>
                    <a:pt x="483" y="11"/>
                  </a:cubicBezTo>
                  <a:cubicBezTo>
                    <a:pt x="454" y="4"/>
                    <a:pt x="424" y="1"/>
                    <a:pt x="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6381238" y="947648"/>
              <a:ext cx="91779" cy="39571"/>
            </a:xfrm>
            <a:custGeom>
              <a:avLst/>
              <a:gdLst/>
              <a:ahLst/>
              <a:cxnLst/>
              <a:rect l="l" t="t" r="r" b="b"/>
              <a:pathLst>
                <a:path w="777" h="335" extrusionOk="0">
                  <a:moveTo>
                    <a:pt x="422" y="0"/>
                  </a:moveTo>
                  <a:cubicBezTo>
                    <a:pt x="267" y="0"/>
                    <a:pt x="111" y="81"/>
                    <a:pt x="23" y="232"/>
                  </a:cubicBezTo>
                  <a:cubicBezTo>
                    <a:pt x="0" y="286"/>
                    <a:pt x="45" y="334"/>
                    <a:pt x="91" y="334"/>
                  </a:cubicBezTo>
                  <a:cubicBezTo>
                    <a:pt x="112" y="334"/>
                    <a:pt x="133" y="324"/>
                    <a:pt x="147" y="299"/>
                  </a:cubicBezTo>
                  <a:cubicBezTo>
                    <a:pt x="203" y="194"/>
                    <a:pt x="310" y="136"/>
                    <a:pt x="418" y="136"/>
                  </a:cubicBezTo>
                  <a:cubicBezTo>
                    <a:pt x="505" y="136"/>
                    <a:pt x="592" y="174"/>
                    <a:pt x="653" y="254"/>
                  </a:cubicBezTo>
                  <a:cubicBezTo>
                    <a:pt x="670" y="266"/>
                    <a:pt x="689" y="271"/>
                    <a:pt x="707" y="271"/>
                  </a:cubicBezTo>
                  <a:cubicBezTo>
                    <a:pt x="726" y="271"/>
                    <a:pt x="743" y="266"/>
                    <a:pt x="754" y="254"/>
                  </a:cubicBezTo>
                  <a:cubicBezTo>
                    <a:pt x="776" y="221"/>
                    <a:pt x="776" y="176"/>
                    <a:pt x="754" y="153"/>
                  </a:cubicBezTo>
                  <a:cubicBezTo>
                    <a:pt x="665" y="50"/>
                    <a:pt x="544" y="0"/>
                    <a:pt x="4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" name="Google Shape;36;p2"/>
          <p:cNvGrpSpPr/>
          <p:nvPr/>
        </p:nvGrpSpPr>
        <p:grpSpPr>
          <a:xfrm>
            <a:off x="-268032" y="4740183"/>
            <a:ext cx="1662816" cy="752173"/>
            <a:chOff x="5935450" y="921661"/>
            <a:chExt cx="739786" cy="334641"/>
          </a:xfrm>
        </p:grpSpPr>
        <p:sp>
          <p:nvSpPr>
            <p:cNvPr id="37" name="Google Shape;37;p2"/>
            <p:cNvSpPr/>
            <p:nvPr/>
          </p:nvSpPr>
          <p:spPr>
            <a:xfrm>
              <a:off x="5935450" y="921661"/>
              <a:ext cx="739786" cy="334641"/>
            </a:xfrm>
            <a:custGeom>
              <a:avLst/>
              <a:gdLst/>
              <a:ahLst/>
              <a:cxnLst/>
              <a:rect l="l" t="t" r="r" b="b"/>
              <a:pathLst>
                <a:path w="6263" h="2833" extrusionOk="0">
                  <a:moveTo>
                    <a:pt x="2871" y="1"/>
                  </a:moveTo>
                  <a:cubicBezTo>
                    <a:pt x="2673" y="1"/>
                    <a:pt x="2473" y="50"/>
                    <a:pt x="2291" y="148"/>
                  </a:cubicBezTo>
                  <a:cubicBezTo>
                    <a:pt x="1571" y="519"/>
                    <a:pt x="1717" y="1160"/>
                    <a:pt x="1717" y="1160"/>
                  </a:cubicBezTo>
                  <a:cubicBezTo>
                    <a:pt x="1717" y="1160"/>
                    <a:pt x="1364" y="1022"/>
                    <a:pt x="996" y="1022"/>
                  </a:cubicBezTo>
                  <a:cubicBezTo>
                    <a:pt x="675" y="1022"/>
                    <a:pt x="342" y="1127"/>
                    <a:pt x="222" y="1520"/>
                  </a:cubicBezTo>
                  <a:cubicBezTo>
                    <a:pt x="0" y="2243"/>
                    <a:pt x="581" y="2594"/>
                    <a:pt x="1290" y="2594"/>
                  </a:cubicBezTo>
                  <a:cubicBezTo>
                    <a:pt x="1407" y="2594"/>
                    <a:pt x="1528" y="2585"/>
                    <a:pt x="1650" y="2566"/>
                  </a:cubicBezTo>
                  <a:cubicBezTo>
                    <a:pt x="1650" y="2566"/>
                    <a:pt x="2679" y="2833"/>
                    <a:pt x="3721" y="2833"/>
                  </a:cubicBezTo>
                  <a:cubicBezTo>
                    <a:pt x="4603" y="2833"/>
                    <a:pt x="5492" y="2642"/>
                    <a:pt x="5776" y="1936"/>
                  </a:cubicBezTo>
                  <a:cubicBezTo>
                    <a:pt x="6262" y="754"/>
                    <a:pt x="5178" y="50"/>
                    <a:pt x="4281" y="50"/>
                  </a:cubicBezTo>
                  <a:cubicBezTo>
                    <a:pt x="4018" y="50"/>
                    <a:pt x="3770" y="111"/>
                    <a:pt x="3583" y="238"/>
                  </a:cubicBezTo>
                  <a:cubicBezTo>
                    <a:pt x="3375" y="81"/>
                    <a:pt x="3125" y="1"/>
                    <a:pt x="2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6282962" y="966429"/>
              <a:ext cx="44531" cy="25396"/>
            </a:xfrm>
            <a:custGeom>
              <a:avLst/>
              <a:gdLst/>
              <a:ahLst/>
              <a:cxnLst/>
              <a:rect l="l" t="t" r="r" b="b"/>
              <a:pathLst>
                <a:path w="377" h="215" extrusionOk="0">
                  <a:moveTo>
                    <a:pt x="149" y="1"/>
                  </a:moveTo>
                  <a:cubicBezTo>
                    <a:pt x="114" y="1"/>
                    <a:pt x="79" y="10"/>
                    <a:pt x="46" y="28"/>
                  </a:cubicBezTo>
                  <a:cubicBezTo>
                    <a:pt x="12" y="50"/>
                    <a:pt x="1" y="95"/>
                    <a:pt x="23" y="129"/>
                  </a:cubicBezTo>
                  <a:cubicBezTo>
                    <a:pt x="40" y="146"/>
                    <a:pt x="62" y="156"/>
                    <a:pt x="86" y="156"/>
                  </a:cubicBezTo>
                  <a:cubicBezTo>
                    <a:pt x="95" y="156"/>
                    <a:pt x="104" y="155"/>
                    <a:pt x="113" y="152"/>
                  </a:cubicBezTo>
                  <a:lnTo>
                    <a:pt x="181" y="152"/>
                  </a:lnTo>
                  <a:lnTo>
                    <a:pt x="203" y="163"/>
                  </a:lnTo>
                  <a:lnTo>
                    <a:pt x="214" y="174"/>
                  </a:lnTo>
                  <a:cubicBezTo>
                    <a:pt x="232" y="203"/>
                    <a:pt x="257" y="214"/>
                    <a:pt x="280" y="214"/>
                  </a:cubicBezTo>
                  <a:cubicBezTo>
                    <a:pt x="331" y="214"/>
                    <a:pt x="376" y="160"/>
                    <a:pt x="338" y="107"/>
                  </a:cubicBezTo>
                  <a:cubicBezTo>
                    <a:pt x="292" y="38"/>
                    <a:pt x="221" y="1"/>
                    <a:pt x="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6171456" y="969973"/>
              <a:ext cx="77132" cy="98042"/>
            </a:xfrm>
            <a:custGeom>
              <a:avLst/>
              <a:gdLst/>
              <a:ahLst/>
              <a:cxnLst/>
              <a:rect l="l" t="t" r="r" b="b"/>
              <a:pathLst>
                <a:path w="653" h="830" extrusionOk="0">
                  <a:moveTo>
                    <a:pt x="488" y="1"/>
                  </a:moveTo>
                  <a:cubicBezTo>
                    <a:pt x="370" y="1"/>
                    <a:pt x="241" y="98"/>
                    <a:pt x="180" y="189"/>
                  </a:cubicBezTo>
                  <a:cubicBezTo>
                    <a:pt x="57" y="358"/>
                    <a:pt x="0" y="560"/>
                    <a:pt x="0" y="762"/>
                  </a:cubicBezTo>
                  <a:cubicBezTo>
                    <a:pt x="0" y="796"/>
                    <a:pt x="34" y="830"/>
                    <a:pt x="79" y="830"/>
                  </a:cubicBezTo>
                  <a:cubicBezTo>
                    <a:pt x="113" y="830"/>
                    <a:pt x="146" y="796"/>
                    <a:pt x="146" y="762"/>
                  </a:cubicBezTo>
                  <a:cubicBezTo>
                    <a:pt x="146" y="605"/>
                    <a:pt x="180" y="448"/>
                    <a:pt x="259" y="313"/>
                  </a:cubicBezTo>
                  <a:cubicBezTo>
                    <a:pt x="293" y="257"/>
                    <a:pt x="338" y="212"/>
                    <a:pt x="394" y="178"/>
                  </a:cubicBezTo>
                  <a:cubicBezTo>
                    <a:pt x="428" y="155"/>
                    <a:pt x="450" y="144"/>
                    <a:pt x="484" y="144"/>
                  </a:cubicBezTo>
                  <a:lnTo>
                    <a:pt x="529" y="144"/>
                  </a:lnTo>
                  <a:cubicBezTo>
                    <a:pt x="536" y="166"/>
                    <a:pt x="557" y="178"/>
                    <a:pt x="581" y="178"/>
                  </a:cubicBezTo>
                  <a:cubicBezTo>
                    <a:pt x="593" y="178"/>
                    <a:pt x="607" y="175"/>
                    <a:pt x="619" y="167"/>
                  </a:cubicBezTo>
                  <a:cubicBezTo>
                    <a:pt x="652" y="144"/>
                    <a:pt x="652" y="110"/>
                    <a:pt x="641" y="77"/>
                  </a:cubicBezTo>
                  <a:cubicBezTo>
                    <a:pt x="598" y="22"/>
                    <a:pt x="544" y="1"/>
                    <a:pt x="4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6508809" y="1003047"/>
              <a:ext cx="74416" cy="136904"/>
            </a:xfrm>
            <a:custGeom>
              <a:avLst/>
              <a:gdLst/>
              <a:ahLst/>
              <a:cxnLst/>
              <a:rect l="l" t="t" r="r" b="b"/>
              <a:pathLst>
                <a:path w="630" h="1159" extrusionOk="0">
                  <a:moveTo>
                    <a:pt x="100" y="1"/>
                  </a:moveTo>
                  <a:cubicBezTo>
                    <a:pt x="39" y="1"/>
                    <a:pt x="1" y="94"/>
                    <a:pt x="67" y="123"/>
                  </a:cubicBezTo>
                  <a:cubicBezTo>
                    <a:pt x="416" y="291"/>
                    <a:pt x="562" y="707"/>
                    <a:pt x="393" y="1056"/>
                  </a:cubicBezTo>
                  <a:cubicBezTo>
                    <a:pt x="370" y="1110"/>
                    <a:pt x="416" y="1158"/>
                    <a:pt x="461" y="1158"/>
                  </a:cubicBezTo>
                  <a:cubicBezTo>
                    <a:pt x="482" y="1158"/>
                    <a:pt x="503" y="1148"/>
                    <a:pt x="517" y="1123"/>
                  </a:cubicBezTo>
                  <a:cubicBezTo>
                    <a:pt x="618" y="921"/>
                    <a:pt x="629" y="674"/>
                    <a:pt x="551" y="460"/>
                  </a:cubicBezTo>
                  <a:cubicBezTo>
                    <a:pt x="472" y="258"/>
                    <a:pt x="326" y="100"/>
                    <a:pt x="135" y="10"/>
                  </a:cubicBezTo>
                  <a:cubicBezTo>
                    <a:pt x="123" y="4"/>
                    <a:pt x="111" y="1"/>
                    <a:pt x="1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997582" y="1091992"/>
              <a:ext cx="63785" cy="54454"/>
            </a:xfrm>
            <a:custGeom>
              <a:avLst/>
              <a:gdLst/>
              <a:ahLst/>
              <a:cxnLst/>
              <a:rect l="l" t="t" r="r" b="b"/>
              <a:pathLst>
                <a:path w="540" h="461" extrusionOk="0">
                  <a:moveTo>
                    <a:pt x="395" y="1"/>
                  </a:moveTo>
                  <a:cubicBezTo>
                    <a:pt x="183" y="1"/>
                    <a:pt x="1" y="175"/>
                    <a:pt x="11" y="393"/>
                  </a:cubicBezTo>
                  <a:cubicBezTo>
                    <a:pt x="11" y="438"/>
                    <a:pt x="45" y="460"/>
                    <a:pt x="78" y="460"/>
                  </a:cubicBezTo>
                  <a:cubicBezTo>
                    <a:pt x="112" y="460"/>
                    <a:pt x="146" y="438"/>
                    <a:pt x="146" y="393"/>
                  </a:cubicBezTo>
                  <a:cubicBezTo>
                    <a:pt x="146" y="382"/>
                    <a:pt x="146" y="370"/>
                    <a:pt x="146" y="359"/>
                  </a:cubicBezTo>
                  <a:lnTo>
                    <a:pt x="146" y="337"/>
                  </a:lnTo>
                  <a:lnTo>
                    <a:pt x="157" y="303"/>
                  </a:lnTo>
                  <a:cubicBezTo>
                    <a:pt x="157" y="303"/>
                    <a:pt x="157" y="303"/>
                    <a:pt x="157" y="292"/>
                  </a:cubicBezTo>
                  <a:cubicBezTo>
                    <a:pt x="157" y="280"/>
                    <a:pt x="168" y="280"/>
                    <a:pt x="168" y="269"/>
                  </a:cubicBezTo>
                  <a:lnTo>
                    <a:pt x="179" y="258"/>
                  </a:lnTo>
                  <a:lnTo>
                    <a:pt x="179" y="247"/>
                  </a:lnTo>
                  <a:cubicBezTo>
                    <a:pt x="191" y="224"/>
                    <a:pt x="213" y="213"/>
                    <a:pt x="224" y="202"/>
                  </a:cubicBezTo>
                  <a:lnTo>
                    <a:pt x="236" y="190"/>
                  </a:lnTo>
                  <a:lnTo>
                    <a:pt x="269" y="168"/>
                  </a:lnTo>
                  <a:lnTo>
                    <a:pt x="292" y="168"/>
                  </a:lnTo>
                  <a:cubicBezTo>
                    <a:pt x="303" y="168"/>
                    <a:pt x="314" y="157"/>
                    <a:pt x="326" y="157"/>
                  </a:cubicBezTo>
                  <a:lnTo>
                    <a:pt x="427" y="157"/>
                  </a:lnTo>
                  <a:cubicBezTo>
                    <a:pt x="433" y="159"/>
                    <a:pt x="439" y="160"/>
                    <a:pt x="445" y="160"/>
                  </a:cubicBezTo>
                  <a:cubicBezTo>
                    <a:pt x="475" y="160"/>
                    <a:pt x="507" y="139"/>
                    <a:pt x="517" y="112"/>
                  </a:cubicBezTo>
                  <a:cubicBezTo>
                    <a:pt x="539" y="78"/>
                    <a:pt x="517" y="22"/>
                    <a:pt x="483" y="11"/>
                  </a:cubicBezTo>
                  <a:cubicBezTo>
                    <a:pt x="454" y="4"/>
                    <a:pt x="424" y="1"/>
                    <a:pt x="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6381238" y="947648"/>
              <a:ext cx="91779" cy="39571"/>
            </a:xfrm>
            <a:custGeom>
              <a:avLst/>
              <a:gdLst/>
              <a:ahLst/>
              <a:cxnLst/>
              <a:rect l="l" t="t" r="r" b="b"/>
              <a:pathLst>
                <a:path w="777" h="335" extrusionOk="0">
                  <a:moveTo>
                    <a:pt x="422" y="0"/>
                  </a:moveTo>
                  <a:cubicBezTo>
                    <a:pt x="267" y="0"/>
                    <a:pt x="111" y="81"/>
                    <a:pt x="23" y="232"/>
                  </a:cubicBezTo>
                  <a:cubicBezTo>
                    <a:pt x="0" y="286"/>
                    <a:pt x="45" y="334"/>
                    <a:pt x="91" y="334"/>
                  </a:cubicBezTo>
                  <a:cubicBezTo>
                    <a:pt x="112" y="334"/>
                    <a:pt x="133" y="324"/>
                    <a:pt x="147" y="299"/>
                  </a:cubicBezTo>
                  <a:cubicBezTo>
                    <a:pt x="203" y="194"/>
                    <a:pt x="310" y="136"/>
                    <a:pt x="418" y="136"/>
                  </a:cubicBezTo>
                  <a:cubicBezTo>
                    <a:pt x="505" y="136"/>
                    <a:pt x="592" y="174"/>
                    <a:pt x="653" y="254"/>
                  </a:cubicBezTo>
                  <a:cubicBezTo>
                    <a:pt x="670" y="266"/>
                    <a:pt x="689" y="271"/>
                    <a:pt x="707" y="271"/>
                  </a:cubicBezTo>
                  <a:cubicBezTo>
                    <a:pt x="726" y="271"/>
                    <a:pt x="743" y="266"/>
                    <a:pt x="754" y="254"/>
                  </a:cubicBezTo>
                  <a:cubicBezTo>
                    <a:pt x="776" y="221"/>
                    <a:pt x="776" y="176"/>
                    <a:pt x="754" y="153"/>
                  </a:cubicBezTo>
                  <a:cubicBezTo>
                    <a:pt x="665" y="50"/>
                    <a:pt x="544" y="0"/>
                    <a:pt x="4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/>
          <p:nvPr/>
        </p:nvSpPr>
        <p:spPr>
          <a:xfrm>
            <a:off x="-2575" y="-6425"/>
            <a:ext cx="9146700" cy="5149800"/>
          </a:xfrm>
          <a:prstGeom prst="rect">
            <a:avLst/>
          </a:prstGeom>
          <a:gradFill>
            <a:gsLst>
              <a:gs pos="0">
                <a:srgbClr val="CCEBEF"/>
              </a:gs>
              <a:gs pos="100000">
                <a:srgbClr val="6FBFCA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4"/>
          <p:cNvSpPr txBox="1">
            <a:spLocks noGrp="1"/>
          </p:cNvSpPr>
          <p:nvPr>
            <p:ph type="body" idx="1"/>
          </p:nvPr>
        </p:nvSpPr>
        <p:spPr>
          <a:xfrm>
            <a:off x="720000" y="1017725"/>
            <a:ext cx="7704000" cy="359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Syne"/>
              <a:buAutoNum type="arabicPeriod"/>
              <a:defRPr sz="1200">
                <a:solidFill>
                  <a:srgbClr val="434343"/>
                </a:solidFill>
                <a:latin typeface="Syne"/>
                <a:ea typeface="Syne"/>
                <a:cs typeface="Syne"/>
                <a:sym typeface="Syne"/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339510" y="1381736"/>
            <a:ext cx="109663" cy="114482"/>
          </a:xfrm>
          <a:custGeom>
            <a:avLst/>
            <a:gdLst/>
            <a:ahLst/>
            <a:cxnLst/>
            <a:rect l="l" t="t" r="r" b="b"/>
            <a:pathLst>
              <a:path w="1024" h="1069" extrusionOk="0">
                <a:moveTo>
                  <a:pt x="630" y="1"/>
                </a:moveTo>
                <a:lnTo>
                  <a:pt x="371" y="270"/>
                </a:lnTo>
                <a:lnTo>
                  <a:pt x="0" y="203"/>
                </a:lnTo>
                <a:lnTo>
                  <a:pt x="180" y="540"/>
                </a:lnTo>
                <a:lnTo>
                  <a:pt x="0" y="866"/>
                </a:lnTo>
                <a:lnTo>
                  <a:pt x="0" y="866"/>
                </a:lnTo>
                <a:lnTo>
                  <a:pt x="371" y="810"/>
                </a:lnTo>
                <a:lnTo>
                  <a:pt x="630" y="1069"/>
                </a:lnTo>
                <a:lnTo>
                  <a:pt x="686" y="698"/>
                </a:lnTo>
                <a:lnTo>
                  <a:pt x="1023" y="540"/>
                </a:lnTo>
                <a:lnTo>
                  <a:pt x="686" y="372"/>
                </a:lnTo>
                <a:lnTo>
                  <a:pt x="63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279842" y="4675984"/>
            <a:ext cx="50655" cy="54296"/>
          </a:xfrm>
          <a:custGeom>
            <a:avLst/>
            <a:gdLst/>
            <a:ahLst/>
            <a:cxnLst/>
            <a:rect l="l" t="t" r="r" b="b"/>
            <a:pathLst>
              <a:path w="473" h="507" extrusionOk="0">
                <a:moveTo>
                  <a:pt x="292" y="0"/>
                </a:moveTo>
                <a:lnTo>
                  <a:pt x="169" y="135"/>
                </a:lnTo>
                <a:lnTo>
                  <a:pt x="0" y="101"/>
                </a:lnTo>
                <a:lnTo>
                  <a:pt x="79" y="259"/>
                </a:lnTo>
                <a:lnTo>
                  <a:pt x="0" y="416"/>
                </a:lnTo>
                <a:lnTo>
                  <a:pt x="169" y="382"/>
                </a:lnTo>
                <a:lnTo>
                  <a:pt x="292" y="506"/>
                </a:lnTo>
                <a:lnTo>
                  <a:pt x="315" y="337"/>
                </a:lnTo>
                <a:lnTo>
                  <a:pt x="472" y="259"/>
                </a:lnTo>
                <a:lnTo>
                  <a:pt x="315" y="180"/>
                </a:lnTo>
                <a:lnTo>
                  <a:pt x="29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583296" y="3574953"/>
            <a:ext cx="113197" cy="108485"/>
          </a:xfrm>
          <a:custGeom>
            <a:avLst/>
            <a:gdLst/>
            <a:ahLst/>
            <a:cxnLst/>
            <a:rect l="l" t="t" r="r" b="b"/>
            <a:pathLst>
              <a:path w="1057" h="1013" extrusionOk="0">
                <a:moveTo>
                  <a:pt x="203" y="1"/>
                </a:moveTo>
                <a:lnTo>
                  <a:pt x="259" y="372"/>
                </a:lnTo>
                <a:lnTo>
                  <a:pt x="0" y="630"/>
                </a:lnTo>
                <a:lnTo>
                  <a:pt x="360" y="687"/>
                </a:lnTo>
                <a:lnTo>
                  <a:pt x="529" y="1013"/>
                </a:lnTo>
                <a:lnTo>
                  <a:pt x="697" y="687"/>
                </a:lnTo>
                <a:lnTo>
                  <a:pt x="1057" y="630"/>
                </a:lnTo>
                <a:lnTo>
                  <a:pt x="798" y="372"/>
                </a:lnTo>
                <a:lnTo>
                  <a:pt x="855" y="1"/>
                </a:lnTo>
                <a:lnTo>
                  <a:pt x="529" y="181"/>
                </a:lnTo>
                <a:lnTo>
                  <a:pt x="20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6740352" y="201682"/>
            <a:ext cx="66397" cy="69931"/>
          </a:xfrm>
          <a:custGeom>
            <a:avLst/>
            <a:gdLst/>
            <a:ahLst/>
            <a:cxnLst/>
            <a:rect l="l" t="t" r="r" b="b"/>
            <a:pathLst>
              <a:path w="620" h="653" extrusionOk="0">
                <a:moveTo>
                  <a:pt x="226" y="0"/>
                </a:moveTo>
                <a:lnTo>
                  <a:pt x="203" y="225"/>
                </a:lnTo>
                <a:lnTo>
                  <a:pt x="1" y="337"/>
                </a:lnTo>
                <a:lnTo>
                  <a:pt x="203" y="427"/>
                </a:lnTo>
                <a:lnTo>
                  <a:pt x="248" y="652"/>
                </a:lnTo>
                <a:lnTo>
                  <a:pt x="394" y="483"/>
                </a:lnTo>
                <a:lnTo>
                  <a:pt x="619" y="517"/>
                </a:lnTo>
                <a:lnTo>
                  <a:pt x="619" y="517"/>
                </a:lnTo>
                <a:lnTo>
                  <a:pt x="507" y="326"/>
                </a:lnTo>
                <a:lnTo>
                  <a:pt x="608" y="112"/>
                </a:lnTo>
                <a:lnTo>
                  <a:pt x="608" y="112"/>
                </a:lnTo>
                <a:lnTo>
                  <a:pt x="383" y="157"/>
                </a:lnTo>
                <a:lnTo>
                  <a:pt x="22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8809868" y="2770294"/>
            <a:ext cx="80748" cy="85567"/>
          </a:xfrm>
          <a:custGeom>
            <a:avLst/>
            <a:gdLst/>
            <a:ahLst/>
            <a:cxnLst/>
            <a:rect l="l" t="t" r="r" b="b"/>
            <a:pathLst>
              <a:path w="754" h="799" extrusionOk="0">
                <a:moveTo>
                  <a:pt x="282" y="0"/>
                </a:moveTo>
                <a:lnTo>
                  <a:pt x="248" y="281"/>
                </a:lnTo>
                <a:lnTo>
                  <a:pt x="1" y="405"/>
                </a:lnTo>
                <a:lnTo>
                  <a:pt x="248" y="517"/>
                </a:lnTo>
                <a:lnTo>
                  <a:pt x="293" y="798"/>
                </a:lnTo>
                <a:lnTo>
                  <a:pt x="484" y="596"/>
                </a:lnTo>
                <a:lnTo>
                  <a:pt x="754" y="641"/>
                </a:lnTo>
                <a:lnTo>
                  <a:pt x="619" y="394"/>
                </a:lnTo>
                <a:lnTo>
                  <a:pt x="743" y="146"/>
                </a:lnTo>
                <a:lnTo>
                  <a:pt x="473" y="203"/>
                </a:lnTo>
                <a:lnTo>
                  <a:pt x="28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8401756" y="1784903"/>
            <a:ext cx="54296" cy="55474"/>
          </a:xfrm>
          <a:custGeom>
            <a:avLst/>
            <a:gdLst/>
            <a:ahLst/>
            <a:cxnLst/>
            <a:rect l="l" t="t" r="r" b="b"/>
            <a:pathLst>
              <a:path w="507" h="518" extrusionOk="0">
                <a:moveTo>
                  <a:pt x="214" y="0"/>
                </a:moveTo>
                <a:lnTo>
                  <a:pt x="169" y="180"/>
                </a:lnTo>
                <a:lnTo>
                  <a:pt x="0" y="237"/>
                </a:lnTo>
                <a:lnTo>
                  <a:pt x="147" y="338"/>
                </a:lnTo>
                <a:lnTo>
                  <a:pt x="147" y="518"/>
                </a:lnTo>
                <a:lnTo>
                  <a:pt x="293" y="405"/>
                </a:lnTo>
                <a:lnTo>
                  <a:pt x="473" y="461"/>
                </a:lnTo>
                <a:lnTo>
                  <a:pt x="473" y="461"/>
                </a:lnTo>
                <a:lnTo>
                  <a:pt x="405" y="293"/>
                </a:lnTo>
                <a:lnTo>
                  <a:pt x="506" y="135"/>
                </a:lnTo>
                <a:lnTo>
                  <a:pt x="506" y="135"/>
                </a:lnTo>
                <a:lnTo>
                  <a:pt x="326" y="147"/>
                </a:lnTo>
                <a:lnTo>
                  <a:pt x="21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6238950" y="4882534"/>
            <a:ext cx="84389" cy="88030"/>
          </a:xfrm>
          <a:custGeom>
            <a:avLst/>
            <a:gdLst/>
            <a:ahLst/>
            <a:cxnLst/>
            <a:rect l="l" t="t" r="r" b="b"/>
            <a:pathLst>
              <a:path w="788" h="822" extrusionOk="0">
                <a:moveTo>
                  <a:pt x="281" y="1"/>
                </a:moveTo>
                <a:lnTo>
                  <a:pt x="247" y="282"/>
                </a:lnTo>
                <a:lnTo>
                  <a:pt x="0" y="428"/>
                </a:lnTo>
                <a:lnTo>
                  <a:pt x="259" y="540"/>
                </a:lnTo>
                <a:lnTo>
                  <a:pt x="304" y="821"/>
                </a:lnTo>
                <a:lnTo>
                  <a:pt x="506" y="608"/>
                </a:lnTo>
                <a:lnTo>
                  <a:pt x="787" y="653"/>
                </a:lnTo>
                <a:lnTo>
                  <a:pt x="641" y="405"/>
                </a:lnTo>
                <a:lnTo>
                  <a:pt x="765" y="147"/>
                </a:lnTo>
                <a:lnTo>
                  <a:pt x="483" y="203"/>
                </a:lnTo>
                <a:lnTo>
                  <a:pt x="2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8296420" y="4541038"/>
            <a:ext cx="132473" cy="134937"/>
          </a:xfrm>
          <a:custGeom>
            <a:avLst/>
            <a:gdLst/>
            <a:ahLst/>
            <a:cxnLst/>
            <a:rect l="l" t="t" r="r" b="b"/>
            <a:pathLst>
              <a:path w="1237" h="1260" extrusionOk="0">
                <a:moveTo>
                  <a:pt x="540" y="0"/>
                </a:moveTo>
                <a:lnTo>
                  <a:pt x="416" y="428"/>
                </a:lnTo>
                <a:lnTo>
                  <a:pt x="0" y="574"/>
                </a:lnTo>
                <a:lnTo>
                  <a:pt x="371" y="810"/>
                </a:lnTo>
                <a:lnTo>
                  <a:pt x="371" y="1260"/>
                </a:lnTo>
                <a:lnTo>
                  <a:pt x="720" y="978"/>
                </a:lnTo>
                <a:lnTo>
                  <a:pt x="1147" y="1113"/>
                </a:lnTo>
                <a:lnTo>
                  <a:pt x="1147" y="1113"/>
                </a:lnTo>
                <a:lnTo>
                  <a:pt x="990" y="697"/>
                </a:lnTo>
                <a:lnTo>
                  <a:pt x="1237" y="338"/>
                </a:lnTo>
                <a:lnTo>
                  <a:pt x="1237" y="338"/>
                </a:lnTo>
                <a:lnTo>
                  <a:pt x="799" y="360"/>
                </a:lnTo>
                <a:lnTo>
                  <a:pt x="54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2104184" y="4883766"/>
            <a:ext cx="88030" cy="85567"/>
          </a:xfrm>
          <a:custGeom>
            <a:avLst/>
            <a:gdLst/>
            <a:ahLst/>
            <a:cxnLst/>
            <a:rect l="l" t="t" r="r" b="b"/>
            <a:pathLst>
              <a:path w="822" h="799" extrusionOk="0">
                <a:moveTo>
                  <a:pt x="383" y="1"/>
                </a:moveTo>
                <a:lnTo>
                  <a:pt x="282" y="270"/>
                </a:lnTo>
                <a:lnTo>
                  <a:pt x="1" y="327"/>
                </a:lnTo>
                <a:lnTo>
                  <a:pt x="226" y="518"/>
                </a:lnTo>
                <a:lnTo>
                  <a:pt x="192" y="799"/>
                </a:lnTo>
                <a:lnTo>
                  <a:pt x="439" y="641"/>
                </a:lnTo>
                <a:lnTo>
                  <a:pt x="698" y="754"/>
                </a:lnTo>
                <a:lnTo>
                  <a:pt x="698" y="754"/>
                </a:lnTo>
                <a:lnTo>
                  <a:pt x="631" y="484"/>
                </a:lnTo>
                <a:lnTo>
                  <a:pt x="822" y="259"/>
                </a:lnTo>
                <a:lnTo>
                  <a:pt x="529" y="248"/>
                </a:lnTo>
                <a:lnTo>
                  <a:pt x="38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270850" y="2604632"/>
            <a:ext cx="68646" cy="71109"/>
          </a:xfrm>
          <a:custGeom>
            <a:avLst/>
            <a:gdLst/>
            <a:ahLst/>
            <a:cxnLst/>
            <a:rect l="l" t="t" r="r" b="b"/>
            <a:pathLst>
              <a:path w="641" h="664" extrusionOk="0">
                <a:moveTo>
                  <a:pt x="225" y="1"/>
                </a:moveTo>
                <a:lnTo>
                  <a:pt x="202" y="225"/>
                </a:lnTo>
                <a:lnTo>
                  <a:pt x="0" y="338"/>
                </a:lnTo>
                <a:lnTo>
                  <a:pt x="214" y="439"/>
                </a:lnTo>
                <a:lnTo>
                  <a:pt x="259" y="664"/>
                </a:lnTo>
                <a:lnTo>
                  <a:pt x="416" y="484"/>
                </a:lnTo>
                <a:lnTo>
                  <a:pt x="641" y="518"/>
                </a:lnTo>
                <a:lnTo>
                  <a:pt x="529" y="315"/>
                </a:lnTo>
                <a:lnTo>
                  <a:pt x="630" y="102"/>
                </a:lnTo>
                <a:lnTo>
                  <a:pt x="394" y="158"/>
                </a:lnTo>
                <a:lnTo>
                  <a:pt x="22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2192226" y="216775"/>
            <a:ext cx="39838" cy="39731"/>
          </a:xfrm>
          <a:custGeom>
            <a:avLst/>
            <a:gdLst/>
            <a:ahLst/>
            <a:cxnLst/>
            <a:rect l="l" t="t" r="r" b="b"/>
            <a:pathLst>
              <a:path w="372" h="371" extrusionOk="0">
                <a:moveTo>
                  <a:pt x="158" y="0"/>
                </a:moveTo>
                <a:lnTo>
                  <a:pt x="124" y="124"/>
                </a:lnTo>
                <a:lnTo>
                  <a:pt x="0" y="169"/>
                </a:lnTo>
                <a:lnTo>
                  <a:pt x="101" y="247"/>
                </a:lnTo>
                <a:lnTo>
                  <a:pt x="101" y="371"/>
                </a:lnTo>
                <a:lnTo>
                  <a:pt x="203" y="292"/>
                </a:lnTo>
                <a:lnTo>
                  <a:pt x="338" y="337"/>
                </a:lnTo>
                <a:lnTo>
                  <a:pt x="293" y="214"/>
                </a:lnTo>
                <a:lnTo>
                  <a:pt x="371" y="112"/>
                </a:lnTo>
                <a:lnTo>
                  <a:pt x="236" y="112"/>
                </a:lnTo>
                <a:lnTo>
                  <a:pt x="158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7" name="Google Shape;107;p4"/>
          <p:cNvGrpSpPr/>
          <p:nvPr/>
        </p:nvGrpSpPr>
        <p:grpSpPr>
          <a:xfrm flipH="1">
            <a:off x="3604341" y="4841610"/>
            <a:ext cx="1523884" cy="689361"/>
            <a:chOff x="5935450" y="921661"/>
            <a:chExt cx="739786" cy="334641"/>
          </a:xfrm>
        </p:grpSpPr>
        <p:sp>
          <p:nvSpPr>
            <p:cNvPr id="108" name="Google Shape;108;p4"/>
            <p:cNvSpPr/>
            <p:nvPr/>
          </p:nvSpPr>
          <p:spPr>
            <a:xfrm>
              <a:off x="5935450" y="921661"/>
              <a:ext cx="739786" cy="334641"/>
            </a:xfrm>
            <a:custGeom>
              <a:avLst/>
              <a:gdLst/>
              <a:ahLst/>
              <a:cxnLst/>
              <a:rect l="l" t="t" r="r" b="b"/>
              <a:pathLst>
                <a:path w="6263" h="2833" extrusionOk="0">
                  <a:moveTo>
                    <a:pt x="2871" y="1"/>
                  </a:moveTo>
                  <a:cubicBezTo>
                    <a:pt x="2673" y="1"/>
                    <a:pt x="2473" y="50"/>
                    <a:pt x="2291" y="148"/>
                  </a:cubicBezTo>
                  <a:cubicBezTo>
                    <a:pt x="1571" y="519"/>
                    <a:pt x="1717" y="1160"/>
                    <a:pt x="1717" y="1160"/>
                  </a:cubicBezTo>
                  <a:cubicBezTo>
                    <a:pt x="1717" y="1160"/>
                    <a:pt x="1364" y="1022"/>
                    <a:pt x="996" y="1022"/>
                  </a:cubicBezTo>
                  <a:cubicBezTo>
                    <a:pt x="675" y="1022"/>
                    <a:pt x="342" y="1127"/>
                    <a:pt x="222" y="1520"/>
                  </a:cubicBezTo>
                  <a:cubicBezTo>
                    <a:pt x="0" y="2243"/>
                    <a:pt x="581" y="2594"/>
                    <a:pt x="1290" y="2594"/>
                  </a:cubicBezTo>
                  <a:cubicBezTo>
                    <a:pt x="1407" y="2594"/>
                    <a:pt x="1528" y="2585"/>
                    <a:pt x="1650" y="2566"/>
                  </a:cubicBezTo>
                  <a:cubicBezTo>
                    <a:pt x="1650" y="2566"/>
                    <a:pt x="2679" y="2833"/>
                    <a:pt x="3721" y="2833"/>
                  </a:cubicBezTo>
                  <a:cubicBezTo>
                    <a:pt x="4603" y="2833"/>
                    <a:pt x="5492" y="2642"/>
                    <a:pt x="5776" y="1936"/>
                  </a:cubicBezTo>
                  <a:cubicBezTo>
                    <a:pt x="6262" y="754"/>
                    <a:pt x="5178" y="50"/>
                    <a:pt x="4281" y="50"/>
                  </a:cubicBezTo>
                  <a:cubicBezTo>
                    <a:pt x="4018" y="50"/>
                    <a:pt x="3770" y="111"/>
                    <a:pt x="3583" y="238"/>
                  </a:cubicBezTo>
                  <a:cubicBezTo>
                    <a:pt x="3375" y="81"/>
                    <a:pt x="3125" y="1"/>
                    <a:pt x="2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4"/>
            <p:cNvSpPr/>
            <p:nvPr/>
          </p:nvSpPr>
          <p:spPr>
            <a:xfrm>
              <a:off x="6282962" y="966429"/>
              <a:ext cx="44531" cy="25396"/>
            </a:xfrm>
            <a:custGeom>
              <a:avLst/>
              <a:gdLst/>
              <a:ahLst/>
              <a:cxnLst/>
              <a:rect l="l" t="t" r="r" b="b"/>
              <a:pathLst>
                <a:path w="377" h="215" extrusionOk="0">
                  <a:moveTo>
                    <a:pt x="149" y="1"/>
                  </a:moveTo>
                  <a:cubicBezTo>
                    <a:pt x="114" y="1"/>
                    <a:pt x="79" y="10"/>
                    <a:pt x="46" y="28"/>
                  </a:cubicBezTo>
                  <a:cubicBezTo>
                    <a:pt x="12" y="50"/>
                    <a:pt x="1" y="95"/>
                    <a:pt x="23" y="129"/>
                  </a:cubicBezTo>
                  <a:cubicBezTo>
                    <a:pt x="40" y="146"/>
                    <a:pt x="62" y="156"/>
                    <a:pt x="86" y="156"/>
                  </a:cubicBezTo>
                  <a:cubicBezTo>
                    <a:pt x="95" y="156"/>
                    <a:pt x="104" y="155"/>
                    <a:pt x="113" y="152"/>
                  </a:cubicBezTo>
                  <a:lnTo>
                    <a:pt x="181" y="152"/>
                  </a:lnTo>
                  <a:lnTo>
                    <a:pt x="203" y="163"/>
                  </a:lnTo>
                  <a:lnTo>
                    <a:pt x="214" y="174"/>
                  </a:lnTo>
                  <a:cubicBezTo>
                    <a:pt x="232" y="203"/>
                    <a:pt x="257" y="214"/>
                    <a:pt x="280" y="214"/>
                  </a:cubicBezTo>
                  <a:cubicBezTo>
                    <a:pt x="331" y="214"/>
                    <a:pt x="376" y="160"/>
                    <a:pt x="338" y="107"/>
                  </a:cubicBezTo>
                  <a:cubicBezTo>
                    <a:pt x="292" y="38"/>
                    <a:pt x="221" y="1"/>
                    <a:pt x="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4"/>
            <p:cNvSpPr/>
            <p:nvPr/>
          </p:nvSpPr>
          <p:spPr>
            <a:xfrm>
              <a:off x="6171456" y="969973"/>
              <a:ext cx="77132" cy="98042"/>
            </a:xfrm>
            <a:custGeom>
              <a:avLst/>
              <a:gdLst/>
              <a:ahLst/>
              <a:cxnLst/>
              <a:rect l="l" t="t" r="r" b="b"/>
              <a:pathLst>
                <a:path w="653" h="830" extrusionOk="0">
                  <a:moveTo>
                    <a:pt x="488" y="1"/>
                  </a:moveTo>
                  <a:cubicBezTo>
                    <a:pt x="370" y="1"/>
                    <a:pt x="241" y="98"/>
                    <a:pt x="180" y="189"/>
                  </a:cubicBezTo>
                  <a:cubicBezTo>
                    <a:pt x="57" y="358"/>
                    <a:pt x="0" y="560"/>
                    <a:pt x="0" y="762"/>
                  </a:cubicBezTo>
                  <a:cubicBezTo>
                    <a:pt x="0" y="796"/>
                    <a:pt x="34" y="830"/>
                    <a:pt x="79" y="830"/>
                  </a:cubicBezTo>
                  <a:cubicBezTo>
                    <a:pt x="113" y="830"/>
                    <a:pt x="146" y="796"/>
                    <a:pt x="146" y="762"/>
                  </a:cubicBezTo>
                  <a:cubicBezTo>
                    <a:pt x="146" y="605"/>
                    <a:pt x="180" y="448"/>
                    <a:pt x="259" y="313"/>
                  </a:cubicBezTo>
                  <a:cubicBezTo>
                    <a:pt x="293" y="257"/>
                    <a:pt x="338" y="212"/>
                    <a:pt x="394" y="178"/>
                  </a:cubicBezTo>
                  <a:cubicBezTo>
                    <a:pt x="428" y="155"/>
                    <a:pt x="450" y="144"/>
                    <a:pt x="484" y="144"/>
                  </a:cubicBezTo>
                  <a:lnTo>
                    <a:pt x="529" y="144"/>
                  </a:lnTo>
                  <a:cubicBezTo>
                    <a:pt x="536" y="166"/>
                    <a:pt x="557" y="178"/>
                    <a:pt x="581" y="178"/>
                  </a:cubicBezTo>
                  <a:cubicBezTo>
                    <a:pt x="593" y="178"/>
                    <a:pt x="607" y="175"/>
                    <a:pt x="619" y="167"/>
                  </a:cubicBezTo>
                  <a:cubicBezTo>
                    <a:pt x="652" y="144"/>
                    <a:pt x="652" y="110"/>
                    <a:pt x="641" y="77"/>
                  </a:cubicBezTo>
                  <a:cubicBezTo>
                    <a:pt x="598" y="22"/>
                    <a:pt x="544" y="1"/>
                    <a:pt x="4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6508809" y="1003047"/>
              <a:ext cx="74416" cy="136904"/>
            </a:xfrm>
            <a:custGeom>
              <a:avLst/>
              <a:gdLst/>
              <a:ahLst/>
              <a:cxnLst/>
              <a:rect l="l" t="t" r="r" b="b"/>
              <a:pathLst>
                <a:path w="630" h="1159" extrusionOk="0">
                  <a:moveTo>
                    <a:pt x="100" y="1"/>
                  </a:moveTo>
                  <a:cubicBezTo>
                    <a:pt x="39" y="1"/>
                    <a:pt x="1" y="94"/>
                    <a:pt x="67" y="123"/>
                  </a:cubicBezTo>
                  <a:cubicBezTo>
                    <a:pt x="416" y="291"/>
                    <a:pt x="562" y="707"/>
                    <a:pt x="393" y="1056"/>
                  </a:cubicBezTo>
                  <a:cubicBezTo>
                    <a:pt x="370" y="1110"/>
                    <a:pt x="416" y="1158"/>
                    <a:pt x="461" y="1158"/>
                  </a:cubicBezTo>
                  <a:cubicBezTo>
                    <a:pt x="482" y="1158"/>
                    <a:pt x="503" y="1148"/>
                    <a:pt x="517" y="1123"/>
                  </a:cubicBezTo>
                  <a:cubicBezTo>
                    <a:pt x="618" y="921"/>
                    <a:pt x="629" y="674"/>
                    <a:pt x="551" y="460"/>
                  </a:cubicBezTo>
                  <a:cubicBezTo>
                    <a:pt x="472" y="258"/>
                    <a:pt x="326" y="100"/>
                    <a:pt x="135" y="10"/>
                  </a:cubicBezTo>
                  <a:cubicBezTo>
                    <a:pt x="123" y="4"/>
                    <a:pt x="111" y="1"/>
                    <a:pt x="1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5997582" y="1091992"/>
              <a:ext cx="63785" cy="54454"/>
            </a:xfrm>
            <a:custGeom>
              <a:avLst/>
              <a:gdLst/>
              <a:ahLst/>
              <a:cxnLst/>
              <a:rect l="l" t="t" r="r" b="b"/>
              <a:pathLst>
                <a:path w="540" h="461" extrusionOk="0">
                  <a:moveTo>
                    <a:pt x="395" y="1"/>
                  </a:moveTo>
                  <a:cubicBezTo>
                    <a:pt x="183" y="1"/>
                    <a:pt x="1" y="175"/>
                    <a:pt x="11" y="393"/>
                  </a:cubicBezTo>
                  <a:cubicBezTo>
                    <a:pt x="11" y="438"/>
                    <a:pt x="45" y="460"/>
                    <a:pt x="78" y="460"/>
                  </a:cubicBezTo>
                  <a:cubicBezTo>
                    <a:pt x="112" y="460"/>
                    <a:pt x="146" y="438"/>
                    <a:pt x="146" y="393"/>
                  </a:cubicBezTo>
                  <a:cubicBezTo>
                    <a:pt x="146" y="382"/>
                    <a:pt x="146" y="370"/>
                    <a:pt x="146" y="359"/>
                  </a:cubicBezTo>
                  <a:lnTo>
                    <a:pt x="146" y="337"/>
                  </a:lnTo>
                  <a:lnTo>
                    <a:pt x="157" y="303"/>
                  </a:lnTo>
                  <a:cubicBezTo>
                    <a:pt x="157" y="303"/>
                    <a:pt x="157" y="303"/>
                    <a:pt x="157" y="292"/>
                  </a:cubicBezTo>
                  <a:cubicBezTo>
                    <a:pt x="157" y="280"/>
                    <a:pt x="168" y="280"/>
                    <a:pt x="168" y="269"/>
                  </a:cubicBezTo>
                  <a:lnTo>
                    <a:pt x="179" y="258"/>
                  </a:lnTo>
                  <a:lnTo>
                    <a:pt x="179" y="247"/>
                  </a:lnTo>
                  <a:cubicBezTo>
                    <a:pt x="191" y="224"/>
                    <a:pt x="213" y="213"/>
                    <a:pt x="224" y="202"/>
                  </a:cubicBezTo>
                  <a:lnTo>
                    <a:pt x="236" y="190"/>
                  </a:lnTo>
                  <a:lnTo>
                    <a:pt x="269" y="168"/>
                  </a:lnTo>
                  <a:lnTo>
                    <a:pt x="292" y="168"/>
                  </a:lnTo>
                  <a:cubicBezTo>
                    <a:pt x="303" y="168"/>
                    <a:pt x="314" y="157"/>
                    <a:pt x="326" y="157"/>
                  </a:cubicBezTo>
                  <a:lnTo>
                    <a:pt x="427" y="157"/>
                  </a:lnTo>
                  <a:cubicBezTo>
                    <a:pt x="433" y="159"/>
                    <a:pt x="439" y="160"/>
                    <a:pt x="445" y="160"/>
                  </a:cubicBezTo>
                  <a:cubicBezTo>
                    <a:pt x="475" y="160"/>
                    <a:pt x="507" y="139"/>
                    <a:pt x="517" y="112"/>
                  </a:cubicBezTo>
                  <a:cubicBezTo>
                    <a:pt x="539" y="78"/>
                    <a:pt x="517" y="22"/>
                    <a:pt x="483" y="11"/>
                  </a:cubicBezTo>
                  <a:cubicBezTo>
                    <a:pt x="454" y="4"/>
                    <a:pt x="424" y="1"/>
                    <a:pt x="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6381238" y="947648"/>
              <a:ext cx="91779" cy="39571"/>
            </a:xfrm>
            <a:custGeom>
              <a:avLst/>
              <a:gdLst/>
              <a:ahLst/>
              <a:cxnLst/>
              <a:rect l="l" t="t" r="r" b="b"/>
              <a:pathLst>
                <a:path w="777" h="335" extrusionOk="0">
                  <a:moveTo>
                    <a:pt x="422" y="0"/>
                  </a:moveTo>
                  <a:cubicBezTo>
                    <a:pt x="267" y="0"/>
                    <a:pt x="111" y="81"/>
                    <a:pt x="23" y="232"/>
                  </a:cubicBezTo>
                  <a:cubicBezTo>
                    <a:pt x="0" y="286"/>
                    <a:pt x="45" y="334"/>
                    <a:pt x="91" y="334"/>
                  </a:cubicBezTo>
                  <a:cubicBezTo>
                    <a:pt x="112" y="334"/>
                    <a:pt x="133" y="324"/>
                    <a:pt x="147" y="299"/>
                  </a:cubicBezTo>
                  <a:cubicBezTo>
                    <a:pt x="203" y="194"/>
                    <a:pt x="310" y="136"/>
                    <a:pt x="418" y="136"/>
                  </a:cubicBezTo>
                  <a:cubicBezTo>
                    <a:pt x="505" y="136"/>
                    <a:pt x="592" y="174"/>
                    <a:pt x="653" y="254"/>
                  </a:cubicBezTo>
                  <a:cubicBezTo>
                    <a:pt x="670" y="266"/>
                    <a:pt x="689" y="271"/>
                    <a:pt x="707" y="271"/>
                  </a:cubicBezTo>
                  <a:cubicBezTo>
                    <a:pt x="726" y="271"/>
                    <a:pt x="743" y="266"/>
                    <a:pt x="754" y="254"/>
                  </a:cubicBezTo>
                  <a:cubicBezTo>
                    <a:pt x="776" y="221"/>
                    <a:pt x="776" y="176"/>
                    <a:pt x="754" y="153"/>
                  </a:cubicBezTo>
                  <a:cubicBezTo>
                    <a:pt x="665" y="50"/>
                    <a:pt x="544" y="0"/>
                    <a:pt x="4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" name="Google Shape;114;p4"/>
          <p:cNvGrpSpPr/>
          <p:nvPr/>
        </p:nvGrpSpPr>
        <p:grpSpPr>
          <a:xfrm>
            <a:off x="-966325" y="-402483"/>
            <a:ext cx="1662816" cy="752173"/>
            <a:chOff x="5935450" y="921661"/>
            <a:chExt cx="739786" cy="334641"/>
          </a:xfrm>
        </p:grpSpPr>
        <p:sp>
          <p:nvSpPr>
            <p:cNvPr id="115" name="Google Shape;115;p4"/>
            <p:cNvSpPr/>
            <p:nvPr/>
          </p:nvSpPr>
          <p:spPr>
            <a:xfrm>
              <a:off x="5935450" y="921661"/>
              <a:ext cx="739786" cy="334641"/>
            </a:xfrm>
            <a:custGeom>
              <a:avLst/>
              <a:gdLst/>
              <a:ahLst/>
              <a:cxnLst/>
              <a:rect l="l" t="t" r="r" b="b"/>
              <a:pathLst>
                <a:path w="6263" h="2833" extrusionOk="0">
                  <a:moveTo>
                    <a:pt x="2871" y="1"/>
                  </a:moveTo>
                  <a:cubicBezTo>
                    <a:pt x="2673" y="1"/>
                    <a:pt x="2473" y="50"/>
                    <a:pt x="2291" y="148"/>
                  </a:cubicBezTo>
                  <a:cubicBezTo>
                    <a:pt x="1571" y="519"/>
                    <a:pt x="1717" y="1160"/>
                    <a:pt x="1717" y="1160"/>
                  </a:cubicBezTo>
                  <a:cubicBezTo>
                    <a:pt x="1717" y="1160"/>
                    <a:pt x="1364" y="1022"/>
                    <a:pt x="996" y="1022"/>
                  </a:cubicBezTo>
                  <a:cubicBezTo>
                    <a:pt x="675" y="1022"/>
                    <a:pt x="342" y="1127"/>
                    <a:pt x="222" y="1520"/>
                  </a:cubicBezTo>
                  <a:cubicBezTo>
                    <a:pt x="0" y="2243"/>
                    <a:pt x="581" y="2594"/>
                    <a:pt x="1290" y="2594"/>
                  </a:cubicBezTo>
                  <a:cubicBezTo>
                    <a:pt x="1407" y="2594"/>
                    <a:pt x="1528" y="2585"/>
                    <a:pt x="1650" y="2566"/>
                  </a:cubicBezTo>
                  <a:cubicBezTo>
                    <a:pt x="1650" y="2566"/>
                    <a:pt x="2679" y="2833"/>
                    <a:pt x="3721" y="2833"/>
                  </a:cubicBezTo>
                  <a:cubicBezTo>
                    <a:pt x="4603" y="2833"/>
                    <a:pt x="5492" y="2642"/>
                    <a:pt x="5776" y="1936"/>
                  </a:cubicBezTo>
                  <a:cubicBezTo>
                    <a:pt x="6262" y="754"/>
                    <a:pt x="5178" y="50"/>
                    <a:pt x="4281" y="50"/>
                  </a:cubicBezTo>
                  <a:cubicBezTo>
                    <a:pt x="4018" y="50"/>
                    <a:pt x="3770" y="111"/>
                    <a:pt x="3583" y="238"/>
                  </a:cubicBezTo>
                  <a:cubicBezTo>
                    <a:pt x="3375" y="81"/>
                    <a:pt x="3125" y="1"/>
                    <a:pt x="28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6282962" y="966429"/>
              <a:ext cx="44531" cy="25396"/>
            </a:xfrm>
            <a:custGeom>
              <a:avLst/>
              <a:gdLst/>
              <a:ahLst/>
              <a:cxnLst/>
              <a:rect l="l" t="t" r="r" b="b"/>
              <a:pathLst>
                <a:path w="377" h="215" extrusionOk="0">
                  <a:moveTo>
                    <a:pt x="149" y="1"/>
                  </a:moveTo>
                  <a:cubicBezTo>
                    <a:pt x="114" y="1"/>
                    <a:pt x="79" y="10"/>
                    <a:pt x="46" y="28"/>
                  </a:cubicBezTo>
                  <a:cubicBezTo>
                    <a:pt x="12" y="50"/>
                    <a:pt x="1" y="95"/>
                    <a:pt x="23" y="129"/>
                  </a:cubicBezTo>
                  <a:cubicBezTo>
                    <a:pt x="40" y="146"/>
                    <a:pt x="62" y="156"/>
                    <a:pt x="86" y="156"/>
                  </a:cubicBezTo>
                  <a:cubicBezTo>
                    <a:pt x="95" y="156"/>
                    <a:pt x="104" y="155"/>
                    <a:pt x="113" y="152"/>
                  </a:cubicBezTo>
                  <a:lnTo>
                    <a:pt x="181" y="152"/>
                  </a:lnTo>
                  <a:lnTo>
                    <a:pt x="203" y="163"/>
                  </a:lnTo>
                  <a:lnTo>
                    <a:pt x="214" y="174"/>
                  </a:lnTo>
                  <a:cubicBezTo>
                    <a:pt x="232" y="203"/>
                    <a:pt x="257" y="214"/>
                    <a:pt x="280" y="214"/>
                  </a:cubicBezTo>
                  <a:cubicBezTo>
                    <a:pt x="331" y="214"/>
                    <a:pt x="376" y="160"/>
                    <a:pt x="338" y="107"/>
                  </a:cubicBezTo>
                  <a:cubicBezTo>
                    <a:pt x="292" y="38"/>
                    <a:pt x="221" y="1"/>
                    <a:pt x="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6171456" y="969973"/>
              <a:ext cx="77132" cy="98042"/>
            </a:xfrm>
            <a:custGeom>
              <a:avLst/>
              <a:gdLst/>
              <a:ahLst/>
              <a:cxnLst/>
              <a:rect l="l" t="t" r="r" b="b"/>
              <a:pathLst>
                <a:path w="653" h="830" extrusionOk="0">
                  <a:moveTo>
                    <a:pt x="488" y="1"/>
                  </a:moveTo>
                  <a:cubicBezTo>
                    <a:pt x="370" y="1"/>
                    <a:pt x="241" y="98"/>
                    <a:pt x="180" y="189"/>
                  </a:cubicBezTo>
                  <a:cubicBezTo>
                    <a:pt x="57" y="358"/>
                    <a:pt x="0" y="560"/>
                    <a:pt x="0" y="762"/>
                  </a:cubicBezTo>
                  <a:cubicBezTo>
                    <a:pt x="0" y="796"/>
                    <a:pt x="34" y="830"/>
                    <a:pt x="79" y="830"/>
                  </a:cubicBezTo>
                  <a:cubicBezTo>
                    <a:pt x="113" y="830"/>
                    <a:pt x="146" y="796"/>
                    <a:pt x="146" y="762"/>
                  </a:cubicBezTo>
                  <a:cubicBezTo>
                    <a:pt x="146" y="605"/>
                    <a:pt x="180" y="448"/>
                    <a:pt x="259" y="313"/>
                  </a:cubicBezTo>
                  <a:cubicBezTo>
                    <a:pt x="293" y="257"/>
                    <a:pt x="338" y="212"/>
                    <a:pt x="394" y="178"/>
                  </a:cubicBezTo>
                  <a:cubicBezTo>
                    <a:pt x="428" y="155"/>
                    <a:pt x="450" y="144"/>
                    <a:pt x="484" y="144"/>
                  </a:cubicBezTo>
                  <a:lnTo>
                    <a:pt x="529" y="144"/>
                  </a:lnTo>
                  <a:cubicBezTo>
                    <a:pt x="536" y="166"/>
                    <a:pt x="557" y="178"/>
                    <a:pt x="581" y="178"/>
                  </a:cubicBezTo>
                  <a:cubicBezTo>
                    <a:pt x="593" y="178"/>
                    <a:pt x="607" y="175"/>
                    <a:pt x="619" y="167"/>
                  </a:cubicBezTo>
                  <a:cubicBezTo>
                    <a:pt x="652" y="144"/>
                    <a:pt x="652" y="110"/>
                    <a:pt x="641" y="77"/>
                  </a:cubicBezTo>
                  <a:cubicBezTo>
                    <a:pt x="598" y="22"/>
                    <a:pt x="544" y="1"/>
                    <a:pt x="4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6508809" y="1003047"/>
              <a:ext cx="74416" cy="136904"/>
            </a:xfrm>
            <a:custGeom>
              <a:avLst/>
              <a:gdLst/>
              <a:ahLst/>
              <a:cxnLst/>
              <a:rect l="l" t="t" r="r" b="b"/>
              <a:pathLst>
                <a:path w="630" h="1159" extrusionOk="0">
                  <a:moveTo>
                    <a:pt x="100" y="1"/>
                  </a:moveTo>
                  <a:cubicBezTo>
                    <a:pt x="39" y="1"/>
                    <a:pt x="1" y="94"/>
                    <a:pt x="67" y="123"/>
                  </a:cubicBezTo>
                  <a:cubicBezTo>
                    <a:pt x="416" y="291"/>
                    <a:pt x="562" y="707"/>
                    <a:pt x="393" y="1056"/>
                  </a:cubicBezTo>
                  <a:cubicBezTo>
                    <a:pt x="370" y="1110"/>
                    <a:pt x="416" y="1158"/>
                    <a:pt x="461" y="1158"/>
                  </a:cubicBezTo>
                  <a:cubicBezTo>
                    <a:pt x="482" y="1158"/>
                    <a:pt x="503" y="1148"/>
                    <a:pt x="517" y="1123"/>
                  </a:cubicBezTo>
                  <a:cubicBezTo>
                    <a:pt x="618" y="921"/>
                    <a:pt x="629" y="674"/>
                    <a:pt x="551" y="460"/>
                  </a:cubicBezTo>
                  <a:cubicBezTo>
                    <a:pt x="472" y="258"/>
                    <a:pt x="326" y="100"/>
                    <a:pt x="135" y="10"/>
                  </a:cubicBezTo>
                  <a:cubicBezTo>
                    <a:pt x="123" y="4"/>
                    <a:pt x="111" y="1"/>
                    <a:pt x="1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5997582" y="1091992"/>
              <a:ext cx="63785" cy="54454"/>
            </a:xfrm>
            <a:custGeom>
              <a:avLst/>
              <a:gdLst/>
              <a:ahLst/>
              <a:cxnLst/>
              <a:rect l="l" t="t" r="r" b="b"/>
              <a:pathLst>
                <a:path w="540" h="461" extrusionOk="0">
                  <a:moveTo>
                    <a:pt x="395" y="1"/>
                  </a:moveTo>
                  <a:cubicBezTo>
                    <a:pt x="183" y="1"/>
                    <a:pt x="1" y="175"/>
                    <a:pt x="11" y="393"/>
                  </a:cubicBezTo>
                  <a:cubicBezTo>
                    <a:pt x="11" y="438"/>
                    <a:pt x="45" y="460"/>
                    <a:pt x="78" y="460"/>
                  </a:cubicBezTo>
                  <a:cubicBezTo>
                    <a:pt x="112" y="460"/>
                    <a:pt x="146" y="438"/>
                    <a:pt x="146" y="393"/>
                  </a:cubicBezTo>
                  <a:cubicBezTo>
                    <a:pt x="146" y="382"/>
                    <a:pt x="146" y="370"/>
                    <a:pt x="146" y="359"/>
                  </a:cubicBezTo>
                  <a:lnTo>
                    <a:pt x="146" y="337"/>
                  </a:lnTo>
                  <a:lnTo>
                    <a:pt x="157" y="303"/>
                  </a:lnTo>
                  <a:cubicBezTo>
                    <a:pt x="157" y="303"/>
                    <a:pt x="157" y="303"/>
                    <a:pt x="157" y="292"/>
                  </a:cubicBezTo>
                  <a:cubicBezTo>
                    <a:pt x="157" y="280"/>
                    <a:pt x="168" y="280"/>
                    <a:pt x="168" y="269"/>
                  </a:cubicBezTo>
                  <a:lnTo>
                    <a:pt x="179" y="258"/>
                  </a:lnTo>
                  <a:lnTo>
                    <a:pt x="179" y="247"/>
                  </a:lnTo>
                  <a:cubicBezTo>
                    <a:pt x="191" y="224"/>
                    <a:pt x="213" y="213"/>
                    <a:pt x="224" y="202"/>
                  </a:cubicBezTo>
                  <a:lnTo>
                    <a:pt x="236" y="190"/>
                  </a:lnTo>
                  <a:lnTo>
                    <a:pt x="269" y="168"/>
                  </a:lnTo>
                  <a:lnTo>
                    <a:pt x="292" y="168"/>
                  </a:lnTo>
                  <a:cubicBezTo>
                    <a:pt x="303" y="168"/>
                    <a:pt x="314" y="157"/>
                    <a:pt x="326" y="157"/>
                  </a:cubicBezTo>
                  <a:lnTo>
                    <a:pt x="427" y="157"/>
                  </a:lnTo>
                  <a:cubicBezTo>
                    <a:pt x="433" y="159"/>
                    <a:pt x="439" y="160"/>
                    <a:pt x="445" y="160"/>
                  </a:cubicBezTo>
                  <a:cubicBezTo>
                    <a:pt x="475" y="160"/>
                    <a:pt x="507" y="139"/>
                    <a:pt x="517" y="112"/>
                  </a:cubicBezTo>
                  <a:cubicBezTo>
                    <a:pt x="539" y="78"/>
                    <a:pt x="517" y="22"/>
                    <a:pt x="483" y="11"/>
                  </a:cubicBezTo>
                  <a:cubicBezTo>
                    <a:pt x="454" y="4"/>
                    <a:pt x="424" y="1"/>
                    <a:pt x="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6381238" y="947648"/>
              <a:ext cx="91779" cy="39571"/>
            </a:xfrm>
            <a:custGeom>
              <a:avLst/>
              <a:gdLst/>
              <a:ahLst/>
              <a:cxnLst/>
              <a:rect l="l" t="t" r="r" b="b"/>
              <a:pathLst>
                <a:path w="777" h="335" extrusionOk="0">
                  <a:moveTo>
                    <a:pt x="422" y="0"/>
                  </a:moveTo>
                  <a:cubicBezTo>
                    <a:pt x="267" y="0"/>
                    <a:pt x="111" y="81"/>
                    <a:pt x="23" y="232"/>
                  </a:cubicBezTo>
                  <a:cubicBezTo>
                    <a:pt x="0" y="286"/>
                    <a:pt x="45" y="334"/>
                    <a:pt x="91" y="334"/>
                  </a:cubicBezTo>
                  <a:cubicBezTo>
                    <a:pt x="112" y="334"/>
                    <a:pt x="133" y="324"/>
                    <a:pt x="147" y="299"/>
                  </a:cubicBezTo>
                  <a:cubicBezTo>
                    <a:pt x="203" y="194"/>
                    <a:pt x="310" y="136"/>
                    <a:pt x="418" y="136"/>
                  </a:cubicBezTo>
                  <a:cubicBezTo>
                    <a:pt x="505" y="136"/>
                    <a:pt x="592" y="174"/>
                    <a:pt x="653" y="254"/>
                  </a:cubicBezTo>
                  <a:cubicBezTo>
                    <a:pt x="670" y="266"/>
                    <a:pt x="689" y="271"/>
                    <a:pt x="707" y="271"/>
                  </a:cubicBezTo>
                  <a:cubicBezTo>
                    <a:pt x="726" y="271"/>
                    <a:pt x="743" y="266"/>
                    <a:pt x="754" y="254"/>
                  </a:cubicBezTo>
                  <a:cubicBezTo>
                    <a:pt x="776" y="221"/>
                    <a:pt x="776" y="176"/>
                    <a:pt x="754" y="153"/>
                  </a:cubicBezTo>
                  <a:cubicBezTo>
                    <a:pt x="665" y="50"/>
                    <a:pt x="544" y="0"/>
                    <a:pt x="4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" name="Google Shape;121;p4"/>
          <p:cNvGrpSpPr/>
          <p:nvPr/>
        </p:nvGrpSpPr>
        <p:grpSpPr>
          <a:xfrm flipH="1">
            <a:off x="7373458" y="-154925"/>
            <a:ext cx="2533396" cy="1146012"/>
            <a:chOff x="5935450" y="921661"/>
            <a:chExt cx="739786" cy="334641"/>
          </a:xfrm>
        </p:grpSpPr>
        <p:sp>
          <p:nvSpPr>
            <p:cNvPr id="122" name="Google Shape;122;p4"/>
            <p:cNvSpPr/>
            <p:nvPr/>
          </p:nvSpPr>
          <p:spPr>
            <a:xfrm>
              <a:off x="5935450" y="921661"/>
              <a:ext cx="739786" cy="334641"/>
            </a:xfrm>
            <a:custGeom>
              <a:avLst/>
              <a:gdLst/>
              <a:ahLst/>
              <a:cxnLst/>
              <a:rect l="l" t="t" r="r" b="b"/>
              <a:pathLst>
                <a:path w="6263" h="2833" extrusionOk="0">
                  <a:moveTo>
                    <a:pt x="2871" y="1"/>
                  </a:moveTo>
                  <a:cubicBezTo>
                    <a:pt x="2673" y="1"/>
                    <a:pt x="2473" y="50"/>
                    <a:pt x="2291" y="148"/>
                  </a:cubicBezTo>
                  <a:cubicBezTo>
                    <a:pt x="1571" y="519"/>
                    <a:pt x="1717" y="1160"/>
                    <a:pt x="1717" y="1160"/>
                  </a:cubicBezTo>
                  <a:cubicBezTo>
                    <a:pt x="1717" y="1160"/>
                    <a:pt x="1364" y="1022"/>
                    <a:pt x="996" y="1022"/>
                  </a:cubicBezTo>
                  <a:cubicBezTo>
                    <a:pt x="675" y="1022"/>
                    <a:pt x="342" y="1127"/>
                    <a:pt x="222" y="1520"/>
                  </a:cubicBezTo>
                  <a:cubicBezTo>
                    <a:pt x="0" y="2243"/>
                    <a:pt x="581" y="2594"/>
                    <a:pt x="1290" y="2594"/>
                  </a:cubicBezTo>
                  <a:cubicBezTo>
                    <a:pt x="1407" y="2594"/>
                    <a:pt x="1528" y="2585"/>
                    <a:pt x="1650" y="2566"/>
                  </a:cubicBezTo>
                  <a:cubicBezTo>
                    <a:pt x="1650" y="2566"/>
                    <a:pt x="2679" y="2833"/>
                    <a:pt x="3721" y="2833"/>
                  </a:cubicBezTo>
                  <a:cubicBezTo>
                    <a:pt x="4603" y="2833"/>
                    <a:pt x="5492" y="2642"/>
                    <a:pt x="5776" y="1936"/>
                  </a:cubicBezTo>
                  <a:cubicBezTo>
                    <a:pt x="6262" y="754"/>
                    <a:pt x="5178" y="50"/>
                    <a:pt x="4281" y="50"/>
                  </a:cubicBezTo>
                  <a:cubicBezTo>
                    <a:pt x="4018" y="50"/>
                    <a:pt x="3770" y="111"/>
                    <a:pt x="3583" y="238"/>
                  </a:cubicBezTo>
                  <a:cubicBezTo>
                    <a:pt x="3375" y="81"/>
                    <a:pt x="3125" y="1"/>
                    <a:pt x="2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6282962" y="966429"/>
              <a:ext cx="44531" cy="25396"/>
            </a:xfrm>
            <a:custGeom>
              <a:avLst/>
              <a:gdLst/>
              <a:ahLst/>
              <a:cxnLst/>
              <a:rect l="l" t="t" r="r" b="b"/>
              <a:pathLst>
                <a:path w="377" h="215" extrusionOk="0">
                  <a:moveTo>
                    <a:pt x="149" y="1"/>
                  </a:moveTo>
                  <a:cubicBezTo>
                    <a:pt x="114" y="1"/>
                    <a:pt x="79" y="10"/>
                    <a:pt x="46" y="28"/>
                  </a:cubicBezTo>
                  <a:cubicBezTo>
                    <a:pt x="12" y="50"/>
                    <a:pt x="1" y="95"/>
                    <a:pt x="23" y="129"/>
                  </a:cubicBezTo>
                  <a:cubicBezTo>
                    <a:pt x="40" y="146"/>
                    <a:pt x="62" y="156"/>
                    <a:pt x="86" y="156"/>
                  </a:cubicBezTo>
                  <a:cubicBezTo>
                    <a:pt x="95" y="156"/>
                    <a:pt x="104" y="155"/>
                    <a:pt x="113" y="152"/>
                  </a:cubicBezTo>
                  <a:lnTo>
                    <a:pt x="181" y="152"/>
                  </a:lnTo>
                  <a:lnTo>
                    <a:pt x="203" y="163"/>
                  </a:lnTo>
                  <a:lnTo>
                    <a:pt x="214" y="174"/>
                  </a:lnTo>
                  <a:cubicBezTo>
                    <a:pt x="232" y="203"/>
                    <a:pt x="257" y="214"/>
                    <a:pt x="280" y="214"/>
                  </a:cubicBezTo>
                  <a:cubicBezTo>
                    <a:pt x="331" y="214"/>
                    <a:pt x="376" y="160"/>
                    <a:pt x="338" y="107"/>
                  </a:cubicBezTo>
                  <a:cubicBezTo>
                    <a:pt x="292" y="38"/>
                    <a:pt x="221" y="1"/>
                    <a:pt x="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6171456" y="969973"/>
              <a:ext cx="77132" cy="98042"/>
            </a:xfrm>
            <a:custGeom>
              <a:avLst/>
              <a:gdLst/>
              <a:ahLst/>
              <a:cxnLst/>
              <a:rect l="l" t="t" r="r" b="b"/>
              <a:pathLst>
                <a:path w="653" h="830" extrusionOk="0">
                  <a:moveTo>
                    <a:pt x="488" y="1"/>
                  </a:moveTo>
                  <a:cubicBezTo>
                    <a:pt x="370" y="1"/>
                    <a:pt x="241" y="98"/>
                    <a:pt x="180" y="189"/>
                  </a:cubicBezTo>
                  <a:cubicBezTo>
                    <a:pt x="57" y="358"/>
                    <a:pt x="0" y="560"/>
                    <a:pt x="0" y="762"/>
                  </a:cubicBezTo>
                  <a:cubicBezTo>
                    <a:pt x="0" y="796"/>
                    <a:pt x="34" y="830"/>
                    <a:pt x="79" y="830"/>
                  </a:cubicBezTo>
                  <a:cubicBezTo>
                    <a:pt x="113" y="830"/>
                    <a:pt x="146" y="796"/>
                    <a:pt x="146" y="762"/>
                  </a:cubicBezTo>
                  <a:cubicBezTo>
                    <a:pt x="146" y="605"/>
                    <a:pt x="180" y="448"/>
                    <a:pt x="259" y="313"/>
                  </a:cubicBezTo>
                  <a:cubicBezTo>
                    <a:pt x="293" y="257"/>
                    <a:pt x="338" y="212"/>
                    <a:pt x="394" y="178"/>
                  </a:cubicBezTo>
                  <a:cubicBezTo>
                    <a:pt x="428" y="155"/>
                    <a:pt x="450" y="144"/>
                    <a:pt x="484" y="144"/>
                  </a:cubicBezTo>
                  <a:lnTo>
                    <a:pt x="529" y="144"/>
                  </a:lnTo>
                  <a:cubicBezTo>
                    <a:pt x="536" y="166"/>
                    <a:pt x="557" y="178"/>
                    <a:pt x="581" y="178"/>
                  </a:cubicBezTo>
                  <a:cubicBezTo>
                    <a:pt x="593" y="178"/>
                    <a:pt x="607" y="175"/>
                    <a:pt x="619" y="167"/>
                  </a:cubicBezTo>
                  <a:cubicBezTo>
                    <a:pt x="652" y="144"/>
                    <a:pt x="652" y="110"/>
                    <a:pt x="641" y="77"/>
                  </a:cubicBezTo>
                  <a:cubicBezTo>
                    <a:pt x="598" y="22"/>
                    <a:pt x="544" y="1"/>
                    <a:pt x="4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6508809" y="1003047"/>
              <a:ext cx="74416" cy="136904"/>
            </a:xfrm>
            <a:custGeom>
              <a:avLst/>
              <a:gdLst/>
              <a:ahLst/>
              <a:cxnLst/>
              <a:rect l="l" t="t" r="r" b="b"/>
              <a:pathLst>
                <a:path w="630" h="1159" extrusionOk="0">
                  <a:moveTo>
                    <a:pt x="100" y="1"/>
                  </a:moveTo>
                  <a:cubicBezTo>
                    <a:pt x="39" y="1"/>
                    <a:pt x="1" y="94"/>
                    <a:pt x="67" y="123"/>
                  </a:cubicBezTo>
                  <a:cubicBezTo>
                    <a:pt x="416" y="291"/>
                    <a:pt x="562" y="707"/>
                    <a:pt x="393" y="1056"/>
                  </a:cubicBezTo>
                  <a:cubicBezTo>
                    <a:pt x="370" y="1110"/>
                    <a:pt x="416" y="1158"/>
                    <a:pt x="461" y="1158"/>
                  </a:cubicBezTo>
                  <a:cubicBezTo>
                    <a:pt x="482" y="1158"/>
                    <a:pt x="503" y="1148"/>
                    <a:pt x="517" y="1123"/>
                  </a:cubicBezTo>
                  <a:cubicBezTo>
                    <a:pt x="618" y="921"/>
                    <a:pt x="629" y="674"/>
                    <a:pt x="551" y="460"/>
                  </a:cubicBezTo>
                  <a:cubicBezTo>
                    <a:pt x="472" y="258"/>
                    <a:pt x="326" y="100"/>
                    <a:pt x="135" y="10"/>
                  </a:cubicBezTo>
                  <a:cubicBezTo>
                    <a:pt x="123" y="4"/>
                    <a:pt x="111" y="1"/>
                    <a:pt x="1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5997582" y="1091992"/>
              <a:ext cx="63785" cy="54454"/>
            </a:xfrm>
            <a:custGeom>
              <a:avLst/>
              <a:gdLst/>
              <a:ahLst/>
              <a:cxnLst/>
              <a:rect l="l" t="t" r="r" b="b"/>
              <a:pathLst>
                <a:path w="540" h="461" extrusionOk="0">
                  <a:moveTo>
                    <a:pt x="395" y="1"/>
                  </a:moveTo>
                  <a:cubicBezTo>
                    <a:pt x="183" y="1"/>
                    <a:pt x="1" y="175"/>
                    <a:pt x="11" y="393"/>
                  </a:cubicBezTo>
                  <a:cubicBezTo>
                    <a:pt x="11" y="438"/>
                    <a:pt x="45" y="460"/>
                    <a:pt x="78" y="460"/>
                  </a:cubicBezTo>
                  <a:cubicBezTo>
                    <a:pt x="112" y="460"/>
                    <a:pt x="146" y="438"/>
                    <a:pt x="146" y="393"/>
                  </a:cubicBezTo>
                  <a:cubicBezTo>
                    <a:pt x="146" y="382"/>
                    <a:pt x="146" y="370"/>
                    <a:pt x="146" y="359"/>
                  </a:cubicBezTo>
                  <a:lnTo>
                    <a:pt x="146" y="337"/>
                  </a:lnTo>
                  <a:lnTo>
                    <a:pt x="157" y="303"/>
                  </a:lnTo>
                  <a:cubicBezTo>
                    <a:pt x="157" y="303"/>
                    <a:pt x="157" y="303"/>
                    <a:pt x="157" y="292"/>
                  </a:cubicBezTo>
                  <a:cubicBezTo>
                    <a:pt x="157" y="280"/>
                    <a:pt x="168" y="280"/>
                    <a:pt x="168" y="269"/>
                  </a:cubicBezTo>
                  <a:lnTo>
                    <a:pt x="179" y="258"/>
                  </a:lnTo>
                  <a:lnTo>
                    <a:pt x="179" y="247"/>
                  </a:lnTo>
                  <a:cubicBezTo>
                    <a:pt x="191" y="224"/>
                    <a:pt x="213" y="213"/>
                    <a:pt x="224" y="202"/>
                  </a:cubicBezTo>
                  <a:lnTo>
                    <a:pt x="236" y="190"/>
                  </a:lnTo>
                  <a:lnTo>
                    <a:pt x="269" y="168"/>
                  </a:lnTo>
                  <a:lnTo>
                    <a:pt x="292" y="168"/>
                  </a:lnTo>
                  <a:cubicBezTo>
                    <a:pt x="303" y="168"/>
                    <a:pt x="314" y="157"/>
                    <a:pt x="326" y="157"/>
                  </a:cubicBezTo>
                  <a:lnTo>
                    <a:pt x="427" y="157"/>
                  </a:lnTo>
                  <a:cubicBezTo>
                    <a:pt x="433" y="159"/>
                    <a:pt x="439" y="160"/>
                    <a:pt x="445" y="160"/>
                  </a:cubicBezTo>
                  <a:cubicBezTo>
                    <a:pt x="475" y="160"/>
                    <a:pt x="507" y="139"/>
                    <a:pt x="517" y="112"/>
                  </a:cubicBezTo>
                  <a:cubicBezTo>
                    <a:pt x="539" y="78"/>
                    <a:pt x="517" y="22"/>
                    <a:pt x="483" y="11"/>
                  </a:cubicBezTo>
                  <a:cubicBezTo>
                    <a:pt x="454" y="4"/>
                    <a:pt x="424" y="1"/>
                    <a:pt x="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6381238" y="947648"/>
              <a:ext cx="91779" cy="39571"/>
            </a:xfrm>
            <a:custGeom>
              <a:avLst/>
              <a:gdLst/>
              <a:ahLst/>
              <a:cxnLst/>
              <a:rect l="l" t="t" r="r" b="b"/>
              <a:pathLst>
                <a:path w="777" h="335" extrusionOk="0">
                  <a:moveTo>
                    <a:pt x="422" y="0"/>
                  </a:moveTo>
                  <a:cubicBezTo>
                    <a:pt x="267" y="0"/>
                    <a:pt x="111" y="81"/>
                    <a:pt x="23" y="232"/>
                  </a:cubicBezTo>
                  <a:cubicBezTo>
                    <a:pt x="0" y="286"/>
                    <a:pt x="45" y="334"/>
                    <a:pt x="91" y="334"/>
                  </a:cubicBezTo>
                  <a:cubicBezTo>
                    <a:pt x="112" y="334"/>
                    <a:pt x="133" y="324"/>
                    <a:pt x="147" y="299"/>
                  </a:cubicBezTo>
                  <a:cubicBezTo>
                    <a:pt x="203" y="194"/>
                    <a:pt x="310" y="136"/>
                    <a:pt x="418" y="136"/>
                  </a:cubicBezTo>
                  <a:cubicBezTo>
                    <a:pt x="505" y="136"/>
                    <a:pt x="592" y="174"/>
                    <a:pt x="653" y="254"/>
                  </a:cubicBezTo>
                  <a:cubicBezTo>
                    <a:pt x="670" y="266"/>
                    <a:pt x="689" y="271"/>
                    <a:pt x="707" y="271"/>
                  </a:cubicBezTo>
                  <a:cubicBezTo>
                    <a:pt x="726" y="271"/>
                    <a:pt x="743" y="266"/>
                    <a:pt x="754" y="254"/>
                  </a:cubicBezTo>
                  <a:cubicBezTo>
                    <a:pt x="776" y="221"/>
                    <a:pt x="776" y="176"/>
                    <a:pt x="754" y="153"/>
                  </a:cubicBezTo>
                  <a:cubicBezTo>
                    <a:pt x="665" y="50"/>
                    <a:pt x="544" y="0"/>
                    <a:pt x="4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" name="Google Shape;128;p4"/>
          <p:cNvGrpSpPr/>
          <p:nvPr/>
        </p:nvGrpSpPr>
        <p:grpSpPr>
          <a:xfrm>
            <a:off x="-623782" y="-59930"/>
            <a:ext cx="1662816" cy="752173"/>
            <a:chOff x="5935450" y="921661"/>
            <a:chExt cx="739786" cy="334641"/>
          </a:xfrm>
        </p:grpSpPr>
        <p:sp>
          <p:nvSpPr>
            <p:cNvPr id="129" name="Google Shape;129;p4"/>
            <p:cNvSpPr/>
            <p:nvPr/>
          </p:nvSpPr>
          <p:spPr>
            <a:xfrm>
              <a:off x="5935450" y="921661"/>
              <a:ext cx="739786" cy="334641"/>
            </a:xfrm>
            <a:custGeom>
              <a:avLst/>
              <a:gdLst/>
              <a:ahLst/>
              <a:cxnLst/>
              <a:rect l="l" t="t" r="r" b="b"/>
              <a:pathLst>
                <a:path w="6263" h="2833" extrusionOk="0">
                  <a:moveTo>
                    <a:pt x="2871" y="1"/>
                  </a:moveTo>
                  <a:cubicBezTo>
                    <a:pt x="2673" y="1"/>
                    <a:pt x="2473" y="50"/>
                    <a:pt x="2291" y="148"/>
                  </a:cubicBezTo>
                  <a:cubicBezTo>
                    <a:pt x="1571" y="519"/>
                    <a:pt x="1717" y="1160"/>
                    <a:pt x="1717" y="1160"/>
                  </a:cubicBezTo>
                  <a:cubicBezTo>
                    <a:pt x="1717" y="1160"/>
                    <a:pt x="1364" y="1022"/>
                    <a:pt x="996" y="1022"/>
                  </a:cubicBezTo>
                  <a:cubicBezTo>
                    <a:pt x="675" y="1022"/>
                    <a:pt x="342" y="1127"/>
                    <a:pt x="222" y="1520"/>
                  </a:cubicBezTo>
                  <a:cubicBezTo>
                    <a:pt x="0" y="2243"/>
                    <a:pt x="581" y="2594"/>
                    <a:pt x="1290" y="2594"/>
                  </a:cubicBezTo>
                  <a:cubicBezTo>
                    <a:pt x="1407" y="2594"/>
                    <a:pt x="1528" y="2585"/>
                    <a:pt x="1650" y="2566"/>
                  </a:cubicBezTo>
                  <a:cubicBezTo>
                    <a:pt x="1650" y="2566"/>
                    <a:pt x="2679" y="2833"/>
                    <a:pt x="3721" y="2833"/>
                  </a:cubicBezTo>
                  <a:cubicBezTo>
                    <a:pt x="4603" y="2833"/>
                    <a:pt x="5492" y="2642"/>
                    <a:pt x="5776" y="1936"/>
                  </a:cubicBezTo>
                  <a:cubicBezTo>
                    <a:pt x="6262" y="754"/>
                    <a:pt x="5178" y="50"/>
                    <a:pt x="4281" y="50"/>
                  </a:cubicBezTo>
                  <a:cubicBezTo>
                    <a:pt x="4018" y="50"/>
                    <a:pt x="3770" y="111"/>
                    <a:pt x="3583" y="238"/>
                  </a:cubicBezTo>
                  <a:cubicBezTo>
                    <a:pt x="3375" y="81"/>
                    <a:pt x="3125" y="1"/>
                    <a:pt x="2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6282962" y="966429"/>
              <a:ext cx="44531" cy="25396"/>
            </a:xfrm>
            <a:custGeom>
              <a:avLst/>
              <a:gdLst/>
              <a:ahLst/>
              <a:cxnLst/>
              <a:rect l="l" t="t" r="r" b="b"/>
              <a:pathLst>
                <a:path w="377" h="215" extrusionOk="0">
                  <a:moveTo>
                    <a:pt x="149" y="1"/>
                  </a:moveTo>
                  <a:cubicBezTo>
                    <a:pt x="114" y="1"/>
                    <a:pt x="79" y="10"/>
                    <a:pt x="46" y="28"/>
                  </a:cubicBezTo>
                  <a:cubicBezTo>
                    <a:pt x="12" y="50"/>
                    <a:pt x="1" y="95"/>
                    <a:pt x="23" y="129"/>
                  </a:cubicBezTo>
                  <a:cubicBezTo>
                    <a:pt x="40" y="146"/>
                    <a:pt x="62" y="156"/>
                    <a:pt x="86" y="156"/>
                  </a:cubicBezTo>
                  <a:cubicBezTo>
                    <a:pt x="95" y="156"/>
                    <a:pt x="104" y="155"/>
                    <a:pt x="113" y="152"/>
                  </a:cubicBezTo>
                  <a:lnTo>
                    <a:pt x="181" y="152"/>
                  </a:lnTo>
                  <a:lnTo>
                    <a:pt x="203" y="163"/>
                  </a:lnTo>
                  <a:lnTo>
                    <a:pt x="214" y="174"/>
                  </a:lnTo>
                  <a:cubicBezTo>
                    <a:pt x="232" y="203"/>
                    <a:pt x="257" y="214"/>
                    <a:pt x="280" y="214"/>
                  </a:cubicBezTo>
                  <a:cubicBezTo>
                    <a:pt x="331" y="214"/>
                    <a:pt x="376" y="160"/>
                    <a:pt x="338" y="107"/>
                  </a:cubicBezTo>
                  <a:cubicBezTo>
                    <a:pt x="292" y="38"/>
                    <a:pt x="221" y="1"/>
                    <a:pt x="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6171456" y="969973"/>
              <a:ext cx="77132" cy="98042"/>
            </a:xfrm>
            <a:custGeom>
              <a:avLst/>
              <a:gdLst/>
              <a:ahLst/>
              <a:cxnLst/>
              <a:rect l="l" t="t" r="r" b="b"/>
              <a:pathLst>
                <a:path w="653" h="830" extrusionOk="0">
                  <a:moveTo>
                    <a:pt x="488" y="1"/>
                  </a:moveTo>
                  <a:cubicBezTo>
                    <a:pt x="370" y="1"/>
                    <a:pt x="241" y="98"/>
                    <a:pt x="180" y="189"/>
                  </a:cubicBezTo>
                  <a:cubicBezTo>
                    <a:pt x="57" y="358"/>
                    <a:pt x="0" y="560"/>
                    <a:pt x="0" y="762"/>
                  </a:cubicBezTo>
                  <a:cubicBezTo>
                    <a:pt x="0" y="796"/>
                    <a:pt x="34" y="830"/>
                    <a:pt x="79" y="830"/>
                  </a:cubicBezTo>
                  <a:cubicBezTo>
                    <a:pt x="113" y="830"/>
                    <a:pt x="146" y="796"/>
                    <a:pt x="146" y="762"/>
                  </a:cubicBezTo>
                  <a:cubicBezTo>
                    <a:pt x="146" y="605"/>
                    <a:pt x="180" y="448"/>
                    <a:pt x="259" y="313"/>
                  </a:cubicBezTo>
                  <a:cubicBezTo>
                    <a:pt x="293" y="257"/>
                    <a:pt x="338" y="212"/>
                    <a:pt x="394" y="178"/>
                  </a:cubicBezTo>
                  <a:cubicBezTo>
                    <a:pt x="428" y="155"/>
                    <a:pt x="450" y="144"/>
                    <a:pt x="484" y="144"/>
                  </a:cubicBezTo>
                  <a:lnTo>
                    <a:pt x="529" y="144"/>
                  </a:lnTo>
                  <a:cubicBezTo>
                    <a:pt x="536" y="166"/>
                    <a:pt x="557" y="178"/>
                    <a:pt x="581" y="178"/>
                  </a:cubicBezTo>
                  <a:cubicBezTo>
                    <a:pt x="593" y="178"/>
                    <a:pt x="607" y="175"/>
                    <a:pt x="619" y="167"/>
                  </a:cubicBezTo>
                  <a:cubicBezTo>
                    <a:pt x="652" y="144"/>
                    <a:pt x="652" y="110"/>
                    <a:pt x="641" y="77"/>
                  </a:cubicBezTo>
                  <a:cubicBezTo>
                    <a:pt x="598" y="22"/>
                    <a:pt x="544" y="1"/>
                    <a:pt x="4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6508809" y="1003047"/>
              <a:ext cx="74416" cy="136904"/>
            </a:xfrm>
            <a:custGeom>
              <a:avLst/>
              <a:gdLst/>
              <a:ahLst/>
              <a:cxnLst/>
              <a:rect l="l" t="t" r="r" b="b"/>
              <a:pathLst>
                <a:path w="630" h="1159" extrusionOk="0">
                  <a:moveTo>
                    <a:pt x="100" y="1"/>
                  </a:moveTo>
                  <a:cubicBezTo>
                    <a:pt x="39" y="1"/>
                    <a:pt x="1" y="94"/>
                    <a:pt x="67" y="123"/>
                  </a:cubicBezTo>
                  <a:cubicBezTo>
                    <a:pt x="416" y="291"/>
                    <a:pt x="562" y="707"/>
                    <a:pt x="393" y="1056"/>
                  </a:cubicBezTo>
                  <a:cubicBezTo>
                    <a:pt x="370" y="1110"/>
                    <a:pt x="416" y="1158"/>
                    <a:pt x="461" y="1158"/>
                  </a:cubicBezTo>
                  <a:cubicBezTo>
                    <a:pt x="482" y="1158"/>
                    <a:pt x="503" y="1148"/>
                    <a:pt x="517" y="1123"/>
                  </a:cubicBezTo>
                  <a:cubicBezTo>
                    <a:pt x="618" y="921"/>
                    <a:pt x="629" y="674"/>
                    <a:pt x="551" y="460"/>
                  </a:cubicBezTo>
                  <a:cubicBezTo>
                    <a:pt x="472" y="258"/>
                    <a:pt x="326" y="100"/>
                    <a:pt x="135" y="10"/>
                  </a:cubicBezTo>
                  <a:cubicBezTo>
                    <a:pt x="123" y="4"/>
                    <a:pt x="111" y="1"/>
                    <a:pt x="1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5997582" y="1091992"/>
              <a:ext cx="63785" cy="54454"/>
            </a:xfrm>
            <a:custGeom>
              <a:avLst/>
              <a:gdLst/>
              <a:ahLst/>
              <a:cxnLst/>
              <a:rect l="l" t="t" r="r" b="b"/>
              <a:pathLst>
                <a:path w="540" h="461" extrusionOk="0">
                  <a:moveTo>
                    <a:pt x="395" y="1"/>
                  </a:moveTo>
                  <a:cubicBezTo>
                    <a:pt x="183" y="1"/>
                    <a:pt x="1" y="175"/>
                    <a:pt x="11" y="393"/>
                  </a:cubicBezTo>
                  <a:cubicBezTo>
                    <a:pt x="11" y="438"/>
                    <a:pt x="45" y="460"/>
                    <a:pt x="78" y="460"/>
                  </a:cubicBezTo>
                  <a:cubicBezTo>
                    <a:pt x="112" y="460"/>
                    <a:pt x="146" y="438"/>
                    <a:pt x="146" y="393"/>
                  </a:cubicBezTo>
                  <a:cubicBezTo>
                    <a:pt x="146" y="382"/>
                    <a:pt x="146" y="370"/>
                    <a:pt x="146" y="359"/>
                  </a:cubicBezTo>
                  <a:lnTo>
                    <a:pt x="146" y="337"/>
                  </a:lnTo>
                  <a:lnTo>
                    <a:pt x="157" y="303"/>
                  </a:lnTo>
                  <a:cubicBezTo>
                    <a:pt x="157" y="303"/>
                    <a:pt x="157" y="303"/>
                    <a:pt x="157" y="292"/>
                  </a:cubicBezTo>
                  <a:cubicBezTo>
                    <a:pt x="157" y="280"/>
                    <a:pt x="168" y="280"/>
                    <a:pt x="168" y="269"/>
                  </a:cubicBezTo>
                  <a:lnTo>
                    <a:pt x="179" y="258"/>
                  </a:lnTo>
                  <a:lnTo>
                    <a:pt x="179" y="247"/>
                  </a:lnTo>
                  <a:cubicBezTo>
                    <a:pt x="191" y="224"/>
                    <a:pt x="213" y="213"/>
                    <a:pt x="224" y="202"/>
                  </a:cubicBezTo>
                  <a:lnTo>
                    <a:pt x="236" y="190"/>
                  </a:lnTo>
                  <a:lnTo>
                    <a:pt x="269" y="168"/>
                  </a:lnTo>
                  <a:lnTo>
                    <a:pt x="292" y="168"/>
                  </a:lnTo>
                  <a:cubicBezTo>
                    <a:pt x="303" y="168"/>
                    <a:pt x="314" y="157"/>
                    <a:pt x="326" y="157"/>
                  </a:cubicBezTo>
                  <a:lnTo>
                    <a:pt x="427" y="157"/>
                  </a:lnTo>
                  <a:cubicBezTo>
                    <a:pt x="433" y="159"/>
                    <a:pt x="439" y="160"/>
                    <a:pt x="445" y="160"/>
                  </a:cubicBezTo>
                  <a:cubicBezTo>
                    <a:pt x="475" y="160"/>
                    <a:pt x="507" y="139"/>
                    <a:pt x="517" y="112"/>
                  </a:cubicBezTo>
                  <a:cubicBezTo>
                    <a:pt x="539" y="78"/>
                    <a:pt x="517" y="22"/>
                    <a:pt x="483" y="11"/>
                  </a:cubicBezTo>
                  <a:cubicBezTo>
                    <a:pt x="454" y="4"/>
                    <a:pt x="424" y="1"/>
                    <a:pt x="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6381238" y="947648"/>
              <a:ext cx="91779" cy="39571"/>
            </a:xfrm>
            <a:custGeom>
              <a:avLst/>
              <a:gdLst/>
              <a:ahLst/>
              <a:cxnLst/>
              <a:rect l="l" t="t" r="r" b="b"/>
              <a:pathLst>
                <a:path w="777" h="335" extrusionOk="0">
                  <a:moveTo>
                    <a:pt x="422" y="0"/>
                  </a:moveTo>
                  <a:cubicBezTo>
                    <a:pt x="267" y="0"/>
                    <a:pt x="111" y="81"/>
                    <a:pt x="23" y="232"/>
                  </a:cubicBezTo>
                  <a:cubicBezTo>
                    <a:pt x="0" y="286"/>
                    <a:pt x="45" y="334"/>
                    <a:pt x="91" y="334"/>
                  </a:cubicBezTo>
                  <a:cubicBezTo>
                    <a:pt x="112" y="334"/>
                    <a:pt x="133" y="324"/>
                    <a:pt x="147" y="299"/>
                  </a:cubicBezTo>
                  <a:cubicBezTo>
                    <a:pt x="203" y="194"/>
                    <a:pt x="310" y="136"/>
                    <a:pt x="418" y="136"/>
                  </a:cubicBezTo>
                  <a:cubicBezTo>
                    <a:pt x="505" y="136"/>
                    <a:pt x="592" y="174"/>
                    <a:pt x="653" y="254"/>
                  </a:cubicBezTo>
                  <a:cubicBezTo>
                    <a:pt x="670" y="266"/>
                    <a:pt x="689" y="271"/>
                    <a:pt x="707" y="271"/>
                  </a:cubicBezTo>
                  <a:cubicBezTo>
                    <a:pt x="726" y="271"/>
                    <a:pt x="743" y="266"/>
                    <a:pt x="754" y="254"/>
                  </a:cubicBezTo>
                  <a:cubicBezTo>
                    <a:pt x="776" y="221"/>
                    <a:pt x="776" y="176"/>
                    <a:pt x="754" y="153"/>
                  </a:cubicBezTo>
                  <a:cubicBezTo>
                    <a:pt x="665" y="50"/>
                    <a:pt x="544" y="0"/>
                    <a:pt x="4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/>
          <p:nvPr/>
        </p:nvSpPr>
        <p:spPr>
          <a:xfrm flipH="1">
            <a:off x="-2575" y="-6425"/>
            <a:ext cx="9146700" cy="5149800"/>
          </a:xfrm>
          <a:prstGeom prst="rect">
            <a:avLst/>
          </a:prstGeom>
          <a:gradFill>
            <a:gsLst>
              <a:gs pos="0">
                <a:srgbClr val="CCEBEF">
                  <a:alpha val="55294"/>
                </a:srgbClr>
              </a:gs>
              <a:gs pos="100000">
                <a:srgbClr val="599FA8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"/>
          <p:cNvSpPr/>
          <p:nvPr/>
        </p:nvSpPr>
        <p:spPr>
          <a:xfrm flipH="1">
            <a:off x="-623457" y="-755275"/>
            <a:ext cx="9767468" cy="5222114"/>
          </a:xfrm>
          <a:custGeom>
            <a:avLst/>
            <a:gdLst/>
            <a:ahLst/>
            <a:cxnLst/>
            <a:rect l="l" t="t" r="r" b="b"/>
            <a:pathLst>
              <a:path w="18756" h="12277" extrusionOk="0">
                <a:moveTo>
                  <a:pt x="10452" y="0"/>
                </a:moveTo>
                <a:cubicBezTo>
                  <a:pt x="8309" y="0"/>
                  <a:pt x="7598" y="2260"/>
                  <a:pt x="7598" y="2260"/>
                </a:cubicBezTo>
                <a:cubicBezTo>
                  <a:pt x="7302" y="1340"/>
                  <a:pt x="6272" y="505"/>
                  <a:pt x="5103" y="505"/>
                </a:cubicBezTo>
                <a:cubicBezTo>
                  <a:pt x="4629" y="505"/>
                  <a:pt x="4132" y="642"/>
                  <a:pt x="3652" y="967"/>
                </a:cubicBezTo>
                <a:cubicBezTo>
                  <a:pt x="1977" y="2091"/>
                  <a:pt x="3225" y="4508"/>
                  <a:pt x="3225" y="4508"/>
                </a:cubicBezTo>
                <a:cubicBezTo>
                  <a:pt x="2873" y="4382"/>
                  <a:pt x="2437" y="4297"/>
                  <a:pt x="2001" y="4297"/>
                </a:cubicBezTo>
                <a:cubicBezTo>
                  <a:pt x="1000" y="4297"/>
                  <a:pt x="1" y="4744"/>
                  <a:pt x="32" y="6161"/>
                </a:cubicBezTo>
                <a:cubicBezTo>
                  <a:pt x="58" y="7741"/>
                  <a:pt x="1373" y="7918"/>
                  <a:pt x="1959" y="7918"/>
                </a:cubicBezTo>
                <a:cubicBezTo>
                  <a:pt x="2127" y="7918"/>
                  <a:pt x="2235" y="7903"/>
                  <a:pt x="2236" y="7903"/>
                </a:cubicBezTo>
                <a:lnTo>
                  <a:pt x="2236" y="7903"/>
                </a:lnTo>
                <a:cubicBezTo>
                  <a:pt x="2235" y="7903"/>
                  <a:pt x="268" y="9826"/>
                  <a:pt x="2191" y="10950"/>
                </a:cubicBezTo>
                <a:cubicBezTo>
                  <a:pt x="2543" y="11156"/>
                  <a:pt x="2854" y="11240"/>
                  <a:pt x="3127" y="11240"/>
                </a:cubicBezTo>
                <a:cubicBezTo>
                  <a:pt x="4345" y="11240"/>
                  <a:pt x="4810" y="9567"/>
                  <a:pt x="4810" y="9567"/>
                </a:cubicBezTo>
                <a:lnTo>
                  <a:pt x="4810" y="9567"/>
                </a:lnTo>
                <a:cubicBezTo>
                  <a:pt x="4810" y="9567"/>
                  <a:pt x="4394" y="11906"/>
                  <a:pt x="6890" y="12243"/>
                </a:cubicBezTo>
                <a:cubicBezTo>
                  <a:pt x="7062" y="12266"/>
                  <a:pt x="7223" y="12277"/>
                  <a:pt x="7375" y="12277"/>
                </a:cubicBezTo>
                <a:cubicBezTo>
                  <a:pt x="9440" y="12277"/>
                  <a:pt x="9723" y="10287"/>
                  <a:pt x="9723" y="10287"/>
                </a:cubicBezTo>
                <a:cubicBezTo>
                  <a:pt x="9723" y="10287"/>
                  <a:pt x="10125" y="12102"/>
                  <a:pt x="11875" y="12102"/>
                </a:cubicBezTo>
                <a:cubicBezTo>
                  <a:pt x="11998" y="12102"/>
                  <a:pt x="12127" y="12093"/>
                  <a:pt x="12264" y="12074"/>
                </a:cubicBezTo>
                <a:cubicBezTo>
                  <a:pt x="14344" y="11782"/>
                  <a:pt x="13973" y="9579"/>
                  <a:pt x="13973" y="9578"/>
                </a:cubicBezTo>
                <a:lnTo>
                  <a:pt x="13973" y="9578"/>
                </a:lnTo>
                <a:cubicBezTo>
                  <a:pt x="14662" y="10528"/>
                  <a:pt x="15551" y="10939"/>
                  <a:pt x="16363" y="10939"/>
                </a:cubicBezTo>
                <a:cubicBezTo>
                  <a:pt x="17656" y="10939"/>
                  <a:pt x="18755" y="9898"/>
                  <a:pt x="18548" y="8331"/>
                </a:cubicBezTo>
                <a:cubicBezTo>
                  <a:pt x="18294" y="6416"/>
                  <a:pt x="16911" y="6180"/>
                  <a:pt x="16244" y="6180"/>
                </a:cubicBezTo>
                <a:cubicBezTo>
                  <a:pt x="16025" y="6180"/>
                  <a:pt x="15884" y="6206"/>
                  <a:pt x="15884" y="6206"/>
                </a:cubicBezTo>
                <a:cubicBezTo>
                  <a:pt x="15884" y="6206"/>
                  <a:pt x="17424" y="4508"/>
                  <a:pt x="16210" y="3294"/>
                </a:cubicBezTo>
                <a:cubicBezTo>
                  <a:pt x="15721" y="2805"/>
                  <a:pt x="15203" y="2659"/>
                  <a:pt x="14762" y="2659"/>
                </a:cubicBezTo>
                <a:cubicBezTo>
                  <a:pt x="14118" y="2659"/>
                  <a:pt x="13635" y="2968"/>
                  <a:pt x="13635" y="2968"/>
                </a:cubicBezTo>
                <a:cubicBezTo>
                  <a:pt x="13635" y="2968"/>
                  <a:pt x="13961" y="719"/>
                  <a:pt x="11218" y="90"/>
                </a:cubicBezTo>
                <a:cubicBezTo>
                  <a:pt x="10944" y="28"/>
                  <a:pt x="10689" y="0"/>
                  <a:pt x="10452" y="0"/>
                </a:cubicBezTo>
                <a:close/>
              </a:path>
            </a:pathLst>
          </a:custGeom>
          <a:solidFill>
            <a:srgbClr val="CCEBEF">
              <a:alpha val="301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"/>
          <p:cNvSpPr txBox="1">
            <a:spLocks noGrp="1"/>
          </p:cNvSpPr>
          <p:nvPr>
            <p:ph type="subTitle" idx="1"/>
          </p:nvPr>
        </p:nvSpPr>
        <p:spPr>
          <a:xfrm>
            <a:off x="715877" y="2374550"/>
            <a:ext cx="3745500" cy="303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9" name="Google Shape;139;p5"/>
          <p:cNvSpPr txBox="1">
            <a:spLocks noGrp="1"/>
          </p:cNvSpPr>
          <p:nvPr>
            <p:ph type="subTitle" idx="2"/>
          </p:nvPr>
        </p:nvSpPr>
        <p:spPr>
          <a:xfrm>
            <a:off x="4682623" y="2374550"/>
            <a:ext cx="3745500" cy="303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0" name="Google Shape;140;p5"/>
          <p:cNvSpPr txBox="1">
            <a:spLocks noGrp="1"/>
          </p:cNvSpPr>
          <p:nvPr>
            <p:ph type="subTitle" idx="3"/>
          </p:nvPr>
        </p:nvSpPr>
        <p:spPr>
          <a:xfrm>
            <a:off x="715877" y="2635525"/>
            <a:ext cx="3745500" cy="777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5"/>
          <p:cNvSpPr txBox="1">
            <a:spLocks noGrp="1"/>
          </p:cNvSpPr>
          <p:nvPr>
            <p:ph type="subTitle" idx="4"/>
          </p:nvPr>
        </p:nvSpPr>
        <p:spPr>
          <a:xfrm>
            <a:off x="4682623" y="2635525"/>
            <a:ext cx="3745500" cy="777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8913560" y="2251669"/>
            <a:ext cx="80748" cy="85567"/>
          </a:xfrm>
          <a:custGeom>
            <a:avLst/>
            <a:gdLst/>
            <a:ahLst/>
            <a:cxnLst/>
            <a:rect l="l" t="t" r="r" b="b"/>
            <a:pathLst>
              <a:path w="754" h="799" extrusionOk="0">
                <a:moveTo>
                  <a:pt x="282" y="0"/>
                </a:moveTo>
                <a:lnTo>
                  <a:pt x="248" y="281"/>
                </a:lnTo>
                <a:lnTo>
                  <a:pt x="1" y="405"/>
                </a:lnTo>
                <a:lnTo>
                  <a:pt x="248" y="517"/>
                </a:lnTo>
                <a:lnTo>
                  <a:pt x="293" y="798"/>
                </a:lnTo>
                <a:lnTo>
                  <a:pt x="484" y="596"/>
                </a:lnTo>
                <a:lnTo>
                  <a:pt x="754" y="641"/>
                </a:lnTo>
                <a:lnTo>
                  <a:pt x="619" y="394"/>
                </a:lnTo>
                <a:lnTo>
                  <a:pt x="743" y="146"/>
                </a:lnTo>
                <a:lnTo>
                  <a:pt x="473" y="203"/>
                </a:lnTo>
                <a:lnTo>
                  <a:pt x="28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4839161" y="200407"/>
            <a:ext cx="67575" cy="71217"/>
          </a:xfrm>
          <a:custGeom>
            <a:avLst/>
            <a:gdLst/>
            <a:ahLst/>
            <a:cxnLst/>
            <a:rect l="l" t="t" r="r" b="b"/>
            <a:pathLst>
              <a:path w="631" h="665" extrusionOk="0">
                <a:moveTo>
                  <a:pt x="394" y="1"/>
                </a:moveTo>
                <a:lnTo>
                  <a:pt x="237" y="169"/>
                </a:lnTo>
                <a:lnTo>
                  <a:pt x="1" y="124"/>
                </a:lnTo>
                <a:lnTo>
                  <a:pt x="1" y="124"/>
                </a:lnTo>
                <a:lnTo>
                  <a:pt x="113" y="327"/>
                </a:lnTo>
                <a:lnTo>
                  <a:pt x="1" y="540"/>
                </a:lnTo>
                <a:lnTo>
                  <a:pt x="1" y="540"/>
                </a:lnTo>
                <a:lnTo>
                  <a:pt x="237" y="495"/>
                </a:lnTo>
                <a:lnTo>
                  <a:pt x="394" y="664"/>
                </a:lnTo>
                <a:lnTo>
                  <a:pt x="428" y="439"/>
                </a:lnTo>
                <a:lnTo>
                  <a:pt x="630" y="327"/>
                </a:lnTo>
                <a:lnTo>
                  <a:pt x="428" y="226"/>
                </a:lnTo>
                <a:lnTo>
                  <a:pt x="39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4784849" y="4749453"/>
            <a:ext cx="54296" cy="55474"/>
          </a:xfrm>
          <a:custGeom>
            <a:avLst/>
            <a:gdLst/>
            <a:ahLst/>
            <a:cxnLst/>
            <a:rect l="l" t="t" r="r" b="b"/>
            <a:pathLst>
              <a:path w="507" h="518" extrusionOk="0">
                <a:moveTo>
                  <a:pt x="214" y="0"/>
                </a:moveTo>
                <a:lnTo>
                  <a:pt x="169" y="180"/>
                </a:lnTo>
                <a:lnTo>
                  <a:pt x="0" y="237"/>
                </a:lnTo>
                <a:lnTo>
                  <a:pt x="147" y="338"/>
                </a:lnTo>
                <a:lnTo>
                  <a:pt x="147" y="518"/>
                </a:lnTo>
                <a:lnTo>
                  <a:pt x="293" y="405"/>
                </a:lnTo>
                <a:lnTo>
                  <a:pt x="473" y="461"/>
                </a:lnTo>
                <a:lnTo>
                  <a:pt x="473" y="461"/>
                </a:lnTo>
                <a:lnTo>
                  <a:pt x="405" y="293"/>
                </a:lnTo>
                <a:lnTo>
                  <a:pt x="506" y="135"/>
                </a:lnTo>
                <a:lnTo>
                  <a:pt x="506" y="135"/>
                </a:lnTo>
                <a:lnTo>
                  <a:pt x="326" y="147"/>
                </a:lnTo>
                <a:lnTo>
                  <a:pt x="21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8727602" y="4103966"/>
            <a:ext cx="88030" cy="85567"/>
          </a:xfrm>
          <a:custGeom>
            <a:avLst/>
            <a:gdLst/>
            <a:ahLst/>
            <a:cxnLst/>
            <a:rect l="l" t="t" r="r" b="b"/>
            <a:pathLst>
              <a:path w="822" h="799" extrusionOk="0">
                <a:moveTo>
                  <a:pt x="383" y="1"/>
                </a:moveTo>
                <a:lnTo>
                  <a:pt x="282" y="270"/>
                </a:lnTo>
                <a:lnTo>
                  <a:pt x="1" y="327"/>
                </a:lnTo>
                <a:lnTo>
                  <a:pt x="226" y="518"/>
                </a:lnTo>
                <a:lnTo>
                  <a:pt x="192" y="799"/>
                </a:lnTo>
                <a:lnTo>
                  <a:pt x="439" y="641"/>
                </a:lnTo>
                <a:lnTo>
                  <a:pt x="698" y="754"/>
                </a:lnTo>
                <a:lnTo>
                  <a:pt x="698" y="754"/>
                </a:lnTo>
                <a:lnTo>
                  <a:pt x="631" y="484"/>
                </a:lnTo>
                <a:lnTo>
                  <a:pt x="822" y="259"/>
                </a:lnTo>
                <a:lnTo>
                  <a:pt x="529" y="248"/>
                </a:lnTo>
                <a:lnTo>
                  <a:pt x="38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-19083" y="2443244"/>
            <a:ext cx="68646" cy="71109"/>
          </a:xfrm>
          <a:custGeom>
            <a:avLst/>
            <a:gdLst/>
            <a:ahLst/>
            <a:cxnLst/>
            <a:rect l="l" t="t" r="r" b="b"/>
            <a:pathLst>
              <a:path w="641" h="664" extrusionOk="0">
                <a:moveTo>
                  <a:pt x="225" y="1"/>
                </a:moveTo>
                <a:lnTo>
                  <a:pt x="202" y="225"/>
                </a:lnTo>
                <a:lnTo>
                  <a:pt x="0" y="338"/>
                </a:lnTo>
                <a:lnTo>
                  <a:pt x="214" y="439"/>
                </a:lnTo>
                <a:lnTo>
                  <a:pt x="259" y="664"/>
                </a:lnTo>
                <a:lnTo>
                  <a:pt x="416" y="484"/>
                </a:lnTo>
                <a:lnTo>
                  <a:pt x="641" y="518"/>
                </a:lnTo>
                <a:lnTo>
                  <a:pt x="529" y="315"/>
                </a:lnTo>
                <a:lnTo>
                  <a:pt x="630" y="102"/>
                </a:lnTo>
                <a:lnTo>
                  <a:pt x="394" y="158"/>
                </a:lnTo>
                <a:lnTo>
                  <a:pt x="22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8" name="Google Shape;148;p5"/>
          <p:cNvGrpSpPr/>
          <p:nvPr/>
        </p:nvGrpSpPr>
        <p:grpSpPr>
          <a:xfrm flipH="1">
            <a:off x="6981153" y="4288751"/>
            <a:ext cx="2544530" cy="1421163"/>
            <a:chOff x="-167550" y="-6"/>
            <a:chExt cx="1944170" cy="1085852"/>
          </a:xfrm>
        </p:grpSpPr>
        <p:sp>
          <p:nvSpPr>
            <p:cNvPr id="149" name="Google Shape;149;p5"/>
            <p:cNvSpPr/>
            <p:nvPr/>
          </p:nvSpPr>
          <p:spPr>
            <a:xfrm>
              <a:off x="-167550" y="-6"/>
              <a:ext cx="1944170" cy="1085852"/>
            </a:xfrm>
            <a:custGeom>
              <a:avLst/>
              <a:gdLst/>
              <a:ahLst/>
              <a:cxnLst/>
              <a:rect l="l" t="t" r="r" b="b"/>
              <a:pathLst>
                <a:path w="20900" h="11673" extrusionOk="0">
                  <a:moveTo>
                    <a:pt x="11993" y="0"/>
                  </a:moveTo>
                  <a:cubicBezTo>
                    <a:pt x="9503" y="0"/>
                    <a:pt x="7724" y="2512"/>
                    <a:pt x="7724" y="2512"/>
                  </a:cubicBezTo>
                  <a:cubicBezTo>
                    <a:pt x="7267" y="1937"/>
                    <a:pt x="6152" y="1212"/>
                    <a:pt x="4885" y="1212"/>
                  </a:cubicBezTo>
                  <a:cubicBezTo>
                    <a:pt x="4219" y="1212"/>
                    <a:pt x="3511" y="1412"/>
                    <a:pt x="2833" y="1938"/>
                  </a:cubicBezTo>
                  <a:cubicBezTo>
                    <a:pt x="877" y="3467"/>
                    <a:pt x="1923" y="6604"/>
                    <a:pt x="1923" y="6604"/>
                  </a:cubicBezTo>
                  <a:cubicBezTo>
                    <a:pt x="1923" y="6604"/>
                    <a:pt x="0" y="8313"/>
                    <a:pt x="1574" y="9966"/>
                  </a:cubicBezTo>
                  <a:cubicBezTo>
                    <a:pt x="1962" y="10374"/>
                    <a:pt x="2446" y="10515"/>
                    <a:pt x="2927" y="10515"/>
                  </a:cubicBezTo>
                  <a:cubicBezTo>
                    <a:pt x="3982" y="10515"/>
                    <a:pt x="5025" y="9842"/>
                    <a:pt x="5025" y="9842"/>
                  </a:cubicBezTo>
                  <a:cubicBezTo>
                    <a:pt x="5025" y="9842"/>
                    <a:pt x="6856" y="11673"/>
                    <a:pt x="9356" y="11673"/>
                  </a:cubicBezTo>
                  <a:cubicBezTo>
                    <a:pt x="9661" y="11673"/>
                    <a:pt x="9976" y="11646"/>
                    <a:pt x="10298" y="11584"/>
                  </a:cubicBezTo>
                  <a:cubicBezTo>
                    <a:pt x="13277" y="11011"/>
                    <a:pt x="13840" y="9887"/>
                    <a:pt x="13840" y="9887"/>
                  </a:cubicBezTo>
                  <a:cubicBezTo>
                    <a:pt x="14391" y="10830"/>
                    <a:pt x="15933" y="11503"/>
                    <a:pt x="17424" y="11503"/>
                  </a:cubicBezTo>
                  <a:cubicBezTo>
                    <a:pt x="19097" y="11503"/>
                    <a:pt x="20705" y="10656"/>
                    <a:pt x="20776" y="8392"/>
                  </a:cubicBezTo>
                  <a:cubicBezTo>
                    <a:pt x="20900" y="4119"/>
                    <a:pt x="16369" y="4074"/>
                    <a:pt x="16369" y="4074"/>
                  </a:cubicBezTo>
                  <a:cubicBezTo>
                    <a:pt x="16144" y="3029"/>
                    <a:pt x="15492" y="589"/>
                    <a:pt x="12659" y="61"/>
                  </a:cubicBezTo>
                  <a:cubicBezTo>
                    <a:pt x="12432" y="20"/>
                    <a:pt x="12210" y="0"/>
                    <a:pt x="119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21656" y="354684"/>
              <a:ext cx="33581" cy="170882"/>
            </a:xfrm>
            <a:custGeom>
              <a:avLst/>
              <a:gdLst/>
              <a:ahLst/>
              <a:cxnLst/>
              <a:rect l="l" t="t" r="r" b="b"/>
              <a:pathLst>
                <a:path w="361" h="1837" extrusionOk="0">
                  <a:moveTo>
                    <a:pt x="280" y="0"/>
                  </a:moveTo>
                  <a:cubicBezTo>
                    <a:pt x="256" y="0"/>
                    <a:pt x="231" y="12"/>
                    <a:pt x="215" y="37"/>
                  </a:cubicBezTo>
                  <a:cubicBezTo>
                    <a:pt x="46" y="599"/>
                    <a:pt x="1" y="1195"/>
                    <a:pt x="80" y="1779"/>
                  </a:cubicBezTo>
                  <a:cubicBezTo>
                    <a:pt x="84" y="1819"/>
                    <a:pt x="109" y="1836"/>
                    <a:pt x="137" y="1836"/>
                  </a:cubicBezTo>
                  <a:cubicBezTo>
                    <a:pt x="180" y="1836"/>
                    <a:pt x="228" y="1796"/>
                    <a:pt x="215" y="1734"/>
                  </a:cubicBezTo>
                  <a:cubicBezTo>
                    <a:pt x="147" y="1183"/>
                    <a:pt x="192" y="610"/>
                    <a:pt x="361" y="82"/>
                  </a:cubicBezTo>
                  <a:cubicBezTo>
                    <a:pt x="361" y="32"/>
                    <a:pt x="321" y="0"/>
                    <a:pt x="28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71794" y="218036"/>
              <a:ext cx="68092" cy="66976"/>
            </a:xfrm>
            <a:custGeom>
              <a:avLst/>
              <a:gdLst/>
              <a:ahLst/>
              <a:cxnLst/>
              <a:rect l="l" t="t" r="r" b="b"/>
              <a:pathLst>
                <a:path w="732" h="720" extrusionOk="0">
                  <a:moveTo>
                    <a:pt x="624" y="1"/>
                  </a:moveTo>
                  <a:cubicBezTo>
                    <a:pt x="612" y="1"/>
                    <a:pt x="600" y="4"/>
                    <a:pt x="586" y="10"/>
                  </a:cubicBezTo>
                  <a:cubicBezTo>
                    <a:pt x="350" y="157"/>
                    <a:pt x="159" y="359"/>
                    <a:pt x="24" y="606"/>
                  </a:cubicBezTo>
                  <a:cubicBezTo>
                    <a:pt x="1" y="668"/>
                    <a:pt x="47" y="720"/>
                    <a:pt x="97" y="720"/>
                  </a:cubicBezTo>
                  <a:cubicBezTo>
                    <a:pt x="119" y="720"/>
                    <a:pt x="142" y="709"/>
                    <a:pt x="159" y="685"/>
                  </a:cubicBezTo>
                  <a:cubicBezTo>
                    <a:pt x="283" y="460"/>
                    <a:pt x="451" y="269"/>
                    <a:pt x="665" y="145"/>
                  </a:cubicBezTo>
                  <a:cubicBezTo>
                    <a:pt x="732" y="97"/>
                    <a:pt x="693" y="1"/>
                    <a:pt x="624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211326" y="169200"/>
              <a:ext cx="183626" cy="35069"/>
            </a:xfrm>
            <a:custGeom>
              <a:avLst/>
              <a:gdLst/>
              <a:ahLst/>
              <a:cxnLst/>
              <a:rect l="l" t="t" r="r" b="b"/>
              <a:pathLst>
                <a:path w="1974" h="377" extrusionOk="0">
                  <a:moveTo>
                    <a:pt x="817" y="0"/>
                  </a:moveTo>
                  <a:cubicBezTo>
                    <a:pt x="568" y="0"/>
                    <a:pt x="318" y="36"/>
                    <a:pt x="76" y="108"/>
                  </a:cubicBezTo>
                  <a:cubicBezTo>
                    <a:pt x="1" y="140"/>
                    <a:pt x="28" y="244"/>
                    <a:pt x="98" y="244"/>
                  </a:cubicBezTo>
                  <a:cubicBezTo>
                    <a:pt x="102" y="244"/>
                    <a:pt x="106" y="244"/>
                    <a:pt x="109" y="243"/>
                  </a:cubicBezTo>
                  <a:cubicBezTo>
                    <a:pt x="338" y="176"/>
                    <a:pt x="572" y="143"/>
                    <a:pt x="804" y="143"/>
                  </a:cubicBezTo>
                  <a:cubicBezTo>
                    <a:pt x="1154" y="143"/>
                    <a:pt x="1501" y="218"/>
                    <a:pt x="1818" y="367"/>
                  </a:cubicBezTo>
                  <a:cubicBezTo>
                    <a:pt x="1832" y="374"/>
                    <a:pt x="1845" y="376"/>
                    <a:pt x="1857" y="376"/>
                  </a:cubicBezTo>
                  <a:cubicBezTo>
                    <a:pt x="1928" y="376"/>
                    <a:pt x="1973" y="281"/>
                    <a:pt x="1897" y="243"/>
                  </a:cubicBezTo>
                  <a:cubicBezTo>
                    <a:pt x="1560" y="81"/>
                    <a:pt x="1190" y="0"/>
                    <a:pt x="817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444159" y="226315"/>
              <a:ext cx="36372" cy="26139"/>
            </a:xfrm>
            <a:custGeom>
              <a:avLst/>
              <a:gdLst/>
              <a:ahLst/>
              <a:cxnLst/>
              <a:rect l="l" t="t" r="r" b="b"/>
              <a:pathLst>
                <a:path w="391" h="281" extrusionOk="0">
                  <a:moveTo>
                    <a:pt x="102" y="0"/>
                  </a:moveTo>
                  <a:cubicBezTo>
                    <a:pt x="80" y="0"/>
                    <a:pt x="57" y="0"/>
                    <a:pt x="46" y="11"/>
                  </a:cubicBezTo>
                  <a:cubicBezTo>
                    <a:pt x="23" y="23"/>
                    <a:pt x="12" y="34"/>
                    <a:pt x="12" y="56"/>
                  </a:cubicBezTo>
                  <a:cubicBezTo>
                    <a:pt x="1" y="101"/>
                    <a:pt x="23" y="135"/>
                    <a:pt x="57" y="146"/>
                  </a:cubicBezTo>
                  <a:lnTo>
                    <a:pt x="80" y="157"/>
                  </a:lnTo>
                  <a:cubicBezTo>
                    <a:pt x="113" y="180"/>
                    <a:pt x="158" y="191"/>
                    <a:pt x="192" y="225"/>
                  </a:cubicBezTo>
                  <a:lnTo>
                    <a:pt x="226" y="259"/>
                  </a:lnTo>
                  <a:cubicBezTo>
                    <a:pt x="241" y="274"/>
                    <a:pt x="259" y="281"/>
                    <a:pt x="277" y="281"/>
                  </a:cubicBezTo>
                  <a:cubicBezTo>
                    <a:pt x="335" y="281"/>
                    <a:pt x="390" y="207"/>
                    <a:pt x="338" y="146"/>
                  </a:cubicBezTo>
                  <a:cubicBezTo>
                    <a:pt x="271" y="79"/>
                    <a:pt x="192" y="34"/>
                    <a:pt x="102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617086" y="168269"/>
              <a:ext cx="74883" cy="73674"/>
            </a:xfrm>
            <a:custGeom>
              <a:avLst/>
              <a:gdLst/>
              <a:ahLst/>
              <a:cxnLst/>
              <a:rect l="l" t="t" r="r" b="b"/>
              <a:pathLst>
                <a:path w="805" h="792" extrusionOk="0">
                  <a:moveTo>
                    <a:pt x="682" y="1"/>
                  </a:moveTo>
                  <a:cubicBezTo>
                    <a:pt x="667" y="1"/>
                    <a:pt x="651" y="6"/>
                    <a:pt x="638" y="17"/>
                  </a:cubicBezTo>
                  <a:lnTo>
                    <a:pt x="53" y="658"/>
                  </a:lnTo>
                  <a:cubicBezTo>
                    <a:pt x="0" y="711"/>
                    <a:pt x="51" y="791"/>
                    <a:pt x="108" y="791"/>
                  </a:cubicBezTo>
                  <a:cubicBezTo>
                    <a:pt x="123" y="791"/>
                    <a:pt x="140" y="785"/>
                    <a:pt x="154" y="770"/>
                  </a:cubicBezTo>
                  <a:lnTo>
                    <a:pt x="750" y="141"/>
                  </a:lnTo>
                  <a:cubicBezTo>
                    <a:pt x="804" y="78"/>
                    <a:pt x="743" y="1"/>
                    <a:pt x="682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731037" y="47248"/>
              <a:ext cx="167534" cy="92185"/>
            </a:xfrm>
            <a:custGeom>
              <a:avLst/>
              <a:gdLst/>
              <a:ahLst/>
              <a:cxnLst/>
              <a:rect l="l" t="t" r="r" b="b"/>
              <a:pathLst>
                <a:path w="1801" h="991" extrusionOk="0">
                  <a:moveTo>
                    <a:pt x="1691" y="0"/>
                  </a:moveTo>
                  <a:cubicBezTo>
                    <a:pt x="1685" y="0"/>
                    <a:pt x="1679" y="1"/>
                    <a:pt x="1672" y="3"/>
                  </a:cubicBezTo>
                  <a:cubicBezTo>
                    <a:pt x="1077" y="183"/>
                    <a:pt x="537" y="475"/>
                    <a:pt x="54" y="868"/>
                  </a:cubicBezTo>
                  <a:cubicBezTo>
                    <a:pt x="1" y="912"/>
                    <a:pt x="51" y="990"/>
                    <a:pt x="113" y="990"/>
                  </a:cubicBezTo>
                  <a:cubicBezTo>
                    <a:pt x="130" y="990"/>
                    <a:pt x="149" y="984"/>
                    <a:pt x="166" y="969"/>
                  </a:cubicBezTo>
                  <a:cubicBezTo>
                    <a:pt x="616" y="598"/>
                    <a:pt x="1144" y="317"/>
                    <a:pt x="1706" y="149"/>
                  </a:cubicBezTo>
                  <a:cubicBezTo>
                    <a:pt x="1800" y="128"/>
                    <a:pt x="1768" y="0"/>
                    <a:pt x="1691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970196" y="44551"/>
              <a:ext cx="160557" cy="63906"/>
            </a:xfrm>
            <a:custGeom>
              <a:avLst/>
              <a:gdLst/>
              <a:ahLst/>
              <a:cxnLst/>
              <a:rect l="l" t="t" r="r" b="b"/>
              <a:pathLst>
                <a:path w="1726" h="687" extrusionOk="0">
                  <a:moveTo>
                    <a:pt x="368" y="1"/>
                  </a:moveTo>
                  <a:cubicBezTo>
                    <a:pt x="267" y="1"/>
                    <a:pt x="166" y="14"/>
                    <a:pt x="68" y="43"/>
                  </a:cubicBezTo>
                  <a:cubicBezTo>
                    <a:pt x="1" y="77"/>
                    <a:pt x="23" y="178"/>
                    <a:pt x="102" y="178"/>
                  </a:cubicBezTo>
                  <a:cubicBezTo>
                    <a:pt x="192" y="155"/>
                    <a:pt x="283" y="144"/>
                    <a:pt x="374" y="144"/>
                  </a:cubicBezTo>
                  <a:cubicBezTo>
                    <a:pt x="556" y="144"/>
                    <a:pt x="735" y="189"/>
                    <a:pt x="900" y="279"/>
                  </a:cubicBezTo>
                  <a:cubicBezTo>
                    <a:pt x="1024" y="346"/>
                    <a:pt x="1136" y="425"/>
                    <a:pt x="1249" y="504"/>
                  </a:cubicBezTo>
                  <a:cubicBezTo>
                    <a:pt x="1350" y="594"/>
                    <a:pt x="1462" y="650"/>
                    <a:pt x="1597" y="684"/>
                  </a:cubicBezTo>
                  <a:cubicBezTo>
                    <a:pt x="1605" y="685"/>
                    <a:pt x="1611" y="686"/>
                    <a:pt x="1618" y="686"/>
                  </a:cubicBezTo>
                  <a:cubicBezTo>
                    <a:pt x="1703" y="686"/>
                    <a:pt x="1726" y="558"/>
                    <a:pt x="1642" y="538"/>
                  </a:cubicBezTo>
                  <a:cubicBezTo>
                    <a:pt x="1496" y="493"/>
                    <a:pt x="1372" y="425"/>
                    <a:pt x="1260" y="335"/>
                  </a:cubicBezTo>
                  <a:cubicBezTo>
                    <a:pt x="1148" y="245"/>
                    <a:pt x="1013" y="178"/>
                    <a:pt x="878" y="122"/>
                  </a:cubicBezTo>
                  <a:cubicBezTo>
                    <a:pt x="720" y="43"/>
                    <a:pt x="545" y="1"/>
                    <a:pt x="368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1183029" y="163153"/>
              <a:ext cx="88278" cy="168464"/>
            </a:xfrm>
            <a:custGeom>
              <a:avLst/>
              <a:gdLst/>
              <a:ahLst/>
              <a:cxnLst/>
              <a:rect l="l" t="t" r="r" b="b"/>
              <a:pathLst>
                <a:path w="949" h="1811" extrusionOk="0">
                  <a:moveTo>
                    <a:pt x="110" y="0"/>
                  </a:moveTo>
                  <a:cubicBezTo>
                    <a:pt x="52" y="0"/>
                    <a:pt x="0" y="77"/>
                    <a:pt x="51" y="128"/>
                  </a:cubicBezTo>
                  <a:cubicBezTo>
                    <a:pt x="265" y="353"/>
                    <a:pt x="434" y="600"/>
                    <a:pt x="557" y="881"/>
                  </a:cubicBezTo>
                  <a:cubicBezTo>
                    <a:pt x="613" y="1016"/>
                    <a:pt x="658" y="1151"/>
                    <a:pt x="692" y="1297"/>
                  </a:cubicBezTo>
                  <a:cubicBezTo>
                    <a:pt x="737" y="1455"/>
                    <a:pt x="737" y="1612"/>
                    <a:pt x="782" y="1758"/>
                  </a:cubicBezTo>
                  <a:cubicBezTo>
                    <a:pt x="796" y="1794"/>
                    <a:pt x="827" y="1811"/>
                    <a:pt x="858" y="1811"/>
                  </a:cubicBezTo>
                  <a:cubicBezTo>
                    <a:pt x="904" y="1811"/>
                    <a:pt x="948" y="1774"/>
                    <a:pt x="928" y="1713"/>
                  </a:cubicBezTo>
                  <a:cubicBezTo>
                    <a:pt x="883" y="1567"/>
                    <a:pt x="883" y="1399"/>
                    <a:pt x="838" y="1241"/>
                  </a:cubicBezTo>
                  <a:cubicBezTo>
                    <a:pt x="805" y="1095"/>
                    <a:pt x="748" y="949"/>
                    <a:pt x="681" y="803"/>
                  </a:cubicBezTo>
                  <a:cubicBezTo>
                    <a:pt x="557" y="510"/>
                    <a:pt x="377" y="252"/>
                    <a:pt x="164" y="27"/>
                  </a:cubicBezTo>
                  <a:cubicBezTo>
                    <a:pt x="147" y="8"/>
                    <a:pt x="128" y="0"/>
                    <a:pt x="11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-21134" y="685097"/>
              <a:ext cx="60744" cy="129859"/>
            </a:xfrm>
            <a:custGeom>
              <a:avLst/>
              <a:gdLst/>
              <a:ahLst/>
              <a:cxnLst/>
              <a:rect l="l" t="t" r="r" b="b"/>
              <a:pathLst>
                <a:path w="653" h="1396" extrusionOk="0">
                  <a:moveTo>
                    <a:pt x="570" y="1"/>
                  </a:moveTo>
                  <a:cubicBezTo>
                    <a:pt x="563" y="1"/>
                    <a:pt x="557" y="2"/>
                    <a:pt x="551" y="4"/>
                  </a:cubicBezTo>
                  <a:cubicBezTo>
                    <a:pt x="292" y="127"/>
                    <a:pt x="112" y="375"/>
                    <a:pt x="67" y="667"/>
                  </a:cubicBezTo>
                  <a:cubicBezTo>
                    <a:pt x="34" y="802"/>
                    <a:pt x="11" y="948"/>
                    <a:pt x="11" y="1094"/>
                  </a:cubicBezTo>
                  <a:cubicBezTo>
                    <a:pt x="0" y="1206"/>
                    <a:pt x="56" y="1319"/>
                    <a:pt x="169" y="1386"/>
                  </a:cubicBezTo>
                  <a:cubicBezTo>
                    <a:pt x="180" y="1393"/>
                    <a:pt x="191" y="1395"/>
                    <a:pt x="201" y="1395"/>
                  </a:cubicBezTo>
                  <a:cubicBezTo>
                    <a:pt x="266" y="1395"/>
                    <a:pt x="313" y="1290"/>
                    <a:pt x="236" y="1251"/>
                  </a:cubicBezTo>
                  <a:cubicBezTo>
                    <a:pt x="157" y="1206"/>
                    <a:pt x="157" y="1117"/>
                    <a:pt x="157" y="1038"/>
                  </a:cubicBezTo>
                  <a:cubicBezTo>
                    <a:pt x="169" y="914"/>
                    <a:pt x="191" y="802"/>
                    <a:pt x="214" y="678"/>
                  </a:cubicBezTo>
                  <a:cubicBezTo>
                    <a:pt x="270" y="464"/>
                    <a:pt x="371" y="240"/>
                    <a:pt x="596" y="138"/>
                  </a:cubicBezTo>
                  <a:cubicBezTo>
                    <a:pt x="630" y="127"/>
                    <a:pt x="652" y="93"/>
                    <a:pt x="641" y="49"/>
                  </a:cubicBezTo>
                  <a:cubicBezTo>
                    <a:pt x="632" y="21"/>
                    <a:pt x="600" y="1"/>
                    <a:pt x="570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18586" y="874395"/>
              <a:ext cx="59441" cy="44465"/>
            </a:xfrm>
            <a:custGeom>
              <a:avLst/>
              <a:gdLst/>
              <a:ahLst/>
              <a:cxnLst/>
              <a:rect l="l" t="t" r="r" b="b"/>
              <a:pathLst>
                <a:path w="639" h="478" extrusionOk="0">
                  <a:moveTo>
                    <a:pt x="79" y="1"/>
                  </a:moveTo>
                  <a:cubicBezTo>
                    <a:pt x="72" y="1"/>
                    <a:pt x="64" y="1"/>
                    <a:pt x="56" y="3"/>
                  </a:cubicBezTo>
                  <a:cubicBezTo>
                    <a:pt x="23" y="15"/>
                    <a:pt x="0" y="60"/>
                    <a:pt x="0" y="105"/>
                  </a:cubicBezTo>
                  <a:cubicBezTo>
                    <a:pt x="63" y="326"/>
                    <a:pt x="274" y="478"/>
                    <a:pt x="504" y="478"/>
                  </a:cubicBezTo>
                  <a:cubicBezTo>
                    <a:pt x="520" y="478"/>
                    <a:pt x="535" y="477"/>
                    <a:pt x="551" y="476"/>
                  </a:cubicBezTo>
                  <a:cubicBezTo>
                    <a:pt x="554" y="476"/>
                    <a:pt x="557" y="476"/>
                    <a:pt x="560" y="476"/>
                  </a:cubicBezTo>
                  <a:cubicBezTo>
                    <a:pt x="638" y="476"/>
                    <a:pt x="638" y="329"/>
                    <a:pt x="560" y="329"/>
                  </a:cubicBezTo>
                  <a:cubicBezTo>
                    <a:pt x="557" y="329"/>
                    <a:pt x="554" y="329"/>
                    <a:pt x="551" y="329"/>
                  </a:cubicBezTo>
                  <a:lnTo>
                    <a:pt x="529" y="307"/>
                  </a:lnTo>
                  <a:lnTo>
                    <a:pt x="405" y="307"/>
                  </a:lnTo>
                  <a:cubicBezTo>
                    <a:pt x="382" y="307"/>
                    <a:pt x="371" y="307"/>
                    <a:pt x="360" y="296"/>
                  </a:cubicBezTo>
                  <a:lnTo>
                    <a:pt x="349" y="296"/>
                  </a:lnTo>
                  <a:cubicBezTo>
                    <a:pt x="326" y="284"/>
                    <a:pt x="304" y="273"/>
                    <a:pt x="281" y="262"/>
                  </a:cubicBezTo>
                  <a:lnTo>
                    <a:pt x="270" y="251"/>
                  </a:lnTo>
                  <a:lnTo>
                    <a:pt x="236" y="217"/>
                  </a:lnTo>
                  <a:lnTo>
                    <a:pt x="214" y="195"/>
                  </a:lnTo>
                  <a:lnTo>
                    <a:pt x="203" y="183"/>
                  </a:lnTo>
                  <a:cubicBezTo>
                    <a:pt x="180" y="161"/>
                    <a:pt x="169" y="138"/>
                    <a:pt x="158" y="116"/>
                  </a:cubicBezTo>
                  <a:cubicBezTo>
                    <a:pt x="158" y="116"/>
                    <a:pt x="158" y="116"/>
                    <a:pt x="158" y="105"/>
                  </a:cubicBezTo>
                  <a:cubicBezTo>
                    <a:pt x="158" y="105"/>
                    <a:pt x="158" y="105"/>
                    <a:pt x="158" y="93"/>
                  </a:cubicBezTo>
                  <a:lnTo>
                    <a:pt x="146" y="60"/>
                  </a:lnTo>
                  <a:cubicBezTo>
                    <a:pt x="137" y="22"/>
                    <a:pt x="112" y="1"/>
                    <a:pt x="79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587691" y="1014951"/>
              <a:ext cx="217394" cy="34511"/>
            </a:xfrm>
            <a:custGeom>
              <a:avLst/>
              <a:gdLst/>
              <a:ahLst/>
              <a:cxnLst/>
              <a:rect l="l" t="t" r="r" b="b"/>
              <a:pathLst>
                <a:path w="2337" h="371" extrusionOk="0">
                  <a:moveTo>
                    <a:pt x="116" y="0"/>
                  </a:moveTo>
                  <a:cubicBezTo>
                    <a:pt x="46" y="0"/>
                    <a:pt x="0" y="96"/>
                    <a:pt x="77" y="134"/>
                  </a:cubicBezTo>
                  <a:cubicBezTo>
                    <a:pt x="372" y="260"/>
                    <a:pt x="676" y="337"/>
                    <a:pt x="1000" y="337"/>
                  </a:cubicBezTo>
                  <a:cubicBezTo>
                    <a:pt x="1022" y="337"/>
                    <a:pt x="1044" y="337"/>
                    <a:pt x="1066" y="336"/>
                  </a:cubicBezTo>
                  <a:cubicBezTo>
                    <a:pt x="1460" y="347"/>
                    <a:pt x="1853" y="359"/>
                    <a:pt x="2247" y="370"/>
                  </a:cubicBezTo>
                  <a:cubicBezTo>
                    <a:pt x="2250" y="370"/>
                    <a:pt x="2253" y="370"/>
                    <a:pt x="2256" y="370"/>
                  </a:cubicBezTo>
                  <a:cubicBezTo>
                    <a:pt x="2336" y="370"/>
                    <a:pt x="2333" y="224"/>
                    <a:pt x="2235" y="224"/>
                  </a:cubicBezTo>
                  <a:lnTo>
                    <a:pt x="1122" y="190"/>
                  </a:lnTo>
                  <a:cubicBezTo>
                    <a:pt x="1098" y="191"/>
                    <a:pt x="1074" y="191"/>
                    <a:pt x="1050" y="191"/>
                  </a:cubicBezTo>
                  <a:cubicBezTo>
                    <a:pt x="738" y="191"/>
                    <a:pt x="437" y="125"/>
                    <a:pt x="156" y="10"/>
                  </a:cubicBezTo>
                  <a:cubicBezTo>
                    <a:pt x="142" y="3"/>
                    <a:pt x="129" y="0"/>
                    <a:pt x="116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892802" y="919139"/>
              <a:ext cx="198417" cy="104092"/>
            </a:xfrm>
            <a:custGeom>
              <a:avLst/>
              <a:gdLst/>
              <a:ahLst/>
              <a:cxnLst/>
              <a:rect l="l" t="t" r="r" b="b"/>
              <a:pathLst>
                <a:path w="2133" h="1119" extrusionOk="0">
                  <a:moveTo>
                    <a:pt x="2018" y="1"/>
                  </a:moveTo>
                  <a:cubicBezTo>
                    <a:pt x="2002" y="1"/>
                    <a:pt x="1985" y="6"/>
                    <a:pt x="1968" y="17"/>
                  </a:cubicBezTo>
                  <a:cubicBezTo>
                    <a:pt x="1417" y="467"/>
                    <a:pt x="765" y="804"/>
                    <a:pt x="68" y="973"/>
                  </a:cubicBezTo>
                  <a:cubicBezTo>
                    <a:pt x="1" y="1018"/>
                    <a:pt x="23" y="1119"/>
                    <a:pt x="102" y="1119"/>
                  </a:cubicBezTo>
                  <a:cubicBezTo>
                    <a:pt x="822" y="928"/>
                    <a:pt x="1496" y="590"/>
                    <a:pt x="2070" y="118"/>
                  </a:cubicBezTo>
                  <a:cubicBezTo>
                    <a:pt x="2132" y="74"/>
                    <a:pt x="2081" y="1"/>
                    <a:pt x="2018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1388885" y="418590"/>
              <a:ext cx="148185" cy="50232"/>
            </a:xfrm>
            <a:custGeom>
              <a:avLst/>
              <a:gdLst/>
              <a:ahLst/>
              <a:cxnLst/>
              <a:rect l="l" t="t" r="r" b="b"/>
              <a:pathLst>
                <a:path w="1593" h="540" extrusionOk="0">
                  <a:moveTo>
                    <a:pt x="283" y="1"/>
                  </a:moveTo>
                  <a:cubicBezTo>
                    <a:pt x="222" y="1"/>
                    <a:pt x="160" y="5"/>
                    <a:pt x="98" y="13"/>
                  </a:cubicBezTo>
                  <a:cubicBezTo>
                    <a:pt x="1" y="35"/>
                    <a:pt x="38" y="160"/>
                    <a:pt x="121" y="160"/>
                  </a:cubicBezTo>
                  <a:cubicBezTo>
                    <a:pt x="125" y="160"/>
                    <a:pt x="128" y="160"/>
                    <a:pt x="132" y="159"/>
                  </a:cubicBezTo>
                  <a:cubicBezTo>
                    <a:pt x="188" y="151"/>
                    <a:pt x="244" y="147"/>
                    <a:pt x="299" y="147"/>
                  </a:cubicBezTo>
                  <a:cubicBezTo>
                    <a:pt x="708" y="147"/>
                    <a:pt x="1091" y="352"/>
                    <a:pt x="1447" y="530"/>
                  </a:cubicBezTo>
                  <a:cubicBezTo>
                    <a:pt x="1459" y="537"/>
                    <a:pt x="1471" y="540"/>
                    <a:pt x="1482" y="540"/>
                  </a:cubicBezTo>
                  <a:cubicBezTo>
                    <a:pt x="1546" y="540"/>
                    <a:pt x="1593" y="445"/>
                    <a:pt x="1526" y="406"/>
                  </a:cubicBezTo>
                  <a:cubicBezTo>
                    <a:pt x="1131" y="199"/>
                    <a:pt x="719" y="1"/>
                    <a:pt x="283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1587207" y="500263"/>
              <a:ext cx="59720" cy="37209"/>
            </a:xfrm>
            <a:custGeom>
              <a:avLst/>
              <a:gdLst/>
              <a:ahLst/>
              <a:cxnLst/>
              <a:rect l="l" t="t" r="r" b="b"/>
              <a:pathLst>
                <a:path w="642" h="400" extrusionOk="0">
                  <a:moveTo>
                    <a:pt x="68" y="1"/>
                  </a:moveTo>
                  <a:cubicBezTo>
                    <a:pt x="35" y="1"/>
                    <a:pt x="1" y="34"/>
                    <a:pt x="1" y="79"/>
                  </a:cubicBezTo>
                  <a:cubicBezTo>
                    <a:pt x="1" y="124"/>
                    <a:pt x="35" y="158"/>
                    <a:pt x="68" y="158"/>
                  </a:cubicBezTo>
                  <a:lnTo>
                    <a:pt x="125" y="158"/>
                  </a:lnTo>
                  <a:lnTo>
                    <a:pt x="192" y="169"/>
                  </a:lnTo>
                  <a:cubicBezTo>
                    <a:pt x="237" y="180"/>
                    <a:pt x="271" y="192"/>
                    <a:pt x="316" y="214"/>
                  </a:cubicBezTo>
                  <a:cubicBezTo>
                    <a:pt x="394" y="248"/>
                    <a:pt x="462" y="304"/>
                    <a:pt x="518" y="383"/>
                  </a:cubicBezTo>
                  <a:cubicBezTo>
                    <a:pt x="529" y="394"/>
                    <a:pt x="546" y="400"/>
                    <a:pt x="564" y="400"/>
                  </a:cubicBezTo>
                  <a:cubicBezTo>
                    <a:pt x="583" y="400"/>
                    <a:pt x="602" y="394"/>
                    <a:pt x="619" y="383"/>
                  </a:cubicBezTo>
                  <a:cubicBezTo>
                    <a:pt x="642" y="349"/>
                    <a:pt x="642" y="304"/>
                    <a:pt x="619" y="270"/>
                  </a:cubicBezTo>
                  <a:cubicBezTo>
                    <a:pt x="484" y="113"/>
                    <a:pt x="282" y="12"/>
                    <a:pt x="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1251306" y="951510"/>
              <a:ext cx="224184" cy="71720"/>
            </a:xfrm>
            <a:custGeom>
              <a:avLst/>
              <a:gdLst/>
              <a:ahLst/>
              <a:cxnLst/>
              <a:rect l="l" t="t" r="r" b="b"/>
              <a:pathLst>
                <a:path w="2410" h="771" extrusionOk="0">
                  <a:moveTo>
                    <a:pt x="109" y="0"/>
                  </a:moveTo>
                  <a:cubicBezTo>
                    <a:pt x="44" y="0"/>
                    <a:pt x="0" y="92"/>
                    <a:pt x="59" y="141"/>
                  </a:cubicBezTo>
                  <a:cubicBezTo>
                    <a:pt x="745" y="546"/>
                    <a:pt x="1532" y="760"/>
                    <a:pt x="2330" y="771"/>
                  </a:cubicBezTo>
                  <a:cubicBezTo>
                    <a:pt x="2409" y="760"/>
                    <a:pt x="2409" y="625"/>
                    <a:pt x="2330" y="613"/>
                  </a:cubicBezTo>
                  <a:cubicBezTo>
                    <a:pt x="1555" y="602"/>
                    <a:pt x="801" y="400"/>
                    <a:pt x="138" y="6"/>
                  </a:cubicBezTo>
                  <a:cubicBezTo>
                    <a:pt x="128" y="2"/>
                    <a:pt x="118" y="0"/>
                    <a:pt x="109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717177" y="443241"/>
              <a:ext cx="36651" cy="50604"/>
            </a:xfrm>
            <a:custGeom>
              <a:avLst/>
              <a:gdLst/>
              <a:ahLst/>
              <a:cxnLst/>
              <a:rect l="l" t="t" r="r" b="b"/>
              <a:pathLst>
                <a:path w="394" h="544" extrusionOk="0">
                  <a:moveTo>
                    <a:pt x="242" y="1"/>
                  </a:moveTo>
                  <a:cubicBezTo>
                    <a:pt x="217" y="1"/>
                    <a:pt x="191" y="7"/>
                    <a:pt x="169" y="18"/>
                  </a:cubicBezTo>
                  <a:lnTo>
                    <a:pt x="146" y="29"/>
                  </a:lnTo>
                  <a:lnTo>
                    <a:pt x="113" y="29"/>
                  </a:lnTo>
                  <a:cubicBezTo>
                    <a:pt x="68" y="29"/>
                    <a:pt x="34" y="63"/>
                    <a:pt x="34" y="96"/>
                  </a:cubicBezTo>
                  <a:cubicBezTo>
                    <a:pt x="23" y="153"/>
                    <a:pt x="23" y="220"/>
                    <a:pt x="11" y="276"/>
                  </a:cubicBezTo>
                  <a:cubicBezTo>
                    <a:pt x="0" y="321"/>
                    <a:pt x="0" y="366"/>
                    <a:pt x="11" y="411"/>
                  </a:cubicBezTo>
                  <a:cubicBezTo>
                    <a:pt x="23" y="467"/>
                    <a:pt x="56" y="524"/>
                    <a:pt x="113" y="535"/>
                  </a:cubicBezTo>
                  <a:cubicBezTo>
                    <a:pt x="128" y="541"/>
                    <a:pt x="145" y="544"/>
                    <a:pt x="162" y="544"/>
                  </a:cubicBezTo>
                  <a:cubicBezTo>
                    <a:pt x="205" y="544"/>
                    <a:pt x="249" y="526"/>
                    <a:pt x="281" y="501"/>
                  </a:cubicBezTo>
                  <a:cubicBezTo>
                    <a:pt x="326" y="456"/>
                    <a:pt x="349" y="411"/>
                    <a:pt x="360" y="355"/>
                  </a:cubicBezTo>
                  <a:cubicBezTo>
                    <a:pt x="360" y="299"/>
                    <a:pt x="371" y="243"/>
                    <a:pt x="371" y="186"/>
                  </a:cubicBezTo>
                  <a:cubicBezTo>
                    <a:pt x="394" y="119"/>
                    <a:pt x="360" y="63"/>
                    <a:pt x="315" y="18"/>
                  </a:cubicBezTo>
                  <a:cubicBezTo>
                    <a:pt x="293" y="7"/>
                    <a:pt x="267" y="1"/>
                    <a:pt x="24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799780" y="446962"/>
              <a:ext cx="29395" cy="46790"/>
            </a:xfrm>
            <a:custGeom>
              <a:avLst/>
              <a:gdLst/>
              <a:ahLst/>
              <a:cxnLst/>
              <a:rect l="l" t="t" r="r" b="b"/>
              <a:pathLst>
                <a:path w="316" h="503" extrusionOk="0">
                  <a:moveTo>
                    <a:pt x="135" y="0"/>
                  </a:moveTo>
                  <a:cubicBezTo>
                    <a:pt x="102" y="0"/>
                    <a:pt x="79" y="23"/>
                    <a:pt x="68" y="45"/>
                  </a:cubicBezTo>
                  <a:cubicBezTo>
                    <a:pt x="34" y="101"/>
                    <a:pt x="23" y="158"/>
                    <a:pt x="12" y="225"/>
                  </a:cubicBezTo>
                  <a:cubicBezTo>
                    <a:pt x="0" y="281"/>
                    <a:pt x="0" y="349"/>
                    <a:pt x="12" y="416"/>
                  </a:cubicBezTo>
                  <a:cubicBezTo>
                    <a:pt x="23" y="427"/>
                    <a:pt x="34" y="450"/>
                    <a:pt x="45" y="461"/>
                  </a:cubicBezTo>
                  <a:lnTo>
                    <a:pt x="57" y="461"/>
                  </a:lnTo>
                  <a:cubicBezTo>
                    <a:pt x="68" y="472"/>
                    <a:pt x="68" y="484"/>
                    <a:pt x="79" y="484"/>
                  </a:cubicBezTo>
                  <a:cubicBezTo>
                    <a:pt x="99" y="497"/>
                    <a:pt x="122" y="502"/>
                    <a:pt x="145" y="502"/>
                  </a:cubicBezTo>
                  <a:cubicBezTo>
                    <a:pt x="162" y="502"/>
                    <a:pt x="178" y="500"/>
                    <a:pt x="191" y="495"/>
                  </a:cubicBezTo>
                  <a:cubicBezTo>
                    <a:pt x="259" y="472"/>
                    <a:pt x="304" y="405"/>
                    <a:pt x="304" y="326"/>
                  </a:cubicBezTo>
                  <a:cubicBezTo>
                    <a:pt x="304" y="315"/>
                    <a:pt x="304" y="304"/>
                    <a:pt x="304" y="293"/>
                  </a:cubicBezTo>
                  <a:cubicBezTo>
                    <a:pt x="304" y="259"/>
                    <a:pt x="304" y="214"/>
                    <a:pt x="304" y="180"/>
                  </a:cubicBezTo>
                  <a:cubicBezTo>
                    <a:pt x="315" y="135"/>
                    <a:pt x="293" y="90"/>
                    <a:pt x="259" y="79"/>
                  </a:cubicBezTo>
                  <a:lnTo>
                    <a:pt x="225" y="79"/>
                  </a:lnTo>
                  <a:lnTo>
                    <a:pt x="214" y="68"/>
                  </a:lnTo>
                  <a:lnTo>
                    <a:pt x="191" y="56"/>
                  </a:lnTo>
                  <a:cubicBezTo>
                    <a:pt x="191" y="45"/>
                    <a:pt x="191" y="45"/>
                    <a:pt x="191" y="45"/>
                  </a:cubicBezTo>
                  <a:cubicBezTo>
                    <a:pt x="180" y="23"/>
                    <a:pt x="158" y="11"/>
                    <a:pt x="135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714014" y="560913"/>
              <a:ext cx="117208" cy="75627"/>
            </a:xfrm>
            <a:custGeom>
              <a:avLst/>
              <a:gdLst/>
              <a:ahLst/>
              <a:cxnLst/>
              <a:rect l="l" t="t" r="r" b="b"/>
              <a:pathLst>
                <a:path w="1260" h="813" extrusionOk="0">
                  <a:moveTo>
                    <a:pt x="1181" y="1"/>
                  </a:moveTo>
                  <a:cubicBezTo>
                    <a:pt x="1136" y="1"/>
                    <a:pt x="1102" y="34"/>
                    <a:pt x="1102" y="68"/>
                  </a:cubicBezTo>
                  <a:cubicBezTo>
                    <a:pt x="1102" y="237"/>
                    <a:pt x="1057" y="383"/>
                    <a:pt x="967" y="518"/>
                  </a:cubicBezTo>
                  <a:cubicBezTo>
                    <a:pt x="877" y="619"/>
                    <a:pt x="754" y="664"/>
                    <a:pt x="619" y="664"/>
                  </a:cubicBezTo>
                  <a:cubicBezTo>
                    <a:pt x="327" y="641"/>
                    <a:pt x="158" y="349"/>
                    <a:pt x="169" y="79"/>
                  </a:cubicBezTo>
                  <a:cubicBezTo>
                    <a:pt x="175" y="29"/>
                    <a:pt x="141" y="3"/>
                    <a:pt x="104" y="3"/>
                  </a:cubicBezTo>
                  <a:cubicBezTo>
                    <a:pt x="68" y="3"/>
                    <a:pt x="29" y="29"/>
                    <a:pt x="23" y="79"/>
                  </a:cubicBezTo>
                  <a:cubicBezTo>
                    <a:pt x="0" y="360"/>
                    <a:pt x="147" y="619"/>
                    <a:pt x="394" y="754"/>
                  </a:cubicBezTo>
                  <a:cubicBezTo>
                    <a:pt x="473" y="793"/>
                    <a:pt x="558" y="812"/>
                    <a:pt x="642" y="812"/>
                  </a:cubicBezTo>
                  <a:cubicBezTo>
                    <a:pt x="822" y="812"/>
                    <a:pt x="999" y="727"/>
                    <a:pt x="1113" y="574"/>
                  </a:cubicBezTo>
                  <a:cubicBezTo>
                    <a:pt x="1203" y="417"/>
                    <a:pt x="1248" y="248"/>
                    <a:pt x="1260" y="79"/>
                  </a:cubicBezTo>
                  <a:cubicBezTo>
                    <a:pt x="1260" y="34"/>
                    <a:pt x="1226" y="1"/>
                    <a:pt x="1181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8" name="Google Shape;168;p5"/>
          <p:cNvGrpSpPr/>
          <p:nvPr/>
        </p:nvGrpSpPr>
        <p:grpSpPr>
          <a:xfrm flipH="1">
            <a:off x="-495029" y="-550436"/>
            <a:ext cx="1713102" cy="1156456"/>
            <a:chOff x="2251342" y="373064"/>
            <a:chExt cx="1713102" cy="1156456"/>
          </a:xfrm>
        </p:grpSpPr>
        <p:sp>
          <p:nvSpPr>
            <p:cNvPr id="169" name="Google Shape;169;p5"/>
            <p:cNvSpPr/>
            <p:nvPr/>
          </p:nvSpPr>
          <p:spPr>
            <a:xfrm>
              <a:off x="2251342" y="373064"/>
              <a:ext cx="1713102" cy="1156456"/>
            </a:xfrm>
            <a:custGeom>
              <a:avLst/>
              <a:gdLst/>
              <a:ahLst/>
              <a:cxnLst/>
              <a:rect l="l" t="t" r="r" b="b"/>
              <a:pathLst>
                <a:path w="18416" h="12432" extrusionOk="0">
                  <a:moveTo>
                    <a:pt x="6845" y="0"/>
                  </a:moveTo>
                  <a:cubicBezTo>
                    <a:pt x="6533" y="0"/>
                    <a:pt x="6188" y="87"/>
                    <a:pt x="5813" y="290"/>
                  </a:cubicBezTo>
                  <a:cubicBezTo>
                    <a:pt x="4812" y="819"/>
                    <a:pt x="4205" y="1864"/>
                    <a:pt x="4239" y="2988"/>
                  </a:cubicBezTo>
                  <a:cubicBezTo>
                    <a:pt x="4239" y="2988"/>
                    <a:pt x="3653" y="2669"/>
                    <a:pt x="2949" y="2669"/>
                  </a:cubicBezTo>
                  <a:cubicBezTo>
                    <a:pt x="2230" y="2669"/>
                    <a:pt x="1388" y="3002"/>
                    <a:pt x="922" y="4349"/>
                  </a:cubicBezTo>
                  <a:cubicBezTo>
                    <a:pt x="0" y="7013"/>
                    <a:pt x="2271" y="7485"/>
                    <a:pt x="2271" y="7485"/>
                  </a:cubicBezTo>
                  <a:cubicBezTo>
                    <a:pt x="2271" y="7485"/>
                    <a:pt x="1046" y="11195"/>
                    <a:pt x="4059" y="12196"/>
                  </a:cubicBezTo>
                  <a:cubicBezTo>
                    <a:pt x="4554" y="12362"/>
                    <a:pt x="5013" y="12432"/>
                    <a:pt x="5436" y="12432"/>
                  </a:cubicBezTo>
                  <a:cubicBezTo>
                    <a:pt x="7587" y="12432"/>
                    <a:pt x="8781" y="10633"/>
                    <a:pt x="8781" y="10633"/>
                  </a:cubicBezTo>
                  <a:cubicBezTo>
                    <a:pt x="8781" y="10633"/>
                    <a:pt x="9436" y="11953"/>
                    <a:pt x="11076" y="11953"/>
                  </a:cubicBezTo>
                  <a:cubicBezTo>
                    <a:pt x="11271" y="11953"/>
                    <a:pt x="11480" y="11934"/>
                    <a:pt x="11704" y="11892"/>
                  </a:cubicBezTo>
                  <a:cubicBezTo>
                    <a:pt x="13795" y="11499"/>
                    <a:pt x="13615" y="9284"/>
                    <a:pt x="13615" y="9284"/>
                  </a:cubicBezTo>
                  <a:lnTo>
                    <a:pt x="13615" y="9284"/>
                  </a:lnTo>
                  <a:cubicBezTo>
                    <a:pt x="13615" y="9284"/>
                    <a:pt x="14680" y="9900"/>
                    <a:pt x="15733" y="9900"/>
                  </a:cubicBezTo>
                  <a:cubicBezTo>
                    <a:pt x="16490" y="9900"/>
                    <a:pt x="17240" y="9582"/>
                    <a:pt x="17584" y="8486"/>
                  </a:cubicBezTo>
                  <a:cubicBezTo>
                    <a:pt x="18416" y="5866"/>
                    <a:pt x="16324" y="4956"/>
                    <a:pt x="16324" y="4956"/>
                  </a:cubicBezTo>
                  <a:cubicBezTo>
                    <a:pt x="16324" y="4956"/>
                    <a:pt x="18112" y="2685"/>
                    <a:pt x="15672" y="897"/>
                  </a:cubicBezTo>
                  <a:cubicBezTo>
                    <a:pt x="15135" y="505"/>
                    <a:pt x="14640" y="352"/>
                    <a:pt x="14195" y="352"/>
                  </a:cubicBezTo>
                  <a:cubicBezTo>
                    <a:pt x="12611" y="352"/>
                    <a:pt x="11659" y="2291"/>
                    <a:pt x="11659" y="2291"/>
                  </a:cubicBezTo>
                  <a:cubicBezTo>
                    <a:pt x="11603" y="1538"/>
                    <a:pt x="11018" y="920"/>
                    <a:pt x="10254" y="852"/>
                  </a:cubicBezTo>
                  <a:cubicBezTo>
                    <a:pt x="10163" y="841"/>
                    <a:pt x="10077" y="836"/>
                    <a:pt x="9996" y="836"/>
                  </a:cubicBezTo>
                  <a:cubicBezTo>
                    <a:pt x="8877" y="836"/>
                    <a:pt x="8691" y="1853"/>
                    <a:pt x="8691" y="1853"/>
                  </a:cubicBezTo>
                  <a:cubicBezTo>
                    <a:pt x="8621" y="1073"/>
                    <a:pt x="7943" y="0"/>
                    <a:pt x="68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2394502" y="663011"/>
              <a:ext cx="169580" cy="101115"/>
            </a:xfrm>
            <a:custGeom>
              <a:avLst/>
              <a:gdLst/>
              <a:ahLst/>
              <a:cxnLst/>
              <a:rect l="l" t="t" r="r" b="b"/>
              <a:pathLst>
                <a:path w="1823" h="1087" extrusionOk="0">
                  <a:moveTo>
                    <a:pt x="1593" y="1"/>
                  </a:moveTo>
                  <a:cubicBezTo>
                    <a:pt x="927" y="1"/>
                    <a:pt x="318" y="374"/>
                    <a:pt x="24" y="973"/>
                  </a:cubicBezTo>
                  <a:cubicBezTo>
                    <a:pt x="1" y="1035"/>
                    <a:pt x="53" y="1087"/>
                    <a:pt x="102" y="1087"/>
                  </a:cubicBezTo>
                  <a:cubicBezTo>
                    <a:pt x="124" y="1087"/>
                    <a:pt x="145" y="1076"/>
                    <a:pt x="159" y="1052"/>
                  </a:cubicBezTo>
                  <a:cubicBezTo>
                    <a:pt x="417" y="504"/>
                    <a:pt x="971" y="156"/>
                    <a:pt x="1574" y="156"/>
                  </a:cubicBezTo>
                  <a:cubicBezTo>
                    <a:pt x="1627" y="156"/>
                    <a:pt x="1680" y="158"/>
                    <a:pt x="1733" y="164"/>
                  </a:cubicBezTo>
                  <a:cubicBezTo>
                    <a:pt x="1736" y="164"/>
                    <a:pt x="1739" y="164"/>
                    <a:pt x="1742" y="164"/>
                  </a:cubicBezTo>
                  <a:cubicBezTo>
                    <a:pt x="1823" y="164"/>
                    <a:pt x="1820" y="17"/>
                    <a:pt x="1733" y="6"/>
                  </a:cubicBezTo>
                  <a:cubicBezTo>
                    <a:pt x="1686" y="3"/>
                    <a:pt x="1640" y="1"/>
                    <a:pt x="1593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2599614" y="670918"/>
              <a:ext cx="53395" cy="27535"/>
            </a:xfrm>
            <a:custGeom>
              <a:avLst/>
              <a:gdLst/>
              <a:ahLst/>
              <a:cxnLst/>
              <a:rect l="l" t="t" r="r" b="b"/>
              <a:pathLst>
                <a:path w="574" h="296" extrusionOk="0">
                  <a:moveTo>
                    <a:pt x="79" y="0"/>
                  </a:moveTo>
                  <a:cubicBezTo>
                    <a:pt x="34" y="0"/>
                    <a:pt x="0" y="34"/>
                    <a:pt x="0" y="79"/>
                  </a:cubicBezTo>
                  <a:cubicBezTo>
                    <a:pt x="0" y="124"/>
                    <a:pt x="34" y="157"/>
                    <a:pt x="79" y="157"/>
                  </a:cubicBezTo>
                  <a:lnTo>
                    <a:pt x="169" y="157"/>
                  </a:lnTo>
                  <a:cubicBezTo>
                    <a:pt x="203" y="157"/>
                    <a:pt x="236" y="169"/>
                    <a:pt x="281" y="180"/>
                  </a:cubicBezTo>
                  <a:lnTo>
                    <a:pt x="304" y="191"/>
                  </a:lnTo>
                  <a:lnTo>
                    <a:pt x="315" y="202"/>
                  </a:lnTo>
                  <a:cubicBezTo>
                    <a:pt x="326" y="202"/>
                    <a:pt x="349" y="214"/>
                    <a:pt x="360" y="225"/>
                  </a:cubicBezTo>
                  <a:cubicBezTo>
                    <a:pt x="382" y="225"/>
                    <a:pt x="394" y="236"/>
                    <a:pt x="405" y="247"/>
                  </a:cubicBezTo>
                  <a:lnTo>
                    <a:pt x="427" y="270"/>
                  </a:lnTo>
                  <a:cubicBezTo>
                    <a:pt x="427" y="270"/>
                    <a:pt x="442" y="275"/>
                    <a:pt x="449" y="275"/>
                  </a:cubicBezTo>
                  <a:cubicBezTo>
                    <a:pt x="451" y="275"/>
                    <a:pt x="452" y="274"/>
                    <a:pt x="452" y="273"/>
                  </a:cubicBezTo>
                  <a:lnTo>
                    <a:pt x="452" y="273"/>
                  </a:lnTo>
                  <a:cubicBezTo>
                    <a:pt x="463" y="288"/>
                    <a:pt x="479" y="295"/>
                    <a:pt x="496" y="295"/>
                  </a:cubicBezTo>
                  <a:cubicBezTo>
                    <a:pt x="514" y="295"/>
                    <a:pt x="534" y="287"/>
                    <a:pt x="551" y="270"/>
                  </a:cubicBezTo>
                  <a:cubicBezTo>
                    <a:pt x="574" y="247"/>
                    <a:pt x="574" y="202"/>
                    <a:pt x="551" y="180"/>
                  </a:cubicBezTo>
                  <a:cubicBezTo>
                    <a:pt x="416" y="67"/>
                    <a:pt x="247" y="11"/>
                    <a:pt x="79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2342317" y="815846"/>
              <a:ext cx="40372" cy="99813"/>
            </a:xfrm>
            <a:custGeom>
              <a:avLst/>
              <a:gdLst/>
              <a:ahLst/>
              <a:cxnLst/>
              <a:rect l="l" t="t" r="r" b="b"/>
              <a:pathLst>
                <a:path w="434" h="1073" extrusionOk="0">
                  <a:moveTo>
                    <a:pt x="329" y="0"/>
                  </a:moveTo>
                  <a:cubicBezTo>
                    <a:pt x="310" y="0"/>
                    <a:pt x="289" y="8"/>
                    <a:pt x="270" y="27"/>
                  </a:cubicBezTo>
                  <a:cubicBezTo>
                    <a:pt x="0" y="275"/>
                    <a:pt x="34" y="668"/>
                    <a:pt x="68" y="1005"/>
                  </a:cubicBezTo>
                  <a:cubicBezTo>
                    <a:pt x="62" y="1050"/>
                    <a:pt x="102" y="1073"/>
                    <a:pt x="141" y="1073"/>
                  </a:cubicBezTo>
                  <a:cubicBezTo>
                    <a:pt x="180" y="1073"/>
                    <a:pt x="220" y="1050"/>
                    <a:pt x="214" y="1005"/>
                  </a:cubicBezTo>
                  <a:cubicBezTo>
                    <a:pt x="180" y="713"/>
                    <a:pt x="147" y="353"/>
                    <a:pt x="383" y="128"/>
                  </a:cubicBezTo>
                  <a:cubicBezTo>
                    <a:pt x="434" y="77"/>
                    <a:pt x="388" y="0"/>
                    <a:pt x="329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2690031" y="455202"/>
              <a:ext cx="143255" cy="169487"/>
            </a:xfrm>
            <a:custGeom>
              <a:avLst/>
              <a:gdLst/>
              <a:ahLst/>
              <a:cxnLst/>
              <a:rect l="l" t="t" r="r" b="b"/>
              <a:pathLst>
                <a:path w="1540" h="1822" extrusionOk="0">
                  <a:moveTo>
                    <a:pt x="1430" y="1"/>
                  </a:moveTo>
                  <a:cubicBezTo>
                    <a:pt x="1424" y="1"/>
                    <a:pt x="1418" y="1"/>
                    <a:pt x="1412" y="3"/>
                  </a:cubicBezTo>
                  <a:cubicBezTo>
                    <a:pt x="658" y="284"/>
                    <a:pt x="107" y="947"/>
                    <a:pt x="6" y="1746"/>
                  </a:cubicBezTo>
                  <a:cubicBezTo>
                    <a:pt x="1" y="1796"/>
                    <a:pt x="34" y="1822"/>
                    <a:pt x="71" y="1822"/>
                  </a:cubicBezTo>
                  <a:cubicBezTo>
                    <a:pt x="107" y="1822"/>
                    <a:pt x="147" y="1796"/>
                    <a:pt x="152" y="1746"/>
                  </a:cubicBezTo>
                  <a:cubicBezTo>
                    <a:pt x="254" y="1015"/>
                    <a:pt x="759" y="408"/>
                    <a:pt x="1445" y="149"/>
                  </a:cubicBezTo>
                  <a:cubicBezTo>
                    <a:pt x="1539" y="128"/>
                    <a:pt x="1507" y="1"/>
                    <a:pt x="1430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2895794" y="434272"/>
              <a:ext cx="68837" cy="29395"/>
            </a:xfrm>
            <a:custGeom>
              <a:avLst/>
              <a:gdLst/>
              <a:ahLst/>
              <a:cxnLst/>
              <a:rect l="l" t="t" r="r" b="b"/>
              <a:pathLst>
                <a:path w="740" h="316" extrusionOk="0">
                  <a:moveTo>
                    <a:pt x="159" y="0"/>
                  </a:moveTo>
                  <a:cubicBezTo>
                    <a:pt x="135" y="0"/>
                    <a:pt x="112" y="1"/>
                    <a:pt x="88" y="3"/>
                  </a:cubicBezTo>
                  <a:cubicBezTo>
                    <a:pt x="82" y="2"/>
                    <a:pt x="77" y="1"/>
                    <a:pt x="73" y="1"/>
                  </a:cubicBezTo>
                  <a:cubicBezTo>
                    <a:pt x="0" y="1"/>
                    <a:pt x="3" y="150"/>
                    <a:pt x="80" y="150"/>
                  </a:cubicBezTo>
                  <a:cubicBezTo>
                    <a:pt x="82" y="150"/>
                    <a:pt x="85" y="150"/>
                    <a:pt x="88" y="149"/>
                  </a:cubicBezTo>
                  <a:cubicBezTo>
                    <a:pt x="116" y="147"/>
                    <a:pt x="143" y="145"/>
                    <a:pt x="170" y="145"/>
                  </a:cubicBezTo>
                  <a:cubicBezTo>
                    <a:pt x="251" y="145"/>
                    <a:pt x="327" y="158"/>
                    <a:pt x="402" y="183"/>
                  </a:cubicBezTo>
                  <a:cubicBezTo>
                    <a:pt x="447" y="194"/>
                    <a:pt x="504" y="206"/>
                    <a:pt x="549" y="217"/>
                  </a:cubicBezTo>
                  <a:cubicBezTo>
                    <a:pt x="560" y="228"/>
                    <a:pt x="571" y="228"/>
                    <a:pt x="582" y="239"/>
                  </a:cubicBezTo>
                  <a:cubicBezTo>
                    <a:pt x="580" y="237"/>
                    <a:pt x="580" y="236"/>
                    <a:pt x="580" y="236"/>
                  </a:cubicBezTo>
                  <a:cubicBezTo>
                    <a:pt x="582" y="236"/>
                    <a:pt x="592" y="243"/>
                    <a:pt x="590" y="243"/>
                  </a:cubicBezTo>
                  <a:cubicBezTo>
                    <a:pt x="589" y="243"/>
                    <a:pt x="587" y="242"/>
                    <a:pt x="582" y="239"/>
                  </a:cubicBezTo>
                  <a:lnTo>
                    <a:pt x="582" y="239"/>
                  </a:lnTo>
                  <a:cubicBezTo>
                    <a:pt x="582" y="290"/>
                    <a:pt x="619" y="315"/>
                    <a:pt x="655" y="315"/>
                  </a:cubicBezTo>
                  <a:cubicBezTo>
                    <a:pt x="692" y="315"/>
                    <a:pt x="729" y="290"/>
                    <a:pt x="729" y="239"/>
                  </a:cubicBezTo>
                  <a:cubicBezTo>
                    <a:pt x="740" y="116"/>
                    <a:pt x="594" y="82"/>
                    <a:pt x="492" y="48"/>
                  </a:cubicBezTo>
                  <a:cubicBezTo>
                    <a:pt x="381" y="20"/>
                    <a:pt x="270" y="0"/>
                    <a:pt x="159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5"/>
            <p:cNvSpPr/>
            <p:nvPr/>
          </p:nvSpPr>
          <p:spPr>
            <a:xfrm>
              <a:off x="3094023" y="491015"/>
              <a:ext cx="107348" cy="66790"/>
            </a:xfrm>
            <a:custGeom>
              <a:avLst/>
              <a:gdLst/>
              <a:ahLst/>
              <a:cxnLst/>
              <a:rect l="l" t="t" r="r" b="b"/>
              <a:pathLst>
                <a:path w="1154" h="718" extrusionOk="0">
                  <a:moveTo>
                    <a:pt x="930" y="1"/>
                  </a:moveTo>
                  <a:cubicBezTo>
                    <a:pt x="773" y="1"/>
                    <a:pt x="621" y="49"/>
                    <a:pt x="498" y="146"/>
                  </a:cubicBezTo>
                  <a:cubicBezTo>
                    <a:pt x="329" y="259"/>
                    <a:pt x="183" y="416"/>
                    <a:pt x="59" y="585"/>
                  </a:cubicBezTo>
                  <a:cubicBezTo>
                    <a:pt x="0" y="636"/>
                    <a:pt x="55" y="718"/>
                    <a:pt x="114" y="718"/>
                  </a:cubicBezTo>
                  <a:cubicBezTo>
                    <a:pt x="134" y="718"/>
                    <a:pt x="155" y="709"/>
                    <a:pt x="171" y="686"/>
                  </a:cubicBezTo>
                  <a:cubicBezTo>
                    <a:pt x="354" y="453"/>
                    <a:pt x="601" y="146"/>
                    <a:pt x="920" y="146"/>
                  </a:cubicBezTo>
                  <a:cubicBezTo>
                    <a:pt x="954" y="146"/>
                    <a:pt x="990" y="150"/>
                    <a:pt x="1026" y="158"/>
                  </a:cubicBezTo>
                  <a:cubicBezTo>
                    <a:pt x="1032" y="159"/>
                    <a:pt x="1038" y="160"/>
                    <a:pt x="1044" y="160"/>
                  </a:cubicBezTo>
                  <a:cubicBezTo>
                    <a:pt x="1121" y="160"/>
                    <a:pt x="1154" y="32"/>
                    <a:pt x="1060" y="12"/>
                  </a:cubicBezTo>
                  <a:cubicBezTo>
                    <a:pt x="1016" y="4"/>
                    <a:pt x="973" y="1"/>
                    <a:pt x="930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3246950" y="506270"/>
              <a:ext cx="41860" cy="36093"/>
            </a:xfrm>
            <a:custGeom>
              <a:avLst/>
              <a:gdLst/>
              <a:ahLst/>
              <a:cxnLst/>
              <a:rect l="l" t="t" r="r" b="b"/>
              <a:pathLst>
                <a:path w="450" h="388" extrusionOk="0">
                  <a:moveTo>
                    <a:pt x="76" y="0"/>
                  </a:moveTo>
                  <a:cubicBezTo>
                    <a:pt x="70" y="0"/>
                    <a:pt x="63" y="2"/>
                    <a:pt x="56" y="5"/>
                  </a:cubicBezTo>
                  <a:cubicBezTo>
                    <a:pt x="45" y="5"/>
                    <a:pt x="23" y="27"/>
                    <a:pt x="11" y="39"/>
                  </a:cubicBezTo>
                  <a:cubicBezTo>
                    <a:pt x="0" y="72"/>
                    <a:pt x="11" y="117"/>
                    <a:pt x="45" y="140"/>
                  </a:cubicBezTo>
                  <a:cubicBezTo>
                    <a:pt x="68" y="151"/>
                    <a:pt x="101" y="162"/>
                    <a:pt x="124" y="185"/>
                  </a:cubicBezTo>
                  <a:lnTo>
                    <a:pt x="169" y="207"/>
                  </a:lnTo>
                  <a:lnTo>
                    <a:pt x="191" y="219"/>
                  </a:lnTo>
                  <a:cubicBezTo>
                    <a:pt x="214" y="241"/>
                    <a:pt x="236" y="264"/>
                    <a:pt x="259" y="286"/>
                  </a:cubicBezTo>
                  <a:lnTo>
                    <a:pt x="270" y="308"/>
                  </a:lnTo>
                  <a:cubicBezTo>
                    <a:pt x="281" y="320"/>
                    <a:pt x="293" y="342"/>
                    <a:pt x="293" y="353"/>
                  </a:cubicBezTo>
                  <a:cubicBezTo>
                    <a:pt x="307" y="375"/>
                    <a:pt x="331" y="388"/>
                    <a:pt x="358" y="388"/>
                  </a:cubicBezTo>
                  <a:cubicBezTo>
                    <a:pt x="373" y="388"/>
                    <a:pt x="389" y="384"/>
                    <a:pt x="405" y="376"/>
                  </a:cubicBezTo>
                  <a:cubicBezTo>
                    <a:pt x="439" y="365"/>
                    <a:pt x="450" y="320"/>
                    <a:pt x="439" y="286"/>
                  </a:cubicBezTo>
                  <a:cubicBezTo>
                    <a:pt x="360" y="162"/>
                    <a:pt x="248" y="72"/>
                    <a:pt x="124" y="16"/>
                  </a:cubicBezTo>
                  <a:cubicBezTo>
                    <a:pt x="108" y="8"/>
                    <a:pt x="92" y="0"/>
                    <a:pt x="76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3374762" y="505619"/>
              <a:ext cx="69953" cy="86604"/>
            </a:xfrm>
            <a:custGeom>
              <a:avLst/>
              <a:gdLst/>
              <a:ahLst/>
              <a:cxnLst/>
              <a:rect l="l" t="t" r="r" b="b"/>
              <a:pathLst>
                <a:path w="752" h="931" extrusionOk="0">
                  <a:moveTo>
                    <a:pt x="666" y="0"/>
                  </a:moveTo>
                  <a:cubicBezTo>
                    <a:pt x="653" y="0"/>
                    <a:pt x="639" y="4"/>
                    <a:pt x="627" y="12"/>
                  </a:cubicBezTo>
                  <a:cubicBezTo>
                    <a:pt x="335" y="214"/>
                    <a:pt x="121" y="507"/>
                    <a:pt x="20" y="844"/>
                  </a:cubicBezTo>
                  <a:cubicBezTo>
                    <a:pt x="0" y="897"/>
                    <a:pt x="43" y="931"/>
                    <a:pt x="86" y="931"/>
                  </a:cubicBezTo>
                  <a:cubicBezTo>
                    <a:pt x="116" y="931"/>
                    <a:pt x="146" y="914"/>
                    <a:pt x="155" y="878"/>
                  </a:cubicBezTo>
                  <a:cubicBezTo>
                    <a:pt x="256" y="585"/>
                    <a:pt x="448" y="327"/>
                    <a:pt x="695" y="147"/>
                  </a:cubicBezTo>
                  <a:cubicBezTo>
                    <a:pt x="740" y="124"/>
                    <a:pt x="751" y="79"/>
                    <a:pt x="729" y="34"/>
                  </a:cubicBezTo>
                  <a:cubicBezTo>
                    <a:pt x="714" y="13"/>
                    <a:pt x="690" y="0"/>
                    <a:pt x="666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3502108" y="449806"/>
              <a:ext cx="246882" cy="106883"/>
            </a:xfrm>
            <a:custGeom>
              <a:avLst/>
              <a:gdLst/>
              <a:ahLst/>
              <a:cxnLst/>
              <a:rect l="l" t="t" r="r" b="b"/>
              <a:pathLst>
                <a:path w="2654" h="1149" extrusionOk="0">
                  <a:moveTo>
                    <a:pt x="939" y="0"/>
                  </a:moveTo>
                  <a:cubicBezTo>
                    <a:pt x="635" y="0"/>
                    <a:pt x="334" y="81"/>
                    <a:pt x="68" y="241"/>
                  </a:cubicBezTo>
                  <a:cubicBezTo>
                    <a:pt x="1" y="289"/>
                    <a:pt x="48" y="386"/>
                    <a:pt x="112" y="386"/>
                  </a:cubicBezTo>
                  <a:cubicBezTo>
                    <a:pt x="123" y="386"/>
                    <a:pt x="135" y="383"/>
                    <a:pt x="147" y="376"/>
                  </a:cubicBezTo>
                  <a:cubicBezTo>
                    <a:pt x="383" y="227"/>
                    <a:pt x="652" y="152"/>
                    <a:pt x="924" y="152"/>
                  </a:cubicBezTo>
                  <a:cubicBezTo>
                    <a:pt x="1105" y="152"/>
                    <a:pt x="1287" y="185"/>
                    <a:pt x="1462" y="252"/>
                  </a:cubicBezTo>
                  <a:cubicBezTo>
                    <a:pt x="1676" y="320"/>
                    <a:pt x="1867" y="421"/>
                    <a:pt x="2047" y="567"/>
                  </a:cubicBezTo>
                  <a:cubicBezTo>
                    <a:pt x="2136" y="634"/>
                    <a:pt x="2215" y="713"/>
                    <a:pt x="2294" y="792"/>
                  </a:cubicBezTo>
                  <a:cubicBezTo>
                    <a:pt x="2361" y="859"/>
                    <a:pt x="2485" y="960"/>
                    <a:pt x="2496" y="1073"/>
                  </a:cubicBezTo>
                  <a:cubicBezTo>
                    <a:pt x="2502" y="1123"/>
                    <a:pt x="2541" y="1149"/>
                    <a:pt x="2579" y="1149"/>
                  </a:cubicBezTo>
                  <a:cubicBezTo>
                    <a:pt x="2617" y="1149"/>
                    <a:pt x="2654" y="1123"/>
                    <a:pt x="2654" y="1073"/>
                  </a:cubicBezTo>
                  <a:cubicBezTo>
                    <a:pt x="2631" y="960"/>
                    <a:pt x="2575" y="848"/>
                    <a:pt x="2485" y="769"/>
                  </a:cubicBezTo>
                  <a:cubicBezTo>
                    <a:pt x="2395" y="679"/>
                    <a:pt x="2305" y="578"/>
                    <a:pt x="2204" y="500"/>
                  </a:cubicBezTo>
                  <a:cubicBezTo>
                    <a:pt x="2013" y="342"/>
                    <a:pt x="1799" y="207"/>
                    <a:pt x="1563" y="117"/>
                  </a:cubicBezTo>
                  <a:cubicBezTo>
                    <a:pt x="1361" y="39"/>
                    <a:pt x="1149" y="0"/>
                    <a:pt x="939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5"/>
            <p:cNvSpPr/>
            <p:nvPr/>
          </p:nvSpPr>
          <p:spPr>
            <a:xfrm>
              <a:off x="3411319" y="1225512"/>
              <a:ext cx="82511" cy="178417"/>
            </a:xfrm>
            <a:custGeom>
              <a:avLst/>
              <a:gdLst/>
              <a:ahLst/>
              <a:cxnLst/>
              <a:rect l="l" t="t" r="r" b="b"/>
              <a:pathLst>
                <a:path w="887" h="1918" extrusionOk="0">
                  <a:moveTo>
                    <a:pt x="721" y="1"/>
                  </a:moveTo>
                  <a:cubicBezTo>
                    <a:pt x="675" y="1"/>
                    <a:pt x="630" y="37"/>
                    <a:pt x="650" y="98"/>
                  </a:cubicBezTo>
                  <a:cubicBezTo>
                    <a:pt x="729" y="412"/>
                    <a:pt x="684" y="750"/>
                    <a:pt x="538" y="1042"/>
                  </a:cubicBezTo>
                  <a:cubicBezTo>
                    <a:pt x="470" y="1188"/>
                    <a:pt x="414" y="1323"/>
                    <a:pt x="336" y="1469"/>
                  </a:cubicBezTo>
                  <a:cubicBezTo>
                    <a:pt x="279" y="1593"/>
                    <a:pt x="189" y="1694"/>
                    <a:pt x="77" y="1773"/>
                  </a:cubicBezTo>
                  <a:cubicBezTo>
                    <a:pt x="0" y="1821"/>
                    <a:pt x="46" y="1917"/>
                    <a:pt x="117" y="1917"/>
                  </a:cubicBezTo>
                  <a:cubicBezTo>
                    <a:pt x="129" y="1917"/>
                    <a:pt x="142" y="1914"/>
                    <a:pt x="156" y="1908"/>
                  </a:cubicBezTo>
                  <a:cubicBezTo>
                    <a:pt x="279" y="1829"/>
                    <a:pt x="381" y="1717"/>
                    <a:pt x="448" y="1582"/>
                  </a:cubicBezTo>
                  <a:cubicBezTo>
                    <a:pt x="538" y="1424"/>
                    <a:pt x="605" y="1267"/>
                    <a:pt x="684" y="1098"/>
                  </a:cubicBezTo>
                  <a:cubicBezTo>
                    <a:pt x="841" y="772"/>
                    <a:pt x="886" y="401"/>
                    <a:pt x="797" y="53"/>
                  </a:cubicBezTo>
                  <a:cubicBezTo>
                    <a:pt x="783" y="17"/>
                    <a:pt x="752" y="1"/>
                    <a:pt x="721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5"/>
            <p:cNvSpPr/>
            <p:nvPr/>
          </p:nvSpPr>
          <p:spPr>
            <a:xfrm>
              <a:off x="3220811" y="1436392"/>
              <a:ext cx="123813" cy="20465"/>
            </a:xfrm>
            <a:custGeom>
              <a:avLst/>
              <a:gdLst/>
              <a:ahLst/>
              <a:cxnLst/>
              <a:rect l="l" t="t" r="r" b="b"/>
              <a:pathLst>
                <a:path w="1331" h="220" extrusionOk="0">
                  <a:moveTo>
                    <a:pt x="113" y="0"/>
                  </a:moveTo>
                  <a:cubicBezTo>
                    <a:pt x="34" y="0"/>
                    <a:pt x="0" y="113"/>
                    <a:pt x="68" y="147"/>
                  </a:cubicBezTo>
                  <a:cubicBezTo>
                    <a:pt x="271" y="194"/>
                    <a:pt x="480" y="220"/>
                    <a:pt x="689" y="220"/>
                  </a:cubicBezTo>
                  <a:cubicBezTo>
                    <a:pt x="873" y="220"/>
                    <a:pt x="1058" y="200"/>
                    <a:pt x="1237" y="158"/>
                  </a:cubicBezTo>
                  <a:cubicBezTo>
                    <a:pt x="1331" y="147"/>
                    <a:pt x="1299" y="21"/>
                    <a:pt x="1222" y="21"/>
                  </a:cubicBezTo>
                  <a:cubicBezTo>
                    <a:pt x="1216" y="21"/>
                    <a:pt x="1210" y="21"/>
                    <a:pt x="1203" y="23"/>
                  </a:cubicBezTo>
                  <a:cubicBezTo>
                    <a:pt x="1041" y="58"/>
                    <a:pt x="877" y="76"/>
                    <a:pt x="712" y="76"/>
                  </a:cubicBezTo>
                  <a:cubicBezTo>
                    <a:pt x="512" y="76"/>
                    <a:pt x="310" y="50"/>
                    <a:pt x="113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5"/>
            <p:cNvSpPr/>
            <p:nvPr/>
          </p:nvSpPr>
          <p:spPr>
            <a:xfrm>
              <a:off x="2474128" y="1101794"/>
              <a:ext cx="56093" cy="223812"/>
            </a:xfrm>
            <a:custGeom>
              <a:avLst/>
              <a:gdLst/>
              <a:ahLst/>
              <a:cxnLst/>
              <a:rect l="l" t="t" r="r" b="b"/>
              <a:pathLst>
                <a:path w="603" h="2406" extrusionOk="0">
                  <a:moveTo>
                    <a:pt x="371" y="0"/>
                  </a:moveTo>
                  <a:cubicBezTo>
                    <a:pt x="353" y="0"/>
                    <a:pt x="333" y="7"/>
                    <a:pt x="315" y="22"/>
                  </a:cubicBezTo>
                  <a:cubicBezTo>
                    <a:pt x="180" y="157"/>
                    <a:pt x="101" y="326"/>
                    <a:pt x="79" y="517"/>
                  </a:cubicBezTo>
                  <a:cubicBezTo>
                    <a:pt x="34" y="753"/>
                    <a:pt x="11" y="989"/>
                    <a:pt x="11" y="1237"/>
                  </a:cubicBezTo>
                  <a:cubicBezTo>
                    <a:pt x="0" y="1653"/>
                    <a:pt x="157" y="2069"/>
                    <a:pt x="438" y="2383"/>
                  </a:cubicBezTo>
                  <a:cubicBezTo>
                    <a:pt x="454" y="2399"/>
                    <a:pt x="472" y="2405"/>
                    <a:pt x="489" y="2405"/>
                  </a:cubicBezTo>
                  <a:cubicBezTo>
                    <a:pt x="548" y="2405"/>
                    <a:pt x="603" y="2331"/>
                    <a:pt x="551" y="2271"/>
                  </a:cubicBezTo>
                  <a:cubicBezTo>
                    <a:pt x="292" y="1990"/>
                    <a:pt x="157" y="1619"/>
                    <a:pt x="157" y="1237"/>
                  </a:cubicBezTo>
                  <a:cubicBezTo>
                    <a:pt x="157" y="1023"/>
                    <a:pt x="180" y="809"/>
                    <a:pt x="214" y="607"/>
                  </a:cubicBezTo>
                  <a:cubicBezTo>
                    <a:pt x="225" y="427"/>
                    <a:pt x="304" y="258"/>
                    <a:pt x="427" y="124"/>
                  </a:cubicBezTo>
                  <a:cubicBezTo>
                    <a:pt x="479" y="72"/>
                    <a:pt x="431" y="0"/>
                    <a:pt x="371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5"/>
            <p:cNvSpPr/>
            <p:nvPr/>
          </p:nvSpPr>
          <p:spPr>
            <a:xfrm>
              <a:off x="2585940" y="1413137"/>
              <a:ext cx="89767" cy="53209"/>
            </a:xfrm>
            <a:custGeom>
              <a:avLst/>
              <a:gdLst/>
              <a:ahLst/>
              <a:cxnLst/>
              <a:rect l="l" t="t" r="r" b="b"/>
              <a:pathLst>
                <a:path w="965" h="572" extrusionOk="0">
                  <a:moveTo>
                    <a:pt x="79" y="0"/>
                  </a:moveTo>
                  <a:cubicBezTo>
                    <a:pt x="72" y="0"/>
                    <a:pt x="65" y="1"/>
                    <a:pt x="57" y="3"/>
                  </a:cubicBezTo>
                  <a:cubicBezTo>
                    <a:pt x="23" y="14"/>
                    <a:pt x="1" y="59"/>
                    <a:pt x="12" y="104"/>
                  </a:cubicBezTo>
                  <a:cubicBezTo>
                    <a:pt x="127" y="391"/>
                    <a:pt x="411" y="572"/>
                    <a:pt x="722" y="572"/>
                  </a:cubicBezTo>
                  <a:cubicBezTo>
                    <a:pt x="777" y="572"/>
                    <a:pt x="833" y="566"/>
                    <a:pt x="889" y="554"/>
                  </a:cubicBezTo>
                  <a:cubicBezTo>
                    <a:pt x="964" y="522"/>
                    <a:pt x="937" y="407"/>
                    <a:pt x="856" y="407"/>
                  </a:cubicBezTo>
                  <a:cubicBezTo>
                    <a:pt x="852" y="407"/>
                    <a:pt x="848" y="407"/>
                    <a:pt x="844" y="408"/>
                  </a:cubicBezTo>
                  <a:cubicBezTo>
                    <a:pt x="798" y="419"/>
                    <a:pt x="752" y="424"/>
                    <a:pt x="706" y="424"/>
                  </a:cubicBezTo>
                  <a:cubicBezTo>
                    <a:pt x="472" y="424"/>
                    <a:pt x="251" y="285"/>
                    <a:pt x="147" y="59"/>
                  </a:cubicBezTo>
                  <a:cubicBezTo>
                    <a:pt x="138" y="22"/>
                    <a:pt x="113" y="0"/>
                    <a:pt x="79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5"/>
            <p:cNvSpPr/>
            <p:nvPr/>
          </p:nvSpPr>
          <p:spPr>
            <a:xfrm>
              <a:off x="2782866" y="1466438"/>
              <a:ext cx="68837" cy="25488"/>
            </a:xfrm>
            <a:custGeom>
              <a:avLst/>
              <a:gdLst/>
              <a:ahLst/>
              <a:cxnLst/>
              <a:rect l="l" t="t" r="r" b="b"/>
              <a:pathLst>
                <a:path w="740" h="274" extrusionOk="0">
                  <a:moveTo>
                    <a:pt x="657" y="1"/>
                  </a:moveTo>
                  <a:cubicBezTo>
                    <a:pt x="650" y="1"/>
                    <a:pt x="644" y="2"/>
                    <a:pt x="638" y="4"/>
                  </a:cubicBezTo>
                  <a:cubicBezTo>
                    <a:pt x="459" y="60"/>
                    <a:pt x="267" y="93"/>
                    <a:pt x="88" y="116"/>
                  </a:cubicBezTo>
                  <a:cubicBezTo>
                    <a:pt x="85" y="116"/>
                    <a:pt x="82" y="115"/>
                    <a:pt x="80" y="115"/>
                  </a:cubicBezTo>
                  <a:cubicBezTo>
                    <a:pt x="0" y="115"/>
                    <a:pt x="0" y="274"/>
                    <a:pt x="80" y="274"/>
                  </a:cubicBezTo>
                  <a:cubicBezTo>
                    <a:pt x="82" y="274"/>
                    <a:pt x="85" y="274"/>
                    <a:pt x="88" y="273"/>
                  </a:cubicBezTo>
                  <a:cubicBezTo>
                    <a:pt x="290" y="251"/>
                    <a:pt x="481" y="206"/>
                    <a:pt x="672" y="150"/>
                  </a:cubicBezTo>
                  <a:cubicBezTo>
                    <a:pt x="717" y="138"/>
                    <a:pt x="740" y="93"/>
                    <a:pt x="728" y="60"/>
                  </a:cubicBezTo>
                  <a:cubicBezTo>
                    <a:pt x="719" y="22"/>
                    <a:pt x="687" y="1"/>
                    <a:pt x="657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5"/>
            <p:cNvSpPr/>
            <p:nvPr/>
          </p:nvSpPr>
          <p:spPr>
            <a:xfrm>
              <a:off x="3057652" y="981052"/>
              <a:ext cx="139255" cy="100092"/>
            </a:xfrm>
            <a:custGeom>
              <a:avLst/>
              <a:gdLst/>
              <a:ahLst/>
              <a:cxnLst/>
              <a:rect l="l" t="t" r="r" b="b"/>
              <a:pathLst>
                <a:path w="1497" h="1076" extrusionOk="0">
                  <a:moveTo>
                    <a:pt x="146" y="1"/>
                  </a:moveTo>
                  <a:cubicBezTo>
                    <a:pt x="107" y="1"/>
                    <a:pt x="62" y="26"/>
                    <a:pt x="57" y="72"/>
                  </a:cubicBezTo>
                  <a:cubicBezTo>
                    <a:pt x="0" y="421"/>
                    <a:pt x="146" y="770"/>
                    <a:pt x="439" y="972"/>
                  </a:cubicBezTo>
                  <a:cubicBezTo>
                    <a:pt x="544" y="1042"/>
                    <a:pt x="663" y="1076"/>
                    <a:pt x="783" y="1076"/>
                  </a:cubicBezTo>
                  <a:cubicBezTo>
                    <a:pt x="971" y="1076"/>
                    <a:pt x="1158" y="991"/>
                    <a:pt x="1282" y="826"/>
                  </a:cubicBezTo>
                  <a:cubicBezTo>
                    <a:pt x="1394" y="657"/>
                    <a:pt x="1383" y="443"/>
                    <a:pt x="1473" y="264"/>
                  </a:cubicBezTo>
                  <a:cubicBezTo>
                    <a:pt x="1496" y="210"/>
                    <a:pt x="1446" y="156"/>
                    <a:pt x="1397" y="156"/>
                  </a:cubicBezTo>
                  <a:cubicBezTo>
                    <a:pt x="1375" y="156"/>
                    <a:pt x="1352" y="168"/>
                    <a:pt x="1338" y="196"/>
                  </a:cubicBezTo>
                  <a:cubicBezTo>
                    <a:pt x="1248" y="365"/>
                    <a:pt x="1248" y="578"/>
                    <a:pt x="1147" y="736"/>
                  </a:cubicBezTo>
                  <a:cubicBezTo>
                    <a:pt x="1067" y="855"/>
                    <a:pt x="926" y="931"/>
                    <a:pt x="777" y="931"/>
                  </a:cubicBezTo>
                  <a:cubicBezTo>
                    <a:pt x="758" y="931"/>
                    <a:pt x="739" y="929"/>
                    <a:pt x="720" y="927"/>
                  </a:cubicBezTo>
                  <a:cubicBezTo>
                    <a:pt x="551" y="904"/>
                    <a:pt x="405" y="792"/>
                    <a:pt x="315" y="646"/>
                  </a:cubicBezTo>
                  <a:cubicBezTo>
                    <a:pt x="214" y="477"/>
                    <a:pt x="180" y="275"/>
                    <a:pt x="203" y="72"/>
                  </a:cubicBezTo>
                  <a:cubicBezTo>
                    <a:pt x="214" y="23"/>
                    <a:pt x="182" y="1"/>
                    <a:pt x="146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5"/>
            <p:cNvSpPr/>
            <p:nvPr/>
          </p:nvSpPr>
          <p:spPr>
            <a:xfrm>
              <a:off x="3098395" y="848496"/>
              <a:ext cx="30418" cy="38139"/>
            </a:xfrm>
            <a:custGeom>
              <a:avLst/>
              <a:gdLst/>
              <a:ahLst/>
              <a:cxnLst/>
              <a:rect l="l" t="t" r="r" b="b"/>
              <a:pathLst>
                <a:path w="327" h="410" extrusionOk="0">
                  <a:moveTo>
                    <a:pt x="196" y="1"/>
                  </a:moveTo>
                  <a:cubicBezTo>
                    <a:pt x="171" y="1"/>
                    <a:pt x="145" y="9"/>
                    <a:pt x="124" y="25"/>
                  </a:cubicBezTo>
                  <a:cubicBezTo>
                    <a:pt x="117" y="23"/>
                    <a:pt x="109" y="22"/>
                    <a:pt x="102" y="22"/>
                  </a:cubicBezTo>
                  <a:cubicBezTo>
                    <a:pt x="69" y="22"/>
                    <a:pt x="44" y="44"/>
                    <a:pt x="35" y="81"/>
                  </a:cubicBezTo>
                  <a:lnTo>
                    <a:pt x="12" y="193"/>
                  </a:lnTo>
                  <a:cubicBezTo>
                    <a:pt x="1" y="216"/>
                    <a:pt x="1" y="250"/>
                    <a:pt x="1" y="283"/>
                  </a:cubicBezTo>
                  <a:cubicBezTo>
                    <a:pt x="1" y="317"/>
                    <a:pt x="12" y="351"/>
                    <a:pt x="35" y="384"/>
                  </a:cubicBezTo>
                  <a:cubicBezTo>
                    <a:pt x="57" y="401"/>
                    <a:pt x="85" y="410"/>
                    <a:pt x="113" y="410"/>
                  </a:cubicBezTo>
                  <a:cubicBezTo>
                    <a:pt x="141" y="410"/>
                    <a:pt x="169" y="401"/>
                    <a:pt x="192" y="384"/>
                  </a:cubicBezTo>
                  <a:cubicBezTo>
                    <a:pt x="214" y="351"/>
                    <a:pt x="237" y="317"/>
                    <a:pt x="248" y="283"/>
                  </a:cubicBezTo>
                  <a:cubicBezTo>
                    <a:pt x="271" y="250"/>
                    <a:pt x="293" y="216"/>
                    <a:pt x="304" y="182"/>
                  </a:cubicBezTo>
                  <a:cubicBezTo>
                    <a:pt x="327" y="126"/>
                    <a:pt x="304" y="70"/>
                    <a:pt x="271" y="36"/>
                  </a:cubicBezTo>
                  <a:cubicBezTo>
                    <a:pt x="253" y="12"/>
                    <a:pt x="225" y="1"/>
                    <a:pt x="196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5"/>
            <p:cNvSpPr/>
            <p:nvPr/>
          </p:nvSpPr>
          <p:spPr>
            <a:xfrm>
              <a:off x="3164347" y="854915"/>
              <a:ext cx="24093" cy="46232"/>
            </a:xfrm>
            <a:custGeom>
              <a:avLst/>
              <a:gdLst/>
              <a:ahLst/>
              <a:cxnLst/>
              <a:rect l="l" t="t" r="r" b="b"/>
              <a:pathLst>
                <a:path w="259" h="497" extrusionOk="0">
                  <a:moveTo>
                    <a:pt x="79" y="1"/>
                  </a:moveTo>
                  <a:cubicBezTo>
                    <a:pt x="34" y="1"/>
                    <a:pt x="0" y="34"/>
                    <a:pt x="0" y="79"/>
                  </a:cubicBezTo>
                  <a:lnTo>
                    <a:pt x="0" y="259"/>
                  </a:lnTo>
                  <a:cubicBezTo>
                    <a:pt x="0" y="315"/>
                    <a:pt x="0" y="372"/>
                    <a:pt x="23" y="428"/>
                  </a:cubicBezTo>
                  <a:cubicBezTo>
                    <a:pt x="44" y="471"/>
                    <a:pt x="85" y="496"/>
                    <a:pt x="126" y="496"/>
                  </a:cubicBezTo>
                  <a:cubicBezTo>
                    <a:pt x="149" y="496"/>
                    <a:pt x="171" y="489"/>
                    <a:pt x="191" y="473"/>
                  </a:cubicBezTo>
                  <a:cubicBezTo>
                    <a:pt x="236" y="428"/>
                    <a:pt x="259" y="360"/>
                    <a:pt x="247" y="293"/>
                  </a:cubicBezTo>
                  <a:cubicBezTo>
                    <a:pt x="247" y="226"/>
                    <a:pt x="236" y="147"/>
                    <a:pt x="225" y="79"/>
                  </a:cubicBezTo>
                  <a:cubicBezTo>
                    <a:pt x="216" y="52"/>
                    <a:pt x="191" y="31"/>
                    <a:pt x="158" y="31"/>
                  </a:cubicBezTo>
                  <a:cubicBezTo>
                    <a:pt x="151" y="31"/>
                    <a:pt x="143" y="32"/>
                    <a:pt x="135" y="34"/>
                  </a:cubicBezTo>
                  <a:cubicBezTo>
                    <a:pt x="124" y="12"/>
                    <a:pt x="101" y="1"/>
                    <a:pt x="79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7" name="Google Shape;187;p5"/>
          <p:cNvGrpSpPr/>
          <p:nvPr/>
        </p:nvGrpSpPr>
        <p:grpSpPr>
          <a:xfrm flipH="1">
            <a:off x="-1031813" y="4143186"/>
            <a:ext cx="3282946" cy="1485037"/>
            <a:chOff x="5935450" y="921661"/>
            <a:chExt cx="739786" cy="334641"/>
          </a:xfrm>
        </p:grpSpPr>
        <p:sp>
          <p:nvSpPr>
            <p:cNvPr id="188" name="Google Shape;188;p5"/>
            <p:cNvSpPr/>
            <p:nvPr/>
          </p:nvSpPr>
          <p:spPr>
            <a:xfrm>
              <a:off x="5935450" y="921661"/>
              <a:ext cx="739786" cy="334641"/>
            </a:xfrm>
            <a:custGeom>
              <a:avLst/>
              <a:gdLst/>
              <a:ahLst/>
              <a:cxnLst/>
              <a:rect l="l" t="t" r="r" b="b"/>
              <a:pathLst>
                <a:path w="6263" h="2833" extrusionOk="0">
                  <a:moveTo>
                    <a:pt x="2871" y="1"/>
                  </a:moveTo>
                  <a:cubicBezTo>
                    <a:pt x="2673" y="1"/>
                    <a:pt x="2473" y="50"/>
                    <a:pt x="2291" y="148"/>
                  </a:cubicBezTo>
                  <a:cubicBezTo>
                    <a:pt x="1571" y="519"/>
                    <a:pt x="1717" y="1160"/>
                    <a:pt x="1717" y="1160"/>
                  </a:cubicBezTo>
                  <a:cubicBezTo>
                    <a:pt x="1717" y="1160"/>
                    <a:pt x="1364" y="1022"/>
                    <a:pt x="996" y="1022"/>
                  </a:cubicBezTo>
                  <a:cubicBezTo>
                    <a:pt x="675" y="1022"/>
                    <a:pt x="342" y="1127"/>
                    <a:pt x="222" y="1520"/>
                  </a:cubicBezTo>
                  <a:cubicBezTo>
                    <a:pt x="0" y="2243"/>
                    <a:pt x="581" y="2594"/>
                    <a:pt x="1290" y="2594"/>
                  </a:cubicBezTo>
                  <a:cubicBezTo>
                    <a:pt x="1407" y="2594"/>
                    <a:pt x="1528" y="2585"/>
                    <a:pt x="1650" y="2566"/>
                  </a:cubicBezTo>
                  <a:cubicBezTo>
                    <a:pt x="1650" y="2566"/>
                    <a:pt x="2679" y="2833"/>
                    <a:pt x="3721" y="2833"/>
                  </a:cubicBezTo>
                  <a:cubicBezTo>
                    <a:pt x="4603" y="2833"/>
                    <a:pt x="5492" y="2642"/>
                    <a:pt x="5776" y="1936"/>
                  </a:cubicBezTo>
                  <a:cubicBezTo>
                    <a:pt x="6262" y="754"/>
                    <a:pt x="5178" y="50"/>
                    <a:pt x="4281" y="50"/>
                  </a:cubicBezTo>
                  <a:cubicBezTo>
                    <a:pt x="4018" y="50"/>
                    <a:pt x="3770" y="111"/>
                    <a:pt x="3583" y="238"/>
                  </a:cubicBezTo>
                  <a:cubicBezTo>
                    <a:pt x="3375" y="81"/>
                    <a:pt x="3125" y="1"/>
                    <a:pt x="28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5"/>
            <p:cNvSpPr/>
            <p:nvPr/>
          </p:nvSpPr>
          <p:spPr>
            <a:xfrm>
              <a:off x="6282962" y="966429"/>
              <a:ext cx="44531" cy="25396"/>
            </a:xfrm>
            <a:custGeom>
              <a:avLst/>
              <a:gdLst/>
              <a:ahLst/>
              <a:cxnLst/>
              <a:rect l="l" t="t" r="r" b="b"/>
              <a:pathLst>
                <a:path w="377" h="215" extrusionOk="0">
                  <a:moveTo>
                    <a:pt x="149" y="1"/>
                  </a:moveTo>
                  <a:cubicBezTo>
                    <a:pt x="114" y="1"/>
                    <a:pt x="79" y="10"/>
                    <a:pt x="46" y="28"/>
                  </a:cubicBezTo>
                  <a:cubicBezTo>
                    <a:pt x="12" y="50"/>
                    <a:pt x="1" y="95"/>
                    <a:pt x="23" y="129"/>
                  </a:cubicBezTo>
                  <a:cubicBezTo>
                    <a:pt x="40" y="146"/>
                    <a:pt x="62" y="156"/>
                    <a:pt x="86" y="156"/>
                  </a:cubicBezTo>
                  <a:cubicBezTo>
                    <a:pt x="95" y="156"/>
                    <a:pt x="104" y="155"/>
                    <a:pt x="113" y="152"/>
                  </a:cubicBezTo>
                  <a:lnTo>
                    <a:pt x="181" y="152"/>
                  </a:lnTo>
                  <a:lnTo>
                    <a:pt x="203" y="163"/>
                  </a:lnTo>
                  <a:lnTo>
                    <a:pt x="214" y="174"/>
                  </a:lnTo>
                  <a:cubicBezTo>
                    <a:pt x="232" y="203"/>
                    <a:pt x="257" y="214"/>
                    <a:pt x="280" y="214"/>
                  </a:cubicBezTo>
                  <a:cubicBezTo>
                    <a:pt x="331" y="214"/>
                    <a:pt x="376" y="160"/>
                    <a:pt x="338" y="107"/>
                  </a:cubicBezTo>
                  <a:cubicBezTo>
                    <a:pt x="292" y="38"/>
                    <a:pt x="221" y="1"/>
                    <a:pt x="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5"/>
            <p:cNvSpPr/>
            <p:nvPr/>
          </p:nvSpPr>
          <p:spPr>
            <a:xfrm>
              <a:off x="6171456" y="969973"/>
              <a:ext cx="77132" cy="98042"/>
            </a:xfrm>
            <a:custGeom>
              <a:avLst/>
              <a:gdLst/>
              <a:ahLst/>
              <a:cxnLst/>
              <a:rect l="l" t="t" r="r" b="b"/>
              <a:pathLst>
                <a:path w="653" h="830" extrusionOk="0">
                  <a:moveTo>
                    <a:pt x="488" y="1"/>
                  </a:moveTo>
                  <a:cubicBezTo>
                    <a:pt x="370" y="1"/>
                    <a:pt x="241" y="98"/>
                    <a:pt x="180" y="189"/>
                  </a:cubicBezTo>
                  <a:cubicBezTo>
                    <a:pt x="57" y="358"/>
                    <a:pt x="0" y="560"/>
                    <a:pt x="0" y="762"/>
                  </a:cubicBezTo>
                  <a:cubicBezTo>
                    <a:pt x="0" y="796"/>
                    <a:pt x="34" y="830"/>
                    <a:pt x="79" y="830"/>
                  </a:cubicBezTo>
                  <a:cubicBezTo>
                    <a:pt x="113" y="830"/>
                    <a:pt x="146" y="796"/>
                    <a:pt x="146" y="762"/>
                  </a:cubicBezTo>
                  <a:cubicBezTo>
                    <a:pt x="146" y="605"/>
                    <a:pt x="180" y="448"/>
                    <a:pt x="259" y="313"/>
                  </a:cubicBezTo>
                  <a:cubicBezTo>
                    <a:pt x="293" y="257"/>
                    <a:pt x="338" y="212"/>
                    <a:pt x="394" y="178"/>
                  </a:cubicBezTo>
                  <a:cubicBezTo>
                    <a:pt x="428" y="155"/>
                    <a:pt x="450" y="144"/>
                    <a:pt x="484" y="144"/>
                  </a:cubicBezTo>
                  <a:lnTo>
                    <a:pt x="529" y="144"/>
                  </a:lnTo>
                  <a:cubicBezTo>
                    <a:pt x="536" y="166"/>
                    <a:pt x="557" y="178"/>
                    <a:pt x="581" y="178"/>
                  </a:cubicBezTo>
                  <a:cubicBezTo>
                    <a:pt x="593" y="178"/>
                    <a:pt x="607" y="175"/>
                    <a:pt x="619" y="167"/>
                  </a:cubicBezTo>
                  <a:cubicBezTo>
                    <a:pt x="652" y="144"/>
                    <a:pt x="652" y="110"/>
                    <a:pt x="641" y="77"/>
                  </a:cubicBezTo>
                  <a:cubicBezTo>
                    <a:pt x="598" y="22"/>
                    <a:pt x="544" y="1"/>
                    <a:pt x="4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5"/>
            <p:cNvSpPr/>
            <p:nvPr/>
          </p:nvSpPr>
          <p:spPr>
            <a:xfrm>
              <a:off x="6508809" y="1003047"/>
              <a:ext cx="74416" cy="136904"/>
            </a:xfrm>
            <a:custGeom>
              <a:avLst/>
              <a:gdLst/>
              <a:ahLst/>
              <a:cxnLst/>
              <a:rect l="l" t="t" r="r" b="b"/>
              <a:pathLst>
                <a:path w="630" h="1159" extrusionOk="0">
                  <a:moveTo>
                    <a:pt x="100" y="1"/>
                  </a:moveTo>
                  <a:cubicBezTo>
                    <a:pt x="39" y="1"/>
                    <a:pt x="1" y="94"/>
                    <a:pt x="67" y="123"/>
                  </a:cubicBezTo>
                  <a:cubicBezTo>
                    <a:pt x="416" y="291"/>
                    <a:pt x="562" y="707"/>
                    <a:pt x="393" y="1056"/>
                  </a:cubicBezTo>
                  <a:cubicBezTo>
                    <a:pt x="370" y="1110"/>
                    <a:pt x="416" y="1158"/>
                    <a:pt x="461" y="1158"/>
                  </a:cubicBezTo>
                  <a:cubicBezTo>
                    <a:pt x="482" y="1158"/>
                    <a:pt x="503" y="1148"/>
                    <a:pt x="517" y="1123"/>
                  </a:cubicBezTo>
                  <a:cubicBezTo>
                    <a:pt x="618" y="921"/>
                    <a:pt x="629" y="674"/>
                    <a:pt x="551" y="460"/>
                  </a:cubicBezTo>
                  <a:cubicBezTo>
                    <a:pt x="472" y="258"/>
                    <a:pt x="326" y="100"/>
                    <a:pt x="135" y="10"/>
                  </a:cubicBezTo>
                  <a:cubicBezTo>
                    <a:pt x="123" y="4"/>
                    <a:pt x="111" y="1"/>
                    <a:pt x="1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5997582" y="1091992"/>
              <a:ext cx="63785" cy="54454"/>
            </a:xfrm>
            <a:custGeom>
              <a:avLst/>
              <a:gdLst/>
              <a:ahLst/>
              <a:cxnLst/>
              <a:rect l="l" t="t" r="r" b="b"/>
              <a:pathLst>
                <a:path w="540" h="461" extrusionOk="0">
                  <a:moveTo>
                    <a:pt x="395" y="1"/>
                  </a:moveTo>
                  <a:cubicBezTo>
                    <a:pt x="183" y="1"/>
                    <a:pt x="1" y="175"/>
                    <a:pt x="11" y="393"/>
                  </a:cubicBezTo>
                  <a:cubicBezTo>
                    <a:pt x="11" y="438"/>
                    <a:pt x="45" y="460"/>
                    <a:pt x="78" y="460"/>
                  </a:cubicBezTo>
                  <a:cubicBezTo>
                    <a:pt x="112" y="460"/>
                    <a:pt x="146" y="438"/>
                    <a:pt x="146" y="393"/>
                  </a:cubicBezTo>
                  <a:cubicBezTo>
                    <a:pt x="146" y="382"/>
                    <a:pt x="146" y="370"/>
                    <a:pt x="146" y="359"/>
                  </a:cubicBezTo>
                  <a:lnTo>
                    <a:pt x="146" y="337"/>
                  </a:lnTo>
                  <a:lnTo>
                    <a:pt x="157" y="303"/>
                  </a:lnTo>
                  <a:cubicBezTo>
                    <a:pt x="157" y="303"/>
                    <a:pt x="157" y="303"/>
                    <a:pt x="157" y="292"/>
                  </a:cubicBezTo>
                  <a:cubicBezTo>
                    <a:pt x="157" y="280"/>
                    <a:pt x="168" y="280"/>
                    <a:pt x="168" y="269"/>
                  </a:cubicBezTo>
                  <a:lnTo>
                    <a:pt x="179" y="258"/>
                  </a:lnTo>
                  <a:lnTo>
                    <a:pt x="179" y="247"/>
                  </a:lnTo>
                  <a:cubicBezTo>
                    <a:pt x="191" y="224"/>
                    <a:pt x="213" y="213"/>
                    <a:pt x="224" y="202"/>
                  </a:cubicBezTo>
                  <a:lnTo>
                    <a:pt x="236" y="190"/>
                  </a:lnTo>
                  <a:lnTo>
                    <a:pt x="269" y="168"/>
                  </a:lnTo>
                  <a:lnTo>
                    <a:pt x="292" y="168"/>
                  </a:lnTo>
                  <a:cubicBezTo>
                    <a:pt x="303" y="168"/>
                    <a:pt x="314" y="157"/>
                    <a:pt x="326" y="157"/>
                  </a:cubicBezTo>
                  <a:lnTo>
                    <a:pt x="427" y="157"/>
                  </a:lnTo>
                  <a:cubicBezTo>
                    <a:pt x="433" y="159"/>
                    <a:pt x="439" y="160"/>
                    <a:pt x="445" y="160"/>
                  </a:cubicBezTo>
                  <a:cubicBezTo>
                    <a:pt x="475" y="160"/>
                    <a:pt x="507" y="139"/>
                    <a:pt x="517" y="112"/>
                  </a:cubicBezTo>
                  <a:cubicBezTo>
                    <a:pt x="539" y="78"/>
                    <a:pt x="517" y="22"/>
                    <a:pt x="483" y="11"/>
                  </a:cubicBezTo>
                  <a:cubicBezTo>
                    <a:pt x="454" y="4"/>
                    <a:pt x="424" y="1"/>
                    <a:pt x="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5"/>
            <p:cNvSpPr/>
            <p:nvPr/>
          </p:nvSpPr>
          <p:spPr>
            <a:xfrm>
              <a:off x="6381238" y="947648"/>
              <a:ext cx="91779" cy="39571"/>
            </a:xfrm>
            <a:custGeom>
              <a:avLst/>
              <a:gdLst/>
              <a:ahLst/>
              <a:cxnLst/>
              <a:rect l="l" t="t" r="r" b="b"/>
              <a:pathLst>
                <a:path w="777" h="335" extrusionOk="0">
                  <a:moveTo>
                    <a:pt x="422" y="0"/>
                  </a:moveTo>
                  <a:cubicBezTo>
                    <a:pt x="267" y="0"/>
                    <a:pt x="111" y="81"/>
                    <a:pt x="23" y="232"/>
                  </a:cubicBezTo>
                  <a:cubicBezTo>
                    <a:pt x="0" y="286"/>
                    <a:pt x="45" y="334"/>
                    <a:pt x="91" y="334"/>
                  </a:cubicBezTo>
                  <a:cubicBezTo>
                    <a:pt x="112" y="334"/>
                    <a:pt x="133" y="324"/>
                    <a:pt x="147" y="299"/>
                  </a:cubicBezTo>
                  <a:cubicBezTo>
                    <a:pt x="203" y="194"/>
                    <a:pt x="310" y="136"/>
                    <a:pt x="418" y="136"/>
                  </a:cubicBezTo>
                  <a:cubicBezTo>
                    <a:pt x="505" y="136"/>
                    <a:pt x="592" y="174"/>
                    <a:pt x="653" y="254"/>
                  </a:cubicBezTo>
                  <a:cubicBezTo>
                    <a:pt x="670" y="266"/>
                    <a:pt x="689" y="271"/>
                    <a:pt x="707" y="271"/>
                  </a:cubicBezTo>
                  <a:cubicBezTo>
                    <a:pt x="726" y="271"/>
                    <a:pt x="743" y="266"/>
                    <a:pt x="754" y="254"/>
                  </a:cubicBezTo>
                  <a:cubicBezTo>
                    <a:pt x="776" y="221"/>
                    <a:pt x="776" y="176"/>
                    <a:pt x="754" y="153"/>
                  </a:cubicBezTo>
                  <a:cubicBezTo>
                    <a:pt x="665" y="50"/>
                    <a:pt x="544" y="0"/>
                    <a:pt x="4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" name="Google Shape;194;p5"/>
          <p:cNvGrpSpPr/>
          <p:nvPr/>
        </p:nvGrpSpPr>
        <p:grpSpPr>
          <a:xfrm flipH="1">
            <a:off x="6578152" y="-863781"/>
            <a:ext cx="3701501" cy="1921582"/>
            <a:chOff x="4666075" y="3825750"/>
            <a:chExt cx="2868269" cy="1489021"/>
          </a:xfrm>
        </p:grpSpPr>
        <p:sp>
          <p:nvSpPr>
            <p:cNvPr id="195" name="Google Shape;195;p5"/>
            <p:cNvSpPr/>
            <p:nvPr/>
          </p:nvSpPr>
          <p:spPr>
            <a:xfrm>
              <a:off x="4666075" y="3825750"/>
              <a:ext cx="2868269" cy="1489021"/>
            </a:xfrm>
            <a:custGeom>
              <a:avLst/>
              <a:gdLst/>
              <a:ahLst/>
              <a:cxnLst/>
              <a:rect l="l" t="t" r="r" b="b"/>
              <a:pathLst>
                <a:path w="25136" h="13049" extrusionOk="0">
                  <a:moveTo>
                    <a:pt x="8141" y="0"/>
                  </a:moveTo>
                  <a:cubicBezTo>
                    <a:pt x="8010" y="0"/>
                    <a:pt x="7873" y="5"/>
                    <a:pt x="7732" y="15"/>
                  </a:cubicBezTo>
                  <a:cubicBezTo>
                    <a:pt x="3590" y="313"/>
                    <a:pt x="3833" y="4894"/>
                    <a:pt x="3872" y="5400"/>
                  </a:cubicBezTo>
                  <a:lnTo>
                    <a:pt x="3872" y="5400"/>
                  </a:lnTo>
                  <a:cubicBezTo>
                    <a:pt x="3495" y="5215"/>
                    <a:pt x="3136" y="5132"/>
                    <a:pt x="2806" y="5132"/>
                  </a:cubicBezTo>
                  <a:cubicBezTo>
                    <a:pt x="970" y="5132"/>
                    <a:pt x="0" y="7674"/>
                    <a:pt x="1414" y="9189"/>
                  </a:cubicBezTo>
                  <a:cubicBezTo>
                    <a:pt x="2121" y="9937"/>
                    <a:pt x="2853" y="10160"/>
                    <a:pt x="3472" y="10160"/>
                  </a:cubicBezTo>
                  <a:cubicBezTo>
                    <a:pt x="4379" y="10160"/>
                    <a:pt x="5045" y="9684"/>
                    <a:pt x="5045" y="9684"/>
                  </a:cubicBezTo>
                  <a:cubicBezTo>
                    <a:pt x="5045" y="9684"/>
                    <a:pt x="5270" y="11505"/>
                    <a:pt x="7552" y="11730"/>
                  </a:cubicBezTo>
                  <a:cubicBezTo>
                    <a:pt x="7717" y="11747"/>
                    <a:pt x="7872" y="11755"/>
                    <a:pt x="8018" y="11755"/>
                  </a:cubicBezTo>
                  <a:cubicBezTo>
                    <a:pt x="9877" y="11755"/>
                    <a:pt x="10205" y="10460"/>
                    <a:pt x="10206" y="10459"/>
                  </a:cubicBezTo>
                  <a:lnTo>
                    <a:pt x="10206" y="10459"/>
                  </a:lnTo>
                  <a:cubicBezTo>
                    <a:pt x="10206" y="10460"/>
                    <a:pt x="10093" y="11775"/>
                    <a:pt x="11948" y="12393"/>
                  </a:cubicBezTo>
                  <a:cubicBezTo>
                    <a:pt x="12172" y="12467"/>
                    <a:pt x="12378" y="12499"/>
                    <a:pt x="12568" y="12499"/>
                  </a:cubicBezTo>
                  <a:cubicBezTo>
                    <a:pt x="13933" y="12499"/>
                    <a:pt x="14410" y="10808"/>
                    <a:pt x="14410" y="10808"/>
                  </a:cubicBezTo>
                  <a:lnTo>
                    <a:pt x="14410" y="10808"/>
                  </a:lnTo>
                  <a:cubicBezTo>
                    <a:pt x="14410" y="10808"/>
                    <a:pt x="14298" y="12461"/>
                    <a:pt x="16962" y="12966"/>
                  </a:cubicBezTo>
                  <a:cubicBezTo>
                    <a:pt x="17259" y="13023"/>
                    <a:pt x="17527" y="13048"/>
                    <a:pt x="17769" y="13048"/>
                  </a:cubicBezTo>
                  <a:cubicBezTo>
                    <a:pt x="19698" y="13048"/>
                    <a:pt x="20009" y="11460"/>
                    <a:pt x="20009" y="11460"/>
                  </a:cubicBezTo>
                  <a:cubicBezTo>
                    <a:pt x="20502" y="12037"/>
                    <a:pt x="21516" y="12450"/>
                    <a:pt x="22447" y="12450"/>
                  </a:cubicBezTo>
                  <a:cubicBezTo>
                    <a:pt x="23257" y="12450"/>
                    <a:pt x="24005" y="12137"/>
                    <a:pt x="24292" y="11348"/>
                  </a:cubicBezTo>
                  <a:cubicBezTo>
                    <a:pt x="24911" y="9650"/>
                    <a:pt x="23978" y="9414"/>
                    <a:pt x="23978" y="9414"/>
                  </a:cubicBezTo>
                  <a:cubicBezTo>
                    <a:pt x="23978" y="9414"/>
                    <a:pt x="25136" y="8256"/>
                    <a:pt x="24169" y="7098"/>
                  </a:cubicBezTo>
                  <a:cubicBezTo>
                    <a:pt x="23802" y="6658"/>
                    <a:pt x="23439" y="6523"/>
                    <a:pt x="23131" y="6523"/>
                  </a:cubicBezTo>
                  <a:cubicBezTo>
                    <a:pt x="22635" y="6523"/>
                    <a:pt x="22280" y="6873"/>
                    <a:pt x="22280" y="6873"/>
                  </a:cubicBezTo>
                  <a:cubicBezTo>
                    <a:pt x="22280" y="6873"/>
                    <a:pt x="23168" y="2129"/>
                    <a:pt x="19818" y="1589"/>
                  </a:cubicBezTo>
                  <a:cubicBezTo>
                    <a:pt x="19608" y="1555"/>
                    <a:pt x="19404" y="1540"/>
                    <a:pt x="19208" y="1540"/>
                  </a:cubicBezTo>
                  <a:cubicBezTo>
                    <a:pt x="16260" y="1540"/>
                    <a:pt x="14837" y="5097"/>
                    <a:pt x="14837" y="5097"/>
                  </a:cubicBezTo>
                  <a:cubicBezTo>
                    <a:pt x="14837" y="5097"/>
                    <a:pt x="15141" y="3062"/>
                    <a:pt x="13713" y="3062"/>
                  </a:cubicBezTo>
                  <a:cubicBezTo>
                    <a:pt x="12285" y="3062"/>
                    <a:pt x="11712" y="4445"/>
                    <a:pt x="11712" y="4445"/>
                  </a:cubicBezTo>
                  <a:cubicBezTo>
                    <a:pt x="11712" y="4445"/>
                    <a:pt x="12102" y="0"/>
                    <a:pt x="8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5"/>
            <p:cNvSpPr/>
            <p:nvPr/>
          </p:nvSpPr>
          <p:spPr>
            <a:xfrm>
              <a:off x="6083334" y="4706346"/>
              <a:ext cx="168198" cy="121185"/>
            </a:xfrm>
            <a:custGeom>
              <a:avLst/>
              <a:gdLst/>
              <a:ahLst/>
              <a:cxnLst/>
              <a:rect l="l" t="t" r="r" b="b"/>
              <a:pathLst>
                <a:path w="1474" h="1062" extrusionOk="0">
                  <a:moveTo>
                    <a:pt x="182" y="0"/>
                  </a:moveTo>
                  <a:cubicBezTo>
                    <a:pt x="154" y="0"/>
                    <a:pt x="126" y="14"/>
                    <a:pt x="113" y="44"/>
                  </a:cubicBezTo>
                  <a:cubicBezTo>
                    <a:pt x="0" y="393"/>
                    <a:pt x="124" y="775"/>
                    <a:pt x="428" y="977"/>
                  </a:cubicBezTo>
                  <a:cubicBezTo>
                    <a:pt x="534" y="1034"/>
                    <a:pt x="648" y="1062"/>
                    <a:pt x="761" y="1062"/>
                  </a:cubicBezTo>
                  <a:cubicBezTo>
                    <a:pt x="980" y="1062"/>
                    <a:pt x="1193" y="957"/>
                    <a:pt x="1327" y="764"/>
                  </a:cubicBezTo>
                  <a:cubicBezTo>
                    <a:pt x="1428" y="595"/>
                    <a:pt x="1473" y="393"/>
                    <a:pt x="1451" y="202"/>
                  </a:cubicBezTo>
                  <a:cubicBezTo>
                    <a:pt x="1445" y="157"/>
                    <a:pt x="1406" y="134"/>
                    <a:pt x="1370" y="134"/>
                  </a:cubicBezTo>
                  <a:cubicBezTo>
                    <a:pt x="1335" y="134"/>
                    <a:pt x="1304" y="157"/>
                    <a:pt x="1316" y="202"/>
                  </a:cubicBezTo>
                  <a:cubicBezTo>
                    <a:pt x="1348" y="551"/>
                    <a:pt x="1126" y="922"/>
                    <a:pt x="753" y="922"/>
                  </a:cubicBezTo>
                  <a:cubicBezTo>
                    <a:pt x="742" y="922"/>
                    <a:pt x="731" y="922"/>
                    <a:pt x="720" y="921"/>
                  </a:cubicBezTo>
                  <a:cubicBezTo>
                    <a:pt x="326" y="899"/>
                    <a:pt x="146" y="426"/>
                    <a:pt x="248" y="89"/>
                  </a:cubicBezTo>
                  <a:cubicBezTo>
                    <a:pt x="268" y="34"/>
                    <a:pt x="226" y="0"/>
                    <a:pt x="182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5"/>
            <p:cNvSpPr/>
            <p:nvPr/>
          </p:nvSpPr>
          <p:spPr>
            <a:xfrm>
              <a:off x="6134570" y="4589382"/>
              <a:ext cx="34804" cy="48269"/>
            </a:xfrm>
            <a:custGeom>
              <a:avLst/>
              <a:gdLst/>
              <a:ahLst/>
              <a:cxnLst/>
              <a:rect l="l" t="t" r="r" b="b"/>
              <a:pathLst>
                <a:path w="305" h="423" extrusionOk="0">
                  <a:moveTo>
                    <a:pt x="109" y="1"/>
                  </a:moveTo>
                  <a:cubicBezTo>
                    <a:pt x="86" y="1"/>
                    <a:pt x="64" y="13"/>
                    <a:pt x="57" y="35"/>
                  </a:cubicBezTo>
                  <a:cubicBezTo>
                    <a:pt x="23" y="114"/>
                    <a:pt x="1" y="192"/>
                    <a:pt x="12" y="271"/>
                  </a:cubicBezTo>
                  <a:cubicBezTo>
                    <a:pt x="1" y="327"/>
                    <a:pt x="23" y="372"/>
                    <a:pt x="57" y="406"/>
                  </a:cubicBezTo>
                  <a:cubicBezTo>
                    <a:pt x="80" y="417"/>
                    <a:pt x="102" y="423"/>
                    <a:pt x="123" y="423"/>
                  </a:cubicBezTo>
                  <a:cubicBezTo>
                    <a:pt x="144" y="423"/>
                    <a:pt x="164" y="417"/>
                    <a:pt x="181" y="406"/>
                  </a:cubicBezTo>
                  <a:cubicBezTo>
                    <a:pt x="248" y="350"/>
                    <a:pt x="293" y="282"/>
                    <a:pt x="293" y="192"/>
                  </a:cubicBezTo>
                  <a:cubicBezTo>
                    <a:pt x="305" y="102"/>
                    <a:pt x="237" y="24"/>
                    <a:pt x="147" y="12"/>
                  </a:cubicBezTo>
                  <a:cubicBezTo>
                    <a:pt x="135" y="4"/>
                    <a:pt x="122" y="1"/>
                    <a:pt x="109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5"/>
            <p:cNvSpPr/>
            <p:nvPr/>
          </p:nvSpPr>
          <p:spPr>
            <a:xfrm>
              <a:off x="6221865" y="4621561"/>
              <a:ext cx="114" cy="1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3F9C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5"/>
            <p:cNvSpPr/>
            <p:nvPr/>
          </p:nvSpPr>
          <p:spPr>
            <a:xfrm>
              <a:off x="6201325" y="4590409"/>
              <a:ext cx="37314" cy="53061"/>
            </a:xfrm>
            <a:custGeom>
              <a:avLst/>
              <a:gdLst/>
              <a:ahLst/>
              <a:cxnLst/>
              <a:rect l="l" t="t" r="r" b="b"/>
              <a:pathLst>
                <a:path w="327" h="465" extrusionOk="0">
                  <a:moveTo>
                    <a:pt x="140" y="0"/>
                  </a:moveTo>
                  <a:cubicBezTo>
                    <a:pt x="113" y="0"/>
                    <a:pt x="89" y="21"/>
                    <a:pt x="79" y="48"/>
                  </a:cubicBezTo>
                  <a:lnTo>
                    <a:pt x="79" y="71"/>
                  </a:lnTo>
                  <a:lnTo>
                    <a:pt x="68" y="82"/>
                  </a:lnTo>
                  <a:lnTo>
                    <a:pt x="46" y="138"/>
                  </a:lnTo>
                  <a:cubicBezTo>
                    <a:pt x="23" y="183"/>
                    <a:pt x="1" y="228"/>
                    <a:pt x="1" y="273"/>
                  </a:cubicBezTo>
                  <a:cubicBezTo>
                    <a:pt x="1" y="352"/>
                    <a:pt x="57" y="431"/>
                    <a:pt x="136" y="453"/>
                  </a:cubicBezTo>
                  <a:cubicBezTo>
                    <a:pt x="151" y="461"/>
                    <a:pt x="167" y="465"/>
                    <a:pt x="183" y="465"/>
                  </a:cubicBezTo>
                  <a:cubicBezTo>
                    <a:pt x="211" y="465"/>
                    <a:pt x="237" y="452"/>
                    <a:pt x="259" y="431"/>
                  </a:cubicBezTo>
                  <a:cubicBezTo>
                    <a:pt x="293" y="397"/>
                    <a:pt x="315" y="352"/>
                    <a:pt x="315" y="307"/>
                  </a:cubicBezTo>
                  <a:cubicBezTo>
                    <a:pt x="327" y="273"/>
                    <a:pt x="327" y="228"/>
                    <a:pt x="304" y="183"/>
                  </a:cubicBezTo>
                  <a:cubicBezTo>
                    <a:pt x="293" y="138"/>
                    <a:pt x="259" y="105"/>
                    <a:pt x="214" y="93"/>
                  </a:cubicBezTo>
                  <a:cubicBezTo>
                    <a:pt x="225" y="48"/>
                    <a:pt x="203" y="15"/>
                    <a:pt x="158" y="3"/>
                  </a:cubicBezTo>
                  <a:cubicBezTo>
                    <a:pt x="152" y="1"/>
                    <a:pt x="146" y="0"/>
                    <a:pt x="1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5"/>
            <p:cNvSpPr/>
            <p:nvPr/>
          </p:nvSpPr>
          <p:spPr>
            <a:xfrm>
              <a:off x="6219354" y="4626696"/>
              <a:ext cx="0" cy="114"/>
            </a:xfrm>
            <a:custGeom>
              <a:avLst/>
              <a:gdLst/>
              <a:ahLst/>
              <a:cxnLst/>
              <a:rect l="l" t="t" r="r" b="b"/>
              <a:pathLst>
                <a:path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3F9CAC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5"/>
            <p:cNvSpPr/>
            <p:nvPr/>
          </p:nvSpPr>
          <p:spPr>
            <a:xfrm>
              <a:off x="5163485" y="3920381"/>
              <a:ext cx="233811" cy="479376"/>
            </a:xfrm>
            <a:custGeom>
              <a:avLst/>
              <a:gdLst/>
              <a:ahLst/>
              <a:cxnLst/>
              <a:rect l="l" t="t" r="r" b="b"/>
              <a:pathLst>
                <a:path w="2049" h="4201" extrusionOk="0">
                  <a:moveTo>
                    <a:pt x="1928" y="1"/>
                  </a:moveTo>
                  <a:cubicBezTo>
                    <a:pt x="1919" y="1"/>
                    <a:pt x="1910" y="3"/>
                    <a:pt x="1900" y="7"/>
                  </a:cubicBezTo>
                  <a:cubicBezTo>
                    <a:pt x="765" y="546"/>
                    <a:pt x="169" y="1760"/>
                    <a:pt x="34" y="2963"/>
                  </a:cubicBezTo>
                  <a:cubicBezTo>
                    <a:pt x="0" y="3357"/>
                    <a:pt x="0" y="3739"/>
                    <a:pt x="34" y="4133"/>
                  </a:cubicBezTo>
                  <a:cubicBezTo>
                    <a:pt x="34" y="4178"/>
                    <a:pt x="71" y="4200"/>
                    <a:pt x="107" y="4200"/>
                  </a:cubicBezTo>
                  <a:cubicBezTo>
                    <a:pt x="144" y="4200"/>
                    <a:pt x="180" y="4178"/>
                    <a:pt x="180" y="4133"/>
                  </a:cubicBezTo>
                  <a:cubicBezTo>
                    <a:pt x="79" y="2907"/>
                    <a:pt x="293" y="1581"/>
                    <a:pt x="1203" y="670"/>
                  </a:cubicBezTo>
                  <a:cubicBezTo>
                    <a:pt x="1428" y="456"/>
                    <a:pt x="1687" y="265"/>
                    <a:pt x="1979" y="130"/>
                  </a:cubicBezTo>
                  <a:cubicBezTo>
                    <a:pt x="2049" y="101"/>
                    <a:pt x="1996" y="1"/>
                    <a:pt x="1928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5"/>
            <p:cNvSpPr/>
            <p:nvPr/>
          </p:nvSpPr>
          <p:spPr>
            <a:xfrm>
              <a:off x="5816542" y="3983599"/>
              <a:ext cx="106693" cy="149142"/>
            </a:xfrm>
            <a:custGeom>
              <a:avLst/>
              <a:gdLst/>
              <a:ahLst/>
              <a:cxnLst/>
              <a:rect l="l" t="t" r="r" b="b"/>
              <a:pathLst>
                <a:path w="935" h="1307" extrusionOk="0">
                  <a:moveTo>
                    <a:pt x="95" y="0"/>
                  </a:moveTo>
                  <a:cubicBezTo>
                    <a:pt x="36" y="0"/>
                    <a:pt x="1" y="92"/>
                    <a:pt x="56" y="138"/>
                  </a:cubicBezTo>
                  <a:cubicBezTo>
                    <a:pt x="225" y="262"/>
                    <a:pt x="360" y="431"/>
                    <a:pt x="438" y="622"/>
                  </a:cubicBezTo>
                  <a:cubicBezTo>
                    <a:pt x="562" y="835"/>
                    <a:pt x="674" y="1049"/>
                    <a:pt x="787" y="1274"/>
                  </a:cubicBezTo>
                  <a:cubicBezTo>
                    <a:pt x="800" y="1297"/>
                    <a:pt x="820" y="1307"/>
                    <a:pt x="839" y="1307"/>
                  </a:cubicBezTo>
                  <a:cubicBezTo>
                    <a:pt x="886" y="1307"/>
                    <a:pt x="934" y="1254"/>
                    <a:pt x="911" y="1206"/>
                  </a:cubicBezTo>
                  <a:cubicBezTo>
                    <a:pt x="798" y="970"/>
                    <a:pt x="674" y="734"/>
                    <a:pt x="540" y="509"/>
                  </a:cubicBezTo>
                  <a:cubicBezTo>
                    <a:pt x="450" y="318"/>
                    <a:pt x="303" y="150"/>
                    <a:pt x="135" y="15"/>
                  </a:cubicBezTo>
                  <a:cubicBezTo>
                    <a:pt x="121" y="5"/>
                    <a:pt x="107" y="0"/>
                    <a:pt x="95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5"/>
            <p:cNvSpPr/>
            <p:nvPr/>
          </p:nvSpPr>
          <p:spPr>
            <a:xfrm>
              <a:off x="4797873" y="4484889"/>
              <a:ext cx="188624" cy="243168"/>
            </a:xfrm>
            <a:custGeom>
              <a:avLst/>
              <a:gdLst/>
              <a:ahLst/>
              <a:cxnLst/>
              <a:rect l="l" t="t" r="r" b="b"/>
              <a:pathLst>
                <a:path w="1653" h="2131" extrusionOk="0">
                  <a:moveTo>
                    <a:pt x="1464" y="1"/>
                  </a:moveTo>
                  <a:cubicBezTo>
                    <a:pt x="1004" y="1"/>
                    <a:pt x="635" y="358"/>
                    <a:pt x="394" y="726"/>
                  </a:cubicBezTo>
                  <a:cubicBezTo>
                    <a:pt x="146" y="1131"/>
                    <a:pt x="0" y="1625"/>
                    <a:pt x="158" y="2086"/>
                  </a:cubicBezTo>
                  <a:cubicBezTo>
                    <a:pt x="171" y="2117"/>
                    <a:pt x="199" y="2130"/>
                    <a:pt x="227" y="2130"/>
                  </a:cubicBezTo>
                  <a:cubicBezTo>
                    <a:pt x="272" y="2130"/>
                    <a:pt x="318" y="2096"/>
                    <a:pt x="304" y="2041"/>
                  </a:cubicBezTo>
                  <a:cubicBezTo>
                    <a:pt x="158" y="1625"/>
                    <a:pt x="293" y="1187"/>
                    <a:pt x="506" y="827"/>
                  </a:cubicBezTo>
                  <a:cubicBezTo>
                    <a:pt x="716" y="492"/>
                    <a:pt x="1052" y="147"/>
                    <a:pt x="1479" y="147"/>
                  </a:cubicBezTo>
                  <a:cubicBezTo>
                    <a:pt x="1510" y="147"/>
                    <a:pt x="1542" y="149"/>
                    <a:pt x="1574" y="152"/>
                  </a:cubicBezTo>
                  <a:cubicBezTo>
                    <a:pt x="1577" y="153"/>
                    <a:pt x="1580" y="153"/>
                    <a:pt x="1583" y="153"/>
                  </a:cubicBezTo>
                  <a:cubicBezTo>
                    <a:pt x="1653" y="153"/>
                    <a:pt x="1650" y="17"/>
                    <a:pt x="1563" y="6"/>
                  </a:cubicBezTo>
                  <a:cubicBezTo>
                    <a:pt x="1530" y="3"/>
                    <a:pt x="1496" y="1"/>
                    <a:pt x="1464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5"/>
            <p:cNvSpPr/>
            <p:nvPr/>
          </p:nvSpPr>
          <p:spPr>
            <a:xfrm>
              <a:off x="5055194" y="4488199"/>
              <a:ext cx="49410" cy="19285"/>
            </a:xfrm>
            <a:custGeom>
              <a:avLst/>
              <a:gdLst/>
              <a:ahLst/>
              <a:cxnLst/>
              <a:rect l="l" t="t" r="r" b="b"/>
              <a:pathLst>
                <a:path w="433" h="169" extrusionOk="0">
                  <a:moveTo>
                    <a:pt x="190" y="0"/>
                  </a:moveTo>
                  <a:cubicBezTo>
                    <a:pt x="155" y="0"/>
                    <a:pt x="119" y="4"/>
                    <a:pt x="84" y="11"/>
                  </a:cubicBezTo>
                  <a:cubicBezTo>
                    <a:pt x="0" y="32"/>
                    <a:pt x="23" y="160"/>
                    <a:pt x="108" y="160"/>
                  </a:cubicBezTo>
                  <a:cubicBezTo>
                    <a:pt x="115" y="160"/>
                    <a:pt x="122" y="159"/>
                    <a:pt x="129" y="157"/>
                  </a:cubicBezTo>
                  <a:lnTo>
                    <a:pt x="331" y="157"/>
                  </a:lnTo>
                  <a:cubicBezTo>
                    <a:pt x="343" y="165"/>
                    <a:pt x="355" y="169"/>
                    <a:pt x="366" y="169"/>
                  </a:cubicBezTo>
                  <a:cubicBezTo>
                    <a:pt x="387" y="169"/>
                    <a:pt x="407" y="156"/>
                    <a:pt x="421" y="135"/>
                  </a:cubicBezTo>
                  <a:cubicBezTo>
                    <a:pt x="432" y="112"/>
                    <a:pt x="421" y="78"/>
                    <a:pt x="399" y="56"/>
                  </a:cubicBezTo>
                  <a:cubicBezTo>
                    <a:pt x="337" y="18"/>
                    <a:pt x="265" y="0"/>
                    <a:pt x="19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5"/>
            <p:cNvSpPr/>
            <p:nvPr/>
          </p:nvSpPr>
          <p:spPr>
            <a:xfrm>
              <a:off x="4857211" y="4808704"/>
              <a:ext cx="142181" cy="113425"/>
            </a:xfrm>
            <a:custGeom>
              <a:avLst/>
              <a:gdLst/>
              <a:ahLst/>
              <a:cxnLst/>
              <a:rect l="l" t="t" r="r" b="b"/>
              <a:pathLst>
                <a:path w="1246" h="994" extrusionOk="0">
                  <a:moveTo>
                    <a:pt x="97" y="0"/>
                  </a:moveTo>
                  <a:cubicBezTo>
                    <a:pt x="49" y="0"/>
                    <a:pt x="0" y="49"/>
                    <a:pt x="31" y="103"/>
                  </a:cubicBezTo>
                  <a:cubicBezTo>
                    <a:pt x="87" y="238"/>
                    <a:pt x="166" y="361"/>
                    <a:pt x="256" y="485"/>
                  </a:cubicBezTo>
                  <a:cubicBezTo>
                    <a:pt x="346" y="597"/>
                    <a:pt x="447" y="699"/>
                    <a:pt x="582" y="777"/>
                  </a:cubicBezTo>
                  <a:cubicBezTo>
                    <a:pt x="706" y="845"/>
                    <a:pt x="841" y="901"/>
                    <a:pt x="976" y="957"/>
                  </a:cubicBezTo>
                  <a:cubicBezTo>
                    <a:pt x="1015" y="973"/>
                    <a:pt x="1065" y="994"/>
                    <a:pt x="1114" y="994"/>
                  </a:cubicBezTo>
                  <a:cubicBezTo>
                    <a:pt x="1136" y="994"/>
                    <a:pt x="1157" y="990"/>
                    <a:pt x="1178" y="980"/>
                  </a:cubicBezTo>
                  <a:cubicBezTo>
                    <a:pt x="1234" y="946"/>
                    <a:pt x="1245" y="867"/>
                    <a:pt x="1200" y="822"/>
                  </a:cubicBezTo>
                  <a:cubicBezTo>
                    <a:pt x="1183" y="809"/>
                    <a:pt x="1163" y="803"/>
                    <a:pt x="1145" y="803"/>
                  </a:cubicBezTo>
                  <a:cubicBezTo>
                    <a:pt x="1116" y="803"/>
                    <a:pt x="1090" y="818"/>
                    <a:pt x="1077" y="845"/>
                  </a:cubicBezTo>
                  <a:lnTo>
                    <a:pt x="1043" y="834"/>
                  </a:lnTo>
                  <a:lnTo>
                    <a:pt x="964" y="800"/>
                  </a:lnTo>
                  <a:cubicBezTo>
                    <a:pt x="919" y="789"/>
                    <a:pt x="863" y="766"/>
                    <a:pt x="818" y="744"/>
                  </a:cubicBezTo>
                  <a:cubicBezTo>
                    <a:pt x="717" y="699"/>
                    <a:pt x="616" y="642"/>
                    <a:pt x="537" y="575"/>
                  </a:cubicBezTo>
                  <a:cubicBezTo>
                    <a:pt x="368" y="429"/>
                    <a:pt x="234" y="238"/>
                    <a:pt x="155" y="35"/>
                  </a:cubicBezTo>
                  <a:cubicBezTo>
                    <a:pt x="141" y="11"/>
                    <a:pt x="119" y="0"/>
                    <a:pt x="97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5"/>
            <p:cNvSpPr/>
            <p:nvPr/>
          </p:nvSpPr>
          <p:spPr>
            <a:xfrm>
              <a:off x="6037119" y="4222091"/>
              <a:ext cx="174246" cy="148001"/>
            </a:xfrm>
            <a:custGeom>
              <a:avLst/>
              <a:gdLst/>
              <a:ahLst/>
              <a:cxnLst/>
              <a:rect l="l" t="t" r="r" b="b"/>
              <a:pathLst>
                <a:path w="1527" h="1297" extrusionOk="0">
                  <a:moveTo>
                    <a:pt x="1334" y="0"/>
                  </a:moveTo>
                  <a:cubicBezTo>
                    <a:pt x="1223" y="0"/>
                    <a:pt x="1107" y="59"/>
                    <a:pt x="1012" y="106"/>
                  </a:cubicBezTo>
                  <a:cubicBezTo>
                    <a:pt x="855" y="184"/>
                    <a:pt x="720" y="286"/>
                    <a:pt x="585" y="398"/>
                  </a:cubicBezTo>
                  <a:cubicBezTo>
                    <a:pt x="450" y="511"/>
                    <a:pt x="338" y="645"/>
                    <a:pt x="225" y="780"/>
                  </a:cubicBezTo>
                  <a:cubicBezTo>
                    <a:pt x="135" y="904"/>
                    <a:pt x="1" y="1073"/>
                    <a:pt x="68" y="1253"/>
                  </a:cubicBezTo>
                  <a:cubicBezTo>
                    <a:pt x="81" y="1283"/>
                    <a:pt x="109" y="1297"/>
                    <a:pt x="138" y="1297"/>
                  </a:cubicBezTo>
                  <a:cubicBezTo>
                    <a:pt x="183" y="1297"/>
                    <a:pt x="228" y="1263"/>
                    <a:pt x="214" y="1208"/>
                  </a:cubicBezTo>
                  <a:cubicBezTo>
                    <a:pt x="158" y="1073"/>
                    <a:pt x="293" y="926"/>
                    <a:pt x="372" y="837"/>
                  </a:cubicBezTo>
                  <a:cubicBezTo>
                    <a:pt x="462" y="713"/>
                    <a:pt x="563" y="612"/>
                    <a:pt x="675" y="511"/>
                  </a:cubicBezTo>
                  <a:cubicBezTo>
                    <a:pt x="776" y="421"/>
                    <a:pt x="900" y="342"/>
                    <a:pt x="1024" y="263"/>
                  </a:cubicBezTo>
                  <a:cubicBezTo>
                    <a:pt x="1103" y="219"/>
                    <a:pt x="1223" y="141"/>
                    <a:pt x="1331" y="141"/>
                  </a:cubicBezTo>
                  <a:cubicBezTo>
                    <a:pt x="1361" y="141"/>
                    <a:pt x="1390" y="147"/>
                    <a:pt x="1417" y="162"/>
                  </a:cubicBezTo>
                  <a:cubicBezTo>
                    <a:pt x="1421" y="163"/>
                    <a:pt x="1425" y="163"/>
                    <a:pt x="1429" y="163"/>
                  </a:cubicBezTo>
                  <a:cubicBezTo>
                    <a:pt x="1489" y="163"/>
                    <a:pt x="1526" y="81"/>
                    <a:pt x="1473" y="38"/>
                  </a:cubicBezTo>
                  <a:cubicBezTo>
                    <a:pt x="1429" y="11"/>
                    <a:pt x="1382" y="0"/>
                    <a:pt x="133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5"/>
            <p:cNvSpPr/>
            <p:nvPr/>
          </p:nvSpPr>
          <p:spPr>
            <a:xfrm>
              <a:off x="6270590" y="4241490"/>
              <a:ext cx="60478" cy="61619"/>
            </a:xfrm>
            <a:custGeom>
              <a:avLst/>
              <a:gdLst/>
              <a:ahLst/>
              <a:cxnLst/>
              <a:rect l="l" t="t" r="r" b="b"/>
              <a:pathLst>
                <a:path w="530" h="540" extrusionOk="0">
                  <a:moveTo>
                    <a:pt x="83" y="0"/>
                  </a:moveTo>
                  <a:cubicBezTo>
                    <a:pt x="53" y="0"/>
                    <a:pt x="21" y="20"/>
                    <a:pt x="12" y="48"/>
                  </a:cubicBezTo>
                  <a:cubicBezTo>
                    <a:pt x="1" y="82"/>
                    <a:pt x="23" y="127"/>
                    <a:pt x="68" y="138"/>
                  </a:cubicBezTo>
                  <a:lnTo>
                    <a:pt x="79" y="149"/>
                  </a:lnTo>
                  <a:lnTo>
                    <a:pt x="113" y="161"/>
                  </a:lnTo>
                  <a:cubicBezTo>
                    <a:pt x="124" y="172"/>
                    <a:pt x="147" y="183"/>
                    <a:pt x="169" y="194"/>
                  </a:cubicBezTo>
                  <a:lnTo>
                    <a:pt x="181" y="206"/>
                  </a:lnTo>
                  <a:lnTo>
                    <a:pt x="203" y="228"/>
                  </a:lnTo>
                  <a:cubicBezTo>
                    <a:pt x="214" y="239"/>
                    <a:pt x="237" y="262"/>
                    <a:pt x="248" y="273"/>
                  </a:cubicBezTo>
                  <a:lnTo>
                    <a:pt x="271" y="296"/>
                  </a:lnTo>
                  <a:lnTo>
                    <a:pt x="282" y="318"/>
                  </a:lnTo>
                  <a:cubicBezTo>
                    <a:pt x="293" y="329"/>
                    <a:pt x="304" y="352"/>
                    <a:pt x="315" y="374"/>
                  </a:cubicBezTo>
                  <a:cubicBezTo>
                    <a:pt x="327" y="385"/>
                    <a:pt x="327" y="385"/>
                    <a:pt x="338" y="397"/>
                  </a:cubicBezTo>
                  <a:lnTo>
                    <a:pt x="349" y="419"/>
                  </a:lnTo>
                  <a:lnTo>
                    <a:pt x="349" y="430"/>
                  </a:lnTo>
                  <a:lnTo>
                    <a:pt x="349" y="453"/>
                  </a:lnTo>
                  <a:cubicBezTo>
                    <a:pt x="349" y="464"/>
                    <a:pt x="349" y="475"/>
                    <a:pt x="360" y="487"/>
                  </a:cubicBezTo>
                  <a:cubicBezTo>
                    <a:pt x="370" y="523"/>
                    <a:pt x="400" y="540"/>
                    <a:pt x="430" y="540"/>
                  </a:cubicBezTo>
                  <a:cubicBezTo>
                    <a:pt x="474" y="540"/>
                    <a:pt x="520" y="506"/>
                    <a:pt x="507" y="453"/>
                  </a:cubicBezTo>
                  <a:lnTo>
                    <a:pt x="529" y="453"/>
                  </a:lnTo>
                  <a:cubicBezTo>
                    <a:pt x="462" y="251"/>
                    <a:pt x="304" y="82"/>
                    <a:pt x="102" y="3"/>
                  </a:cubicBezTo>
                  <a:cubicBezTo>
                    <a:pt x="96" y="1"/>
                    <a:pt x="90" y="0"/>
                    <a:pt x="83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5"/>
            <p:cNvSpPr/>
            <p:nvPr/>
          </p:nvSpPr>
          <p:spPr>
            <a:xfrm>
              <a:off x="6407751" y="4106839"/>
              <a:ext cx="322817" cy="312205"/>
            </a:xfrm>
            <a:custGeom>
              <a:avLst/>
              <a:gdLst/>
              <a:ahLst/>
              <a:cxnLst/>
              <a:rect l="l" t="t" r="r" b="b"/>
              <a:pathLst>
                <a:path w="2829" h="2736" extrusionOk="0">
                  <a:moveTo>
                    <a:pt x="2729" y="0"/>
                  </a:moveTo>
                  <a:cubicBezTo>
                    <a:pt x="2724" y="0"/>
                    <a:pt x="2717" y="1"/>
                    <a:pt x="2711" y="3"/>
                  </a:cubicBezTo>
                  <a:cubicBezTo>
                    <a:pt x="2430" y="70"/>
                    <a:pt x="2171" y="216"/>
                    <a:pt x="1958" y="408"/>
                  </a:cubicBezTo>
                  <a:cubicBezTo>
                    <a:pt x="1711" y="621"/>
                    <a:pt x="1474" y="846"/>
                    <a:pt x="1250" y="1093"/>
                  </a:cubicBezTo>
                  <a:cubicBezTo>
                    <a:pt x="1013" y="1341"/>
                    <a:pt x="789" y="1599"/>
                    <a:pt x="564" y="1858"/>
                  </a:cubicBezTo>
                  <a:cubicBezTo>
                    <a:pt x="350" y="2083"/>
                    <a:pt x="170" y="2341"/>
                    <a:pt x="24" y="2622"/>
                  </a:cubicBezTo>
                  <a:cubicBezTo>
                    <a:pt x="1" y="2684"/>
                    <a:pt x="53" y="2736"/>
                    <a:pt x="98" y="2736"/>
                  </a:cubicBezTo>
                  <a:cubicBezTo>
                    <a:pt x="118" y="2736"/>
                    <a:pt x="137" y="2725"/>
                    <a:pt x="148" y="2701"/>
                  </a:cubicBezTo>
                  <a:cubicBezTo>
                    <a:pt x="294" y="2420"/>
                    <a:pt x="474" y="2161"/>
                    <a:pt x="687" y="1925"/>
                  </a:cubicBezTo>
                  <a:cubicBezTo>
                    <a:pt x="890" y="1689"/>
                    <a:pt x="1103" y="1442"/>
                    <a:pt x="1328" y="1217"/>
                  </a:cubicBezTo>
                  <a:cubicBezTo>
                    <a:pt x="1542" y="992"/>
                    <a:pt x="1744" y="767"/>
                    <a:pt x="1980" y="565"/>
                  </a:cubicBezTo>
                  <a:cubicBezTo>
                    <a:pt x="2194" y="363"/>
                    <a:pt x="2453" y="216"/>
                    <a:pt x="2745" y="138"/>
                  </a:cubicBezTo>
                  <a:cubicBezTo>
                    <a:pt x="2828" y="127"/>
                    <a:pt x="2805" y="0"/>
                    <a:pt x="2729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5"/>
            <p:cNvSpPr/>
            <p:nvPr/>
          </p:nvSpPr>
          <p:spPr>
            <a:xfrm>
              <a:off x="6844454" y="4067471"/>
              <a:ext cx="189308" cy="35716"/>
            </a:xfrm>
            <a:custGeom>
              <a:avLst/>
              <a:gdLst/>
              <a:ahLst/>
              <a:cxnLst/>
              <a:rect l="l" t="t" r="r" b="b"/>
              <a:pathLst>
                <a:path w="1659" h="313" extrusionOk="0">
                  <a:moveTo>
                    <a:pt x="859" y="1"/>
                  </a:moveTo>
                  <a:cubicBezTo>
                    <a:pt x="601" y="1"/>
                    <a:pt x="338" y="49"/>
                    <a:pt x="87" y="100"/>
                  </a:cubicBezTo>
                  <a:cubicBezTo>
                    <a:pt x="1" y="122"/>
                    <a:pt x="28" y="236"/>
                    <a:pt x="109" y="236"/>
                  </a:cubicBezTo>
                  <a:cubicBezTo>
                    <a:pt x="113" y="236"/>
                    <a:pt x="117" y="236"/>
                    <a:pt x="121" y="235"/>
                  </a:cubicBezTo>
                  <a:cubicBezTo>
                    <a:pt x="359" y="189"/>
                    <a:pt x="609" y="142"/>
                    <a:pt x="854" y="142"/>
                  </a:cubicBezTo>
                  <a:cubicBezTo>
                    <a:pt x="1083" y="142"/>
                    <a:pt x="1308" y="183"/>
                    <a:pt x="1515" y="303"/>
                  </a:cubicBezTo>
                  <a:cubicBezTo>
                    <a:pt x="1528" y="310"/>
                    <a:pt x="1541" y="312"/>
                    <a:pt x="1553" y="312"/>
                  </a:cubicBezTo>
                  <a:cubicBezTo>
                    <a:pt x="1621" y="312"/>
                    <a:pt x="1659" y="217"/>
                    <a:pt x="1582" y="179"/>
                  </a:cubicBezTo>
                  <a:cubicBezTo>
                    <a:pt x="1355" y="46"/>
                    <a:pt x="1109" y="1"/>
                    <a:pt x="859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5"/>
            <p:cNvSpPr/>
            <p:nvPr/>
          </p:nvSpPr>
          <p:spPr>
            <a:xfrm>
              <a:off x="7078154" y="4173138"/>
              <a:ext cx="76454" cy="245793"/>
            </a:xfrm>
            <a:custGeom>
              <a:avLst/>
              <a:gdLst/>
              <a:ahLst/>
              <a:cxnLst/>
              <a:rect l="l" t="t" r="r" b="b"/>
              <a:pathLst>
                <a:path w="670" h="2154" extrusionOk="0">
                  <a:moveTo>
                    <a:pt x="99" y="1"/>
                  </a:moveTo>
                  <a:cubicBezTo>
                    <a:pt x="51" y="1"/>
                    <a:pt x="0" y="49"/>
                    <a:pt x="40" y="96"/>
                  </a:cubicBezTo>
                  <a:cubicBezTo>
                    <a:pt x="231" y="377"/>
                    <a:pt x="366" y="692"/>
                    <a:pt x="434" y="1018"/>
                  </a:cubicBezTo>
                  <a:cubicBezTo>
                    <a:pt x="501" y="1367"/>
                    <a:pt x="524" y="1726"/>
                    <a:pt x="524" y="2086"/>
                  </a:cubicBezTo>
                  <a:cubicBezTo>
                    <a:pt x="524" y="2131"/>
                    <a:pt x="557" y="2154"/>
                    <a:pt x="591" y="2154"/>
                  </a:cubicBezTo>
                  <a:cubicBezTo>
                    <a:pt x="625" y="2154"/>
                    <a:pt x="659" y="2131"/>
                    <a:pt x="659" y="2086"/>
                  </a:cubicBezTo>
                  <a:cubicBezTo>
                    <a:pt x="670" y="1715"/>
                    <a:pt x="636" y="1344"/>
                    <a:pt x="580" y="984"/>
                  </a:cubicBezTo>
                  <a:cubicBezTo>
                    <a:pt x="501" y="636"/>
                    <a:pt x="366" y="310"/>
                    <a:pt x="153" y="29"/>
                  </a:cubicBezTo>
                  <a:cubicBezTo>
                    <a:pt x="139" y="9"/>
                    <a:pt x="120" y="1"/>
                    <a:pt x="99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5"/>
            <p:cNvSpPr/>
            <p:nvPr/>
          </p:nvSpPr>
          <p:spPr>
            <a:xfrm>
              <a:off x="7244756" y="4631408"/>
              <a:ext cx="134193" cy="45986"/>
            </a:xfrm>
            <a:custGeom>
              <a:avLst/>
              <a:gdLst/>
              <a:ahLst/>
              <a:cxnLst/>
              <a:rect l="l" t="t" r="r" b="b"/>
              <a:pathLst>
                <a:path w="1176" h="403" extrusionOk="0">
                  <a:moveTo>
                    <a:pt x="554" y="0"/>
                  </a:moveTo>
                  <a:cubicBezTo>
                    <a:pt x="365" y="0"/>
                    <a:pt x="183" y="78"/>
                    <a:pt x="53" y="218"/>
                  </a:cubicBezTo>
                  <a:cubicBezTo>
                    <a:pt x="0" y="270"/>
                    <a:pt x="50" y="336"/>
                    <a:pt x="107" y="336"/>
                  </a:cubicBezTo>
                  <a:cubicBezTo>
                    <a:pt x="123" y="336"/>
                    <a:pt x="139" y="331"/>
                    <a:pt x="154" y="319"/>
                  </a:cubicBezTo>
                  <a:cubicBezTo>
                    <a:pt x="268" y="200"/>
                    <a:pt x="414" y="143"/>
                    <a:pt x="560" y="143"/>
                  </a:cubicBezTo>
                  <a:cubicBezTo>
                    <a:pt x="732" y="143"/>
                    <a:pt x="904" y="223"/>
                    <a:pt x="1020" y="375"/>
                  </a:cubicBezTo>
                  <a:cubicBezTo>
                    <a:pt x="1036" y="395"/>
                    <a:pt x="1058" y="403"/>
                    <a:pt x="1078" y="403"/>
                  </a:cubicBezTo>
                  <a:cubicBezTo>
                    <a:pt x="1128" y="403"/>
                    <a:pt x="1175" y="355"/>
                    <a:pt x="1143" y="307"/>
                  </a:cubicBezTo>
                  <a:cubicBezTo>
                    <a:pt x="1020" y="128"/>
                    <a:pt x="829" y="26"/>
                    <a:pt x="626" y="4"/>
                  </a:cubicBezTo>
                  <a:cubicBezTo>
                    <a:pt x="602" y="1"/>
                    <a:pt x="578" y="0"/>
                    <a:pt x="55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5"/>
            <p:cNvSpPr/>
            <p:nvPr/>
          </p:nvSpPr>
          <p:spPr>
            <a:xfrm>
              <a:off x="7387965" y="4737955"/>
              <a:ext cx="27044" cy="82616"/>
            </a:xfrm>
            <a:custGeom>
              <a:avLst/>
              <a:gdLst/>
              <a:ahLst/>
              <a:cxnLst/>
              <a:rect l="l" t="t" r="r" b="b"/>
              <a:pathLst>
                <a:path w="237" h="724" extrusionOk="0">
                  <a:moveTo>
                    <a:pt x="87" y="0"/>
                  </a:moveTo>
                  <a:cubicBezTo>
                    <a:pt x="81" y="0"/>
                    <a:pt x="74" y="1"/>
                    <a:pt x="68" y="3"/>
                  </a:cubicBezTo>
                  <a:cubicBezTo>
                    <a:pt x="35" y="15"/>
                    <a:pt x="12" y="48"/>
                    <a:pt x="23" y="93"/>
                  </a:cubicBezTo>
                  <a:cubicBezTo>
                    <a:pt x="91" y="262"/>
                    <a:pt x="91" y="453"/>
                    <a:pt x="23" y="622"/>
                  </a:cubicBezTo>
                  <a:cubicBezTo>
                    <a:pt x="1" y="655"/>
                    <a:pt x="12" y="689"/>
                    <a:pt x="46" y="712"/>
                  </a:cubicBezTo>
                  <a:cubicBezTo>
                    <a:pt x="58" y="720"/>
                    <a:pt x="71" y="723"/>
                    <a:pt x="84" y="723"/>
                  </a:cubicBezTo>
                  <a:cubicBezTo>
                    <a:pt x="107" y="723"/>
                    <a:pt x="129" y="711"/>
                    <a:pt x="136" y="689"/>
                  </a:cubicBezTo>
                  <a:cubicBezTo>
                    <a:pt x="226" y="487"/>
                    <a:pt x="237" y="262"/>
                    <a:pt x="158" y="48"/>
                  </a:cubicBezTo>
                  <a:cubicBezTo>
                    <a:pt x="149" y="21"/>
                    <a:pt x="117" y="0"/>
                    <a:pt x="87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5"/>
            <p:cNvSpPr/>
            <p:nvPr/>
          </p:nvSpPr>
          <p:spPr>
            <a:xfrm>
              <a:off x="7370506" y="4941073"/>
              <a:ext cx="71547" cy="183489"/>
            </a:xfrm>
            <a:custGeom>
              <a:avLst/>
              <a:gdLst/>
              <a:ahLst/>
              <a:cxnLst/>
              <a:rect l="l" t="t" r="r" b="b"/>
              <a:pathLst>
                <a:path w="627" h="1608" extrusionOk="0">
                  <a:moveTo>
                    <a:pt x="212" y="0"/>
                  </a:moveTo>
                  <a:cubicBezTo>
                    <a:pt x="164" y="0"/>
                    <a:pt x="114" y="53"/>
                    <a:pt x="154" y="101"/>
                  </a:cubicBezTo>
                  <a:cubicBezTo>
                    <a:pt x="469" y="517"/>
                    <a:pt x="435" y="1113"/>
                    <a:pt x="53" y="1484"/>
                  </a:cubicBezTo>
                  <a:cubicBezTo>
                    <a:pt x="1" y="1535"/>
                    <a:pt x="49" y="1607"/>
                    <a:pt x="99" y="1607"/>
                  </a:cubicBezTo>
                  <a:cubicBezTo>
                    <a:pt x="114" y="1607"/>
                    <a:pt x="130" y="1600"/>
                    <a:pt x="143" y="1585"/>
                  </a:cubicBezTo>
                  <a:cubicBezTo>
                    <a:pt x="570" y="1169"/>
                    <a:pt x="626" y="506"/>
                    <a:pt x="266" y="33"/>
                  </a:cubicBezTo>
                  <a:cubicBezTo>
                    <a:pt x="253" y="10"/>
                    <a:pt x="233" y="0"/>
                    <a:pt x="212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5"/>
            <p:cNvSpPr/>
            <p:nvPr/>
          </p:nvSpPr>
          <p:spPr>
            <a:xfrm>
              <a:off x="7084087" y="5161307"/>
              <a:ext cx="193074" cy="56941"/>
            </a:xfrm>
            <a:custGeom>
              <a:avLst/>
              <a:gdLst/>
              <a:ahLst/>
              <a:cxnLst/>
              <a:rect l="l" t="t" r="r" b="b"/>
              <a:pathLst>
                <a:path w="1692" h="499" extrusionOk="0">
                  <a:moveTo>
                    <a:pt x="88" y="0"/>
                  </a:moveTo>
                  <a:cubicBezTo>
                    <a:pt x="36" y="0"/>
                    <a:pt x="0" y="92"/>
                    <a:pt x="56" y="138"/>
                  </a:cubicBezTo>
                  <a:cubicBezTo>
                    <a:pt x="280" y="318"/>
                    <a:pt x="550" y="442"/>
                    <a:pt x="831" y="487"/>
                  </a:cubicBezTo>
                  <a:cubicBezTo>
                    <a:pt x="879" y="495"/>
                    <a:pt x="927" y="498"/>
                    <a:pt x="975" y="498"/>
                  </a:cubicBezTo>
                  <a:cubicBezTo>
                    <a:pt x="1062" y="498"/>
                    <a:pt x="1149" y="486"/>
                    <a:pt x="1236" y="464"/>
                  </a:cubicBezTo>
                  <a:cubicBezTo>
                    <a:pt x="1371" y="431"/>
                    <a:pt x="1483" y="329"/>
                    <a:pt x="1618" y="284"/>
                  </a:cubicBezTo>
                  <a:cubicBezTo>
                    <a:pt x="1691" y="264"/>
                    <a:pt x="1668" y="147"/>
                    <a:pt x="1593" y="147"/>
                  </a:cubicBezTo>
                  <a:cubicBezTo>
                    <a:pt x="1587" y="147"/>
                    <a:pt x="1580" y="148"/>
                    <a:pt x="1573" y="149"/>
                  </a:cubicBezTo>
                  <a:cubicBezTo>
                    <a:pt x="1461" y="194"/>
                    <a:pt x="1360" y="273"/>
                    <a:pt x="1247" y="318"/>
                  </a:cubicBezTo>
                  <a:cubicBezTo>
                    <a:pt x="1155" y="343"/>
                    <a:pt x="1049" y="356"/>
                    <a:pt x="950" y="356"/>
                  </a:cubicBezTo>
                  <a:cubicBezTo>
                    <a:pt x="917" y="356"/>
                    <a:pt x="885" y="355"/>
                    <a:pt x="854" y="352"/>
                  </a:cubicBezTo>
                  <a:cubicBezTo>
                    <a:pt x="584" y="296"/>
                    <a:pt x="337" y="183"/>
                    <a:pt x="123" y="15"/>
                  </a:cubicBezTo>
                  <a:cubicBezTo>
                    <a:pt x="111" y="5"/>
                    <a:pt x="99" y="0"/>
                    <a:pt x="88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5"/>
            <p:cNvSpPr/>
            <p:nvPr/>
          </p:nvSpPr>
          <p:spPr>
            <a:xfrm>
              <a:off x="6350125" y="5031905"/>
              <a:ext cx="174588" cy="220461"/>
            </a:xfrm>
            <a:custGeom>
              <a:avLst/>
              <a:gdLst/>
              <a:ahLst/>
              <a:cxnLst/>
              <a:rect l="l" t="t" r="r" b="b"/>
              <a:pathLst>
                <a:path w="1530" h="1932" extrusionOk="0">
                  <a:moveTo>
                    <a:pt x="181" y="0"/>
                  </a:moveTo>
                  <a:cubicBezTo>
                    <a:pt x="151" y="0"/>
                    <a:pt x="122" y="17"/>
                    <a:pt x="113" y="58"/>
                  </a:cubicBezTo>
                  <a:cubicBezTo>
                    <a:pt x="1" y="474"/>
                    <a:pt x="237" y="823"/>
                    <a:pt x="462" y="1149"/>
                  </a:cubicBezTo>
                  <a:cubicBezTo>
                    <a:pt x="563" y="1306"/>
                    <a:pt x="675" y="1441"/>
                    <a:pt x="810" y="1565"/>
                  </a:cubicBezTo>
                  <a:cubicBezTo>
                    <a:pt x="878" y="1632"/>
                    <a:pt x="945" y="1677"/>
                    <a:pt x="1013" y="1722"/>
                  </a:cubicBezTo>
                  <a:cubicBezTo>
                    <a:pt x="1058" y="1756"/>
                    <a:pt x="1102" y="1778"/>
                    <a:pt x="1147" y="1801"/>
                  </a:cubicBezTo>
                  <a:lnTo>
                    <a:pt x="1192" y="1823"/>
                  </a:lnTo>
                  <a:lnTo>
                    <a:pt x="1226" y="1834"/>
                  </a:lnTo>
                  <a:cubicBezTo>
                    <a:pt x="1226" y="1834"/>
                    <a:pt x="1237" y="1846"/>
                    <a:pt x="1249" y="1846"/>
                  </a:cubicBezTo>
                  <a:cubicBezTo>
                    <a:pt x="1232" y="1894"/>
                    <a:pt x="1269" y="1931"/>
                    <a:pt x="1311" y="1931"/>
                  </a:cubicBezTo>
                  <a:cubicBezTo>
                    <a:pt x="1328" y="1931"/>
                    <a:pt x="1345" y="1926"/>
                    <a:pt x="1361" y="1913"/>
                  </a:cubicBezTo>
                  <a:cubicBezTo>
                    <a:pt x="1530" y="1767"/>
                    <a:pt x="1215" y="1677"/>
                    <a:pt x="1136" y="1632"/>
                  </a:cubicBezTo>
                  <a:cubicBezTo>
                    <a:pt x="968" y="1531"/>
                    <a:pt x="821" y="1396"/>
                    <a:pt x="709" y="1238"/>
                  </a:cubicBezTo>
                  <a:cubicBezTo>
                    <a:pt x="585" y="1081"/>
                    <a:pt x="473" y="912"/>
                    <a:pt x="372" y="744"/>
                  </a:cubicBezTo>
                  <a:cubicBezTo>
                    <a:pt x="248" y="553"/>
                    <a:pt x="203" y="317"/>
                    <a:pt x="259" y="92"/>
                  </a:cubicBezTo>
                  <a:cubicBezTo>
                    <a:pt x="273" y="38"/>
                    <a:pt x="226" y="0"/>
                    <a:pt x="181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5"/>
            <p:cNvSpPr/>
            <p:nvPr/>
          </p:nvSpPr>
          <p:spPr>
            <a:xfrm>
              <a:off x="6662561" y="5236050"/>
              <a:ext cx="150283" cy="57055"/>
            </a:xfrm>
            <a:custGeom>
              <a:avLst/>
              <a:gdLst/>
              <a:ahLst/>
              <a:cxnLst/>
              <a:rect l="l" t="t" r="r" b="b"/>
              <a:pathLst>
                <a:path w="1317" h="500" extrusionOk="0">
                  <a:moveTo>
                    <a:pt x="1214" y="1"/>
                  </a:moveTo>
                  <a:cubicBezTo>
                    <a:pt x="1197" y="1"/>
                    <a:pt x="1180" y="7"/>
                    <a:pt x="1164" y="23"/>
                  </a:cubicBezTo>
                  <a:cubicBezTo>
                    <a:pt x="951" y="236"/>
                    <a:pt x="653" y="351"/>
                    <a:pt x="355" y="351"/>
                  </a:cubicBezTo>
                  <a:cubicBezTo>
                    <a:pt x="275" y="351"/>
                    <a:pt x="196" y="343"/>
                    <a:pt x="118" y="326"/>
                  </a:cubicBezTo>
                  <a:cubicBezTo>
                    <a:pt x="111" y="325"/>
                    <a:pt x="105" y="324"/>
                    <a:pt x="99" y="324"/>
                  </a:cubicBezTo>
                  <a:cubicBezTo>
                    <a:pt x="24" y="324"/>
                    <a:pt x="1" y="441"/>
                    <a:pt x="73" y="473"/>
                  </a:cubicBezTo>
                  <a:cubicBezTo>
                    <a:pt x="161" y="491"/>
                    <a:pt x="250" y="500"/>
                    <a:pt x="338" y="500"/>
                  </a:cubicBezTo>
                  <a:cubicBezTo>
                    <a:pt x="679" y="500"/>
                    <a:pt x="1015" y="365"/>
                    <a:pt x="1265" y="124"/>
                  </a:cubicBezTo>
                  <a:cubicBezTo>
                    <a:pt x="1317" y="72"/>
                    <a:pt x="1269" y="1"/>
                    <a:pt x="1214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5"/>
            <p:cNvSpPr/>
            <p:nvPr/>
          </p:nvSpPr>
          <p:spPr>
            <a:xfrm>
              <a:off x="6883823" y="5100030"/>
              <a:ext cx="33434" cy="41194"/>
            </a:xfrm>
            <a:custGeom>
              <a:avLst/>
              <a:gdLst/>
              <a:ahLst/>
              <a:cxnLst/>
              <a:rect l="l" t="t" r="r" b="b"/>
              <a:pathLst>
                <a:path w="293" h="361" extrusionOk="0">
                  <a:moveTo>
                    <a:pt x="210" y="0"/>
                  </a:moveTo>
                  <a:cubicBezTo>
                    <a:pt x="187" y="0"/>
                    <a:pt x="165" y="13"/>
                    <a:pt x="158" y="34"/>
                  </a:cubicBezTo>
                  <a:lnTo>
                    <a:pt x="23" y="259"/>
                  </a:lnTo>
                  <a:cubicBezTo>
                    <a:pt x="1" y="293"/>
                    <a:pt x="12" y="327"/>
                    <a:pt x="46" y="349"/>
                  </a:cubicBezTo>
                  <a:cubicBezTo>
                    <a:pt x="58" y="357"/>
                    <a:pt x="71" y="361"/>
                    <a:pt x="84" y="361"/>
                  </a:cubicBezTo>
                  <a:cubicBezTo>
                    <a:pt x="108" y="361"/>
                    <a:pt x="132" y="348"/>
                    <a:pt x="147" y="327"/>
                  </a:cubicBezTo>
                  <a:lnTo>
                    <a:pt x="270" y="113"/>
                  </a:lnTo>
                  <a:cubicBezTo>
                    <a:pt x="293" y="79"/>
                    <a:pt x="282" y="34"/>
                    <a:pt x="248" y="12"/>
                  </a:cubicBezTo>
                  <a:cubicBezTo>
                    <a:pt x="236" y="4"/>
                    <a:pt x="223" y="0"/>
                    <a:pt x="21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5"/>
            <p:cNvSpPr/>
            <p:nvPr/>
          </p:nvSpPr>
          <p:spPr>
            <a:xfrm>
              <a:off x="5872913" y="4951571"/>
              <a:ext cx="146403" cy="208935"/>
            </a:xfrm>
            <a:custGeom>
              <a:avLst/>
              <a:gdLst/>
              <a:ahLst/>
              <a:cxnLst/>
              <a:rect l="l" t="t" r="r" b="b"/>
              <a:pathLst>
                <a:path w="1283" h="1831" extrusionOk="0">
                  <a:moveTo>
                    <a:pt x="123" y="1"/>
                  </a:moveTo>
                  <a:cubicBezTo>
                    <a:pt x="94" y="1"/>
                    <a:pt x="66" y="17"/>
                    <a:pt x="57" y="54"/>
                  </a:cubicBezTo>
                  <a:cubicBezTo>
                    <a:pt x="1" y="447"/>
                    <a:pt x="113" y="852"/>
                    <a:pt x="372" y="1156"/>
                  </a:cubicBezTo>
                  <a:cubicBezTo>
                    <a:pt x="495" y="1313"/>
                    <a:pt x="619" y="1459"/>
                    <a:pt x="754" y="1594"/>
                  </a:cubicBezTo>
                  <a:cubicBezTo>
                    <a:pt x="855" y="1740"/>
                    <a:pt x="1012" y="1819"/>
                    <a:pt x="1181" y="1830"/>
                  </a:cubicBezTo>
                  <a:cubicBezTo>
                    <a:pt x="1278" y="1830"/>
                    <a:pt x="1282" y="1695"/>
                    <a:pt x="1202" y="1695"/>
                  </a:cubicBezTo>
                  <a:cubicBezTo>
                    <a:pt x="1199" y="1695"/>
                    <a:pt x="1196" y="1695"/>
                    <a:pt x="1192" y="1695"/>
                  </a:cubicBezTo>
                  <a:cubicBezTo>
                    <a:pt x="1035" y="1695"/>
                    <a:pt x="911" y="1571"/>
                    <a:pt x="810" y="1459"/>
                  </a:cubicBezTo>
                  <a:cubicBezTo>
                    <a:pt x="698" y="1335"/>
                    <a:pt x="585" y="1200"/>
                    <a:pt x="484" y="1066"/>
                  </a:cubicBezTo>
                  <a:cubicBezTo>
                    <a:pt x="282" y="785"/>
                    <a:pt x="124" y="436"/>
                    <a:pt x="203" y="87"/>
                  </a:cubicBezTo>
                  <a:cubicBezTo>
                    <a:pt x="210" y="34"/>
                    <a:pt x="165" y="1"/>
                    <a:pt x="123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5"/>
            <p:cNvSpPr/>
            <p:nvPr/>
          </p:nvSpPr>
          <p:spPr>
            <a:xfrm>
              <a:off x="5295625" y="4870438"/>
              <a:ext cx="147658" cy="230959"/>
            </a:xfrm>
            <a:custGeom>
              <a:avLst/>
              <a:gdLst/>
              <a:ahLst/>
              <a:cxnLst/>
              <a:rect l="l" t="t" r="r" b="b"/>
              <a:pathLst>
                <a:path w="1294" h="2024" extrusionOk="0">
                  <a:moveTo>
                    <a:pt x="107" y="0"/>
                  </a:moveTo>
                  <a:cubicBezTo>
                    <a:pt x="71" y="0"/>
                    <a:pt x="34" y="23"/>
                    <a:pt x="34" y="68"/>
                  </a:cubicBezTo>
                  <a:cubicBezTo>
                    <a:pt x="0" y="495"/>
                    <a:pt x="102" y="922"/>
                    <a:pt x="315" y="1293"/>
                  </a:cubicBezTo>
                  <a:cubicBezTo>
                    <a:pt x="495" y="1619"/>
                    <a:pt x="787" y="1855"/>
                    <a:pt x="1147" y="1945"/>
                  </a:cubicBezTo>
                  <a:lnTo>
                    <a:pt x="1147" y="1956"/>
                  </a:lnTo>
                  <a:cubicBezTo>
                    <a:pt x="1147" y="2001"/>
                    <a:pt x="1181" y="2024"/>
                    <a:pt x="1215" y="2024"/>
                  </a:cubicBezTo>
                  <a:cubicBezTo>
                    <a:pt x="1248" y="2024"/>
                    <a:pt x="1282" y="2001"/>
                    <a:pt x="1282" y="1956"/>
                  </a:cubicBezTo>
                  <a:lnTo>
                    <a:pt x="1293" y="1900"/>
                  </a:lnTo>
                  <a:cubicBezTo>
                    <a:pt x="1293" y="1867"/>
                    <a:pt x="1271" y="1833"/>
                    <a:pt x="1237" y="1833"/>
                  </a:cubicBezTo>
                  <a:cubicBezTo>
                    <a:pt x="889" y="1743"/>
                    <a:pt x="596" y="1518"/>
                    <a:pt x="428" y="1203"/>
                  </a:cubicBezTo>
                  <a:cubicBezTo>
                    <a:pt x="237" y="855"/>
                    <a:pt x="147" y="461"/>
                    <a:pt x="180" y="68"/>
                  </a:cubicBezTo>
                  <a:cubicBezTo>
                    <a:pt x="180" y="23"/>
                    <a:pt x="144" y="0"/>
                    <a:pt x="107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5"/>
            <p:cNvSpPr/>
            <p:nvPr/>
          </p:nvSpPr>
          <p:spPr>
            <a:xfrm>
              <a:off x="5549066" y="5058379"/>
              <a:ext cx="172306" cy="59680"/>
            </a:xfrm>
            <a:custGeom>
              <a:avLst/>
              <a:gdLst/>
              <a:ahLst/>
              <a:cxnLst/>
              <a:rect l="l" t="t" r="r" b="b"/>
              <a:pathLst>
                <a:path w="1510" h="523" extrusionOk="0">
                  <a:moveTo>
                    <a:pt x="1398" y="1"/>
                  </a:moveTo>
                  <a:cubicBezTo>
                    <a:pt x="1383" y="1"/>
                    <a:pt x="1368" y="6"/>
                    <a:pt x="1355" y="17"/>
                  </a:cubicBezTo>
                  <a:cubicBezTo>
                    <a:pt x="1068" y="257"/>
                    <a:pt x="713" y="384"/>
                    <a:pt x="353" y="384"/>
                  </a:cubicBezTo>
                  <a:cubicBezTo>
                    <a:pt x="275" y="384"/>
                    <a:pt x="196" y="378"/>
                    <a:pt x="118" y="366"/>
                  </a:cubicBezTo>
                  <a:cubicBezTo>
                    <a:pt x="111" y="364"/>
                    <a:pt x="104" y="363"/>
                    <a:pt x="98" y="363"/>
                  </a:cubicBezTo>
                  <a:cubicBezTo>
                    <a:pt x="23" y="363"/>
                    <a:pt x="0" y="480"/>
                    <a:pt x="73" y="501"/>
                  </a:cubicBezTo>
                  <a:cubicBezTo>
                    <a:pt x="165" y="515"/>
                    <a:pt x="258" y="523"/>
                    <a:pt x="351" y="523"/>
                  </a:cubicBezTo>
                  <a:cubicBezTo>
                    <a:pt x="752" y="523"/>
                    <a:pt x="1145" y="386"/>
                    <a:pt x="1456" y="130"/>
                  </a:cubicBezTo>
                  <a:cubicBezTo>
                    <a:pt x="1509" y="76"/>
                    <a:pt x="1456" y="1"/>
                    <a:pt x="1398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5"/>
            <p:cNvSpPr/>
            <p:nvPr/>
          </p:nvSpPr>
          <p:spPr>
            <a:xfrm>
              <a:off x="5769529" y="4951229"/>
              <a:ext cx="54773" cy="78964"/>
            </a:xfrm>
            <a:custGeom>
              <a:avLst/>
              <a:gdLst/>
              <a:ahLst/>
              <a:cxnLst/>
              <a:rect l="l" t="t" r="r" b="b"/>
              <a:pathLst>
                <a:path w="480" h="692" extrusionOk="0">
                  <a:moveTo>
                    <a:pt x="380" y="0"/>
                  </a:moveTo>
                  <a:cubicBezTo>
                    <a:pt x="356" y="0"/>
                    <a:pt x="336" y="12"/>
                    <a:pt x="322" y="34"/>
                  </a:cubicBezTo>
                  <a:cubicBezTo>
                    <a:pt x="311" y="57"/>
                    <a:pt x="311" y="79"/>
                    <a:pt x="322" y="113"/>
                  </a:cubicBezTo>
                  <a:cubicBezTo>
                    <a:pt x="311" y="135"/>
                    <a:pt x="288" y="158"/>
                    <a:pt x="277" y="180"/>
                  </a:cubicBezTo>
                  <a:lnTo>
                    <a:pt x="198" y="315"/>
                  </a:lnTo>
                  <a:lnTo>
                    <a:pt x="41" y="585"/>
                  </a:lnTo>
                  <a:cubicBezTo>
                    <a:pt x="1" y="641"/>
                    <a:pt x="52" y="692"/>
                    <a:pt x="101" y="692"/>
                  </a:cubicBezTo>
                  <a:cubicBezTo>
                    <a:pt x="121" y="692"/>
                    <a:pt x="140" y="683"/>
                    <a:pt x="153" y="664"/>
                  </a:cubicBezTo>
                  <a:lnTo>
                    <a:pt x="356" y="327"/>
                  </a:lnTo>
                  <a:cubicBezTo>
                    <a:pt x="389" y="282"/>
                    <a:pt x="423" y="225"/>
                    <a:pt x="446" y="180"/>
                  </a:cubicBezTo>
                  <a:cubicBezTo>
                    <a:pt x="479" y="124"/>
                    <a:pt x="468" y="46"/>
                    <a:pt x="423" y="12"/>
                  </a:cubicBezTo>
                  <a:cubicBezTo>
                    <a:pt x="407" y="4"/>
                    <a:pt x="393" y="0"/>
                    <a:pt x="38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7"/>
          <p:cNvSpPr/>
          <p:nvPr/>
        </p:nvSpPr>
        <p:spPr>
          <a:xfrm>
            <a:off x="-2575" y="-6425"/>
            <a:ext cx="9146700" cy="5149800"/>
          </a:xfrm>
          <a:prstGeom prst="rect">
            <a:avLst/>
          </a:prstGeom>
          <a:gradFill>
            <a:gsLst>
              <a:gs pos="0">
                <a:srgbClr val="CCEBEF"/>
              </a:gs>
              <a:gs pos="100000">
                <a:srgbClr val="6FBFCA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7"/>
          <p:cNvSpPr txBox="1">
            <a:spLocks noGrp="1"/>
          </p:cNvSpPr>
          <p:nvPr>
            <p:ph type="body" idx="1"/>
          </p:nvPr>
        </p:nvSpPr>
        <p:spPr>
          <a:xfrm>
            <a:off x="849988" y="1729775"/>
            <a:ext cx="4561200" cy="19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naheim"/>
              <a:buChar char="●"/>
              <a:defRPr>
                <a:solidFill>
                  <a:srgbClr val="434343"/>
                </a:solidFill>
                <a:latin typeface="Syne"/>
                <a:ea typeface="Syne"/>
                <a:cs typeface="Syne"/>
                <a:sym typeface="Syne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320" name="Google Shape;320;p7"/>
          <p:cNvSpPr/>
          <p:nvPr/>
        </p:nvSpPr>
        <p:spPr>
          <a:xfrm flipH="1">
            <a:off x="8683476" y="4839372"/>
            <a:ext cx="50655" cy="54296"/>
          </a:xfrm>
          <a:custGeom>
            <a:avLst/>
            <a:gdLst/>
            <a:ahLst/>
            <a:cxnLst/>
            <a:rect l="l" t="t" r="r" b="b"/>
            <a:pathLst>
              <a:path w="473" h="507" extrusionOk="0">
                <a:moveTo>
                  <a:pt x="292" y="0"/>
                </a:moveTo>
                <a:lnTo>
                  <a:pt x="169" y="135"/>
                </a:lnTo>
                <a:lnTo>
                  <a:pt x="0" y="101"/>
                </a:lnTo>
                <a:lnTo>
                  <a:pt x="79" y="259"/>
                </a:lnTo>
                <a:lnTo>
                  <a:pt x="0" y="416"/>
                </a:lnTo>
                <a:lnTo>
                  <a:pt x="169" y="382"/>
                </a:lnTo>
                <a:lnTo>
                  <a:pt x="292" y="506"/>
                </a:lnTo>
                <a:lnTo>
                  <a:pt x="315" y="337"/>
                </a:lnTo>
                <a:lnTo>
                  <a:pt x="472" y="259"/>
                </a:lnTo>
                <a:lnTo>
                  <a:pt x="315" y="180"/>
                </a:lnTo>
                <a:lnTo>
                  <a:pt x="29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7"/>
          <p:cNvSpPr/>
          <p:nvPr/>
        </p:nvSpPr>
        <p:spPr>
          <a:xfrm flipH="1">
            <a:off x="7372180" y="4812278"/>
            <a:ext cx="113197" cy="108485"/>
          </a:xfrm>
          <a:custGeom>
            <a:avLst/>
            <a:gdLst/>
            <a:ahLst/>
            <a:cxnLst/>
            <a:rect l="l" t="t" r="r" b="b"/>
            <a:pathLst>
              <a:path w="1057" h="1013" extrusionOk="0">
                <a:moveTo>
                  <a:pt x="203" y="1"/>
                </a:moveTo>
                <a:lnTo>
                  <a:pt x="259" y="372"/>
                </a:lnTo>
                <a:lnTo>
                  <a:pt x="0" y="630"/>
                </a:lnTo>
                <a:lnTo>
                  <a:pt x="360" y="687"/>
                </a:lnTo>
                <a:lnTo>
                  <a:pt x="529" y="1013"/>
                </a:lnTo>
                <a:lnTo>
                  <a:pt x="697" y="687"/>
                </a:lnTo>
                <a:lnTo>
                  <a:pt x="1057" y="630"/>
                </a:lnTo>
                <a:lnTo>
                  <a:pt x="798" y="372"/>
                </a:lnTo>
                <a:lnTo>
                  <a:pt x="855" y="1"/>
                </a:lnTo>
                <a:lnTo>
                  <a:pt x="529" y="181"/>
                </a:lnTo>
                <a:lnTo>
                  <a:pt x="20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7"/>
          <p:cNvSpPr/>
          <p:nvPr/>
        </p:nvSpPr>
        <p:spPr>
          <a:xfrm flipH="1">
            <a:off x="6723949" y="201644"/>
            <a:ext cx="66397" cy="69931"/>
          </a:xfrm>
          <a:custGeom>
            <a:avLst/>
            <a:gdLst/>
            <a:ahLst/>
            <a:cxnLst/>
            <a:rect l="l" t="t" r="r" b="b"/>
            <a:pathLst>
              <a:path w="620" h="653" extrusionOk="0">
                <a:moveTo>
                  <a:pt x="226" y="0"/>
                </a:moveTo>
                <a:lnTo>
                  <a:pt x="203" y="225"/>
                </a:lnTo>
                <a:lnTo>
                  <a:pt x="1" y="337"/>
                </a:lnTo>
                <a:lnTo>
                  <a:pt x="203" y="427"/>
                </a:lnTo>
                <a:lnTo>
                  <a:pt x="248" y="652"/>
                </a:lnTo>
                <a:lnTo>
                  <a:pt x="394" y="483"/>
                </a:lnTo>
                <a:lnTo>
                  <a:pt x="619" y="517"/>
                </a:lnTo>
                <a:lnTo>
                  <a:pt x="619" y="517"/>
                </a:lnTo>
                <a:lnTo>
                  <a:pt x="507" y="326"/>
                </a:lnTo>
                <a:lnTo>
                  <a:pt x="608" y="112"/>
                </a:lnTo>
                <a:lnTo>
                  <a:pt x="608" y="112"/>
                </a:lnTo>
                <a:lnTo>
                  <a:pt x="383" y="157"/>
                </a:lnTo>
                <a:lnTo>
                  <a:pt x="22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7"/>
          <p:cNvSpPr/>
          <p:nvPr/>
        </p:nvSpPr>
        <p:spPr>
          <a:xfrm flipH="1">
            <a:off x="412320" y="806969"/>
            <a:ext cx="80748" cy="85567"/>
          </a:xfrm>
          <a:custGeom>
            <a:avLst/>
            <a:gdLst/>
            <a:ahLst/>
            <a:cxnLst/>
            <a:rect l="l" t="t" r="r" b="b"/>
            <a:pathLst>
              <a:path w="754" h="799" extrusionOk="0">
                <a:moveTo>
                  <a:pt x="282" y="0"/>
                </a:moveTo>
                <a:lnTo>
                  <a:pt x="248" y="281"/>
                </a:lnTo>
                <a:lnTo>
                  <a:pt x="1" y="405"/>
                </a:lnTo>
                <a:lnTo>
                  <a:pt x="248" y="517"/>
                </a:lnTo>
                <a:lnTo>
                  <a:pt x="293" y="798"/>
                </a:lnTo>
                <a:lnTo>
                  <a:pt x="484" y="596"/>
                </a:lnTo>
                <a:lnTo>
                  <a:pt x="754" y="641"/>
                </a:lnTo>
                <a:lnTo>
                  <a:pt x="619" y="394"/>
                </a:lnTo>
                <a:lnTo>
                  <a:pt x="743" y="146"/>
                </a:lnTo>
                <a:lnTo>
                  <a:pt x="473" y="203"/>
                </a:lnTo>
                <a:lnTo>
                  <a:pt x="28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7"/>
          <p:cNvSpPr/>
          <p:nvPr/>
        </p:nvSpPr>
        <p:spPr>
          <a:xfrm flipH="1">
            <a:off x="1167654" y="201007"/>
            <a:ext cx="67575" cy="71217"/>
          </a:xfrm>
          <a:custGeom>
            <a:avLst/>
            <a:gdLst/>
            <a:ahLst/>
            <a:cxnLst/>
            <a:rect l="l" t="t" r="r" b="b"/>
            <a:pathLst>
              <a:path w="631" h="665" extrusionOk="0">
                <a:moveTo>
                  <a:pt x="394" y="1"/>
                </a:moveTo>
                <a:lnTo>
                  <a:pt x="237" y="169"/>
                </a:lnTo>
                <a:lnTo>
                  <a:pt x="1" y="124"/>
                </a:lnTo>
                <a:lnTo>
                  <a:pt x="1" y="124"/>
                </a:lnTo>
                <a:lnTo>
                  <a:pt x="113" y="327"/>
                </a:lnTo>
                <a:lnTo>
                  <a:pt x="1" y="540"/>
                </a:lnTo>
                <a:lnTo>
                  <a:pt x="1" y="540"/>
                </a:lnTo>
                <a:lnTo>
                  <a:pt x="237" y="495"/>
                </a:lnTo>
                <a:lnTo>
                  <a:pt x="394" y="664"/>
                </a:lnTo>
                <a:lnTo>
                  <a:pt x="428" y="439"/>
                </a:lnTo>
                <a:lnTo>
                  <a:pt x="630" y="327"/>
                </a:lnTo>
                <a:lnTo>
                  <a:pt x="428" y="226"/>
                </a:lnTo>
                <a:lnTo>
                  <a:pt x="39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7"/>
          <p:cNvSpPr/>
          <p:nvPr/>
        </p:nvSpPr>
        <p:spPr>
          <a:xfrm flipH="1">
            <a:off x="2167771" y="4783890"/>
            <a:ext cx="54296" cy="55474"/>
          </a:xfrm>
          <a:custGeom>
            <a:avLst/>
            <a:gdLst/>
            <a:ahLst/>
            <a:cxnLst/>
            <a:rect l="l" t="t" r="r" b="b"/>
            <a:pathLst>
              <a:path w="507" h="518" extrusionOk="0">
                <a:moveTo>
                  <a:pt x="214" y="0"/>
                </a:moveTo>
                <a:lnTo>
                  <a:pt x="169" y="180"/>
                </a:lnTo>
                <a:lnTo>
                  <a:pt x="0" y="237"/>
                </a:lnTo>
                <a:lnTo>
                  <a:pt x="147" y="338"/>
                </a:lnTo>
                <a:lnTo>
                  <a:pt x="147" y="518"/>
                </a:lnTo>
                <a:lnTo>
                  <a:pt x="293" y="405"/>
                </a:lnTo>
                <a:lnTo>
                  <a:pt x="473" y="461"/>
                </a:lnTo>
                <a:lnTo>
                  <a:pt x="473" y="461"/>
                </a:lnTo>
                <a:lnTo>
                  <a:pt x="405" y="293"/>
                </a:lnTo>
                <a:lnTo>
                  <a:pt x="506" y="135"/>
                </a:lnTo>
                <a:lnTo>
                  <a:pt x="506" y="135"/>
                </a:lnTo>
                <a:lnTo>
                  <a:pt x="326" y="147"/>
                </a:lnTo>
                <a:lnTo>
                  <a:pt x="21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7"/>
          <p:cNvSpPr/>
          <p:nvPr/>
        </p:nvSpPr>
        <p:spPr>
          <a:xfrm flipH="1">
            <a:off x="8666609" y="1323459"/>
            <a:ext cx="84389" cy="88030"/>
          </a:xfrm>
          <a:custGeom>
            <a:avLst/>
            <a:gdLst/>
            <a:ahLst/>
            <a:cxnLst/>
            <a:rect l="l" t="t" r="r" b="b"/>
            <a:pathLst>
              <a:path w="788" h="822" extrusionOk="0">
                <a:moveTo>
                  <a:pt x="281" y="1"/>
                </a:moveTo>
                <a:lnTo>
                  <a:pt x="247" y="282"/>
                </a:lnTo>
                <a:lnTo>
                  <a:pt x="0" y="428"/>
                </a:lnTo>
                <a:lnTo>
                  <a:pt x="259" y="540"/>
                </a:lnTo>
                <a:lnTo>
                  <a:pt x="304" y="821"/>
                </a:lnTo>
                <a:lnTo>
                  <a:pt x="506" y="608"/>
                </a:lnTo>
                <a:lnTo>
                  <a:pt x="787" y="653"/>
                </a:lnTo>
                <a:lnTo>
                  <a:pt x="641" y="405"/>
                </a:lnTo>
                <a:lnTo>
                  <a:pt x="765" y="147"/>
                </a:lnTo>
                <a:lnTo>
                  <a:pt x="483" y="203"/>
                </a:lnTo>
                <a:lnTo>
                  <a:pt x="2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7"/>
          <p:cNvSpPr/>
          <p:nvPr/>
        </p:nvSpPr>
        <p:spPr>
          <a:xfrm flipH="1">
            <a:off x="279842" y="3087526"/>
            <a:ext cx="132473" cy="134937"/>
          </a:xfrm>
          <a:custGeom>
            <a:avLst/>
            <a:gdLst/>
            <a:ahLst/>
            <a:cxnLst/>
            <a:rect l="l" t="t" r="r" b="b"/>
            <a:pathLst>
              <a:path w="1237" h="1260" extrusionOk="0">
                <a:moveTo>
                  <a:pt x="540" y="0"/>
                </a:moveTo>
                <a:lnTo>
                  <a:pt x="416" y="428"/>
                </a:lnTo>
                <a:lnTo>
                  <a:pt x="0" y="574"/>
                </a:lnTo>
                <a:lnTo>
                  <a:pt x="371" y="810"/>
                </a:lnTo>
                <a:lnTo>
                  <a:pt x="371" y="1260"/>
                </a:lnTo>
                <a:lnTo>
                  <a:pt x="720" y="978"/>
                </a:lnTo>
                <a:lnTo>
                  <a:pt x="1147" y="1113"/>
                </a:lnTo>
                <a:lnTo>
                  <a:pt x="1147" y="1113"/>
                </a:lnTo>
                <a:lnTo>
                  <a:pt x="990" y="697"/>
                </a:lnTo>
                <a:lnTo>
                  <a:pt x="1237" y="338"/>
                </a:lnTo>
                <a:lnTo>
                  <a:pt x="1237" y="338"/>
                </a:lnTo>
                <a:lnTo>
                  <a:pt x="799" y="360"/>
                </a:lnTo>
                <a:lnTo>
                  <a:pt x="54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7"/>
          <p:cNvSpPr/>
          <p:nvPr/>
        </p:nvSpPr>
        <p:spPr>
          <a:xfrm flipH="1">
            <a:off x="4183621" y="4565728"/>
            <a:ext cx="88030" cy="85567"/>
          </a:xfrm>
          <a:custGeom>
            <a:avLst/>
            <a:gdLst/>
            <a:ahLst/>
            <a:cxnLst/>
            <a:rect l="l" t="t" r="r" b="b"/>
            <a:pathLst>
              <a:path w="822" h="799" extrusionOk="0">
                <a:moveTo>
                  <a:pt x="383" y="1"/>
                </a:moveTo>
                <a:lnTo>
                  <a:pt x="282" y="270"/>
                </a:lnTo>
                <a:lnTo>
                  <a:pt x="1" y="327"/>
                </a:lnTo>
                <a:lnTo>
                  <a:pt x="226" y="518"/>
                </a:lnTo>
                <a:lnTo>
                  <a:pt x="192" y="799"/>
                </a:lnTo>
                <a:lnTo>
                  <a:pt x="439" y="641"/>
                </a:lnTo>
                <a:lnTo>
                  <a:pt x="698" y="754"/>
                </a:lnTo>
                <a:lnTo>
                  <a:pt x="698" y="754"/>
                </a:lnTo>
                <a:lnTo>
                  <a:pt x="631" y="484"/>
                </a:lnTo>
                <a:lnTo>
                  <a:pt x="822" y="259"/>
                </a:lnTo>
                <a:lnTo>
                  <a:pt x="529" y="248"/>
                </a:lnTo>
                <a:lnTo>
                  <a:pt x="38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7"/>
          <p:cNvSpPr/>
          <p:nvPr/>
        </p:nvSpPr>
        <p:spPr>
          <a:xfrm flipH="1">
            <a:off x="8829727" y="2388369"/>
            <a:ext cx="68646" cy="71109"/>
          </a:xfrm>
          <a:custGeom>
            <a:avLst/>
            <a:gdLst/>
            <a:ahLst/>
            <a:cxnLst/>
            <a:rect l="l" t="t" r="r" b="b"/>
            <a:pathLst>
              <a:path w="641" h="664" extrusionOk="0">
                <a:moveTo>
                  <a:pt x="225" y="1"/>
                </a:moveTo>
                <a:lnTo>
                  <a:pt x="202" y="225"/>
                </a:lnTo>
                <a:lnTo>
                  <a:pt x="0" y="338"/>
                </a:lnTo>
                <a:lnTo>
                  <a:pt x="214" y="439"/>
                </a:lnTo>
                <a:lnTo>
                  <a:pt x="259" y="664"/>
                </a:lnTo>
                <a:lnTo>
                  <a:pt x="416" y="484"/>
                </a:lnTo>
                <a:lnTo>
                  <a:pt x="641" y="518"/>
                </a:lnTo>
                <a:lnTo>
                  <a:pt x="529" y="315"/>
                </a:lnTo>
                <a:lnTo>
                  <a:pt x="630" y="102"/>
                </a:lnTo>
                <a:lnTo>
                  <a:pt x="394" y="158"/>
                </a:lnTo>
                <a:lnTo>
                  <a:pt x="22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7"/>
          <p:cNvSpPr/>
          <p:nvPr/>
        </p:nvSpPr>
        <p:spPr>
          <a:xfrm flipH="1">
            <a:off x="8477209" y="216750"/>
            <a:ext cx="39838" cy="39731"/>
          </a:xfrm>
          <a:custGeom>
            <a:avLst/>
            <a:gdLst/>
            <a:ahLst/>
            <a:cxnLst/>
            <a:rect l="l" t="t" r="r" b="b"/>
            <a:pathLst>
              <a:path w="372" h="371" extrusionOk="0">
                <a:moveTo>
                  <a:pt x="158" y="0"/>
                </a:moveTo>
                <a:lnTo>
                  <a:pt x="124" y="124"/>
                </a:lnTo>
                <a:lnTo>
                  <a:pt x="0" y="169"/>
                </a:lnTo>
                <a:lnTo>
                  <a:pt x="101" y="247"/>
                </a:lnTo>
                <a:lnTo>
                  <a:pt x="101" y="371"/>
                </a:lnTo>
                <a:lnTo>
                  <a:pt x="203" y="292"/>
                </a:lnTo>
                <a:lnTo>
                  <a:pt x="338" y="337"/>
                </a:lnTo>
                <a:lnTo>
                  <a:pt x="293" y="214"/>
                </a:lnTo>
                <a:lnTo>
                  <a:pt x="371" y="112"/>
                </a:lnTo>
                <a:lnTo>
                  <a:pt x="236" y="112"/>
                </a:lnTo>
                <a:lnTo>
                  <a:pt x="158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1" name="Google Shape;331;p7"/>
          <p:cNvGrpSpPr/>
          <p:nvPr/>
        </p:nvGrpSpPr>
        <p:grpSpPr>
          <a:xfrm flipH="1">
            <a:off x="-721982" y="4382663"/>
            <a:ext cx="2533396" cy="1146012"/>
            <a:chOff x="5935450" y="921661"/>
            <a:chExt cx="739786" cy="334641"/>
          </a:xfrm>
        </p:grpSpPr>
        <p:sp>
          <p:nvSpPr>
            <p:cNvPr id="332" name="Google Shape;332;p7"/>
            <p:cNvSpPr/>
            <p:nvPr/>
          </p:nvSpPr>
          <p:spPr>
            <a:xfrm>
              <a:off x="5935450" y="921661"/>
              <a:ext cx="739786" cy="334641"/>
            </a:xfrm>
            <a:custGeom>
              <a:avLst/>
              <a:gdLst/>
              <a:ahLst/>
              <a:cxnLst/>
              <a:rect l="l" t="t" r="r" b="b"/>
              <a:pathLst>
                <a:path w="6263" h="2833" extrusionOk="0">
                  <a:moveTo>
                    <a:pt x="2871" y="1"/>
                  </a:moveTo>
                  <a:cubicBezTo>
                    <a:pt x="2673" y="1"/>
                    <a:pt x="2473" y="50"/>
                    <a:pt x="2291" y="148"/>
                  </a:cubicBezTo>
                  <a:cubicBezTo>
                    <a:pt x="1571" y="519"/>
                    <a:pt x="1717" y="1160"/>
                    <a:pt x="1717" y="1160"/>
                  </a:cubicBezTo>
                  <a:cubicBezTo>
                    <a:pt x="1717" y="1160"/>
                    <a:pt x="1364" y="1022"/>
                    <a:pt x="996" y="1022"/>
                  </a:cubicBezTo>
                  <a:cubicBezTo>
                    <a:pt x="675" y="1022"/>
                    <a:pt x="342" y="1127"/>
                    <a:pt x="222" y="1520"/>
                  </a:cubicBezTo>
                  <a:cubicBezTo>
                    <a:pt x="0" y="2243"/>
                    <a:pt x="581" y="2594"/>
                    <a:pt x="1290" y="2594"/>
                  </a:cubicBezTo>
                  <a:cubicBezTo>
                    <a:pt x="1407" y="2594"/>
                    <a:pt x="1528" y="2585"/>
                    <a:pt x="1650" y="2566"/>
                  </a:cubicBezTo>
                  <a:cubicBezTo>
                    <a:pt x="1650" y="2566"/>
                    <a:pt x="2679" y="2833"/>
                    <a:pt x="3721" y="2833"/>
                  </a:cubicBezTo>
                  <a:cubicBezTo>
                    <a:pt x="4603" y="2833"/>
                    <a:pt x="5492" y="2642"/>
                    <a:pt x="5776" y="1936"/>
                  </a:cubicBezTo>
                  <a:cubicBezTo>
                    <a:pt x="6262" y="754"/>
                    <a:pt x="5178" y="50"/>
                    <a:pt x="4281" y="50"/>
                  </a:cubicBezTo>
                  <a:cubicBezTo>
                    <a:pt x="4018" y="50"/>
                    <a:pt x="3770" y="111"/>
                    <a:pt x="3583" y="238"/>
                  </a:cubicBezTo>
                  <a:cubicBezTo>
                    <a:pt x="3375" y="81"/>
                    <a:pt x="3125" y="1"/>
                    <a:pt x="2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6282962" y="966429"/>
              <a:ext cx="44531" cy="25396"/>
            </a:xfrm>
            <a:custGeom>
              <a:avLst/>
              <a:gdLst/>
              <a:ahLst/>
              <a:cxnLst/>
              <a:rect l="l" t="t" r="r" b="b"/>
              <a:pathLst>
                <a:path w="377" h="215" extrusionOk="0">
                  <a:moveTo>
                    <a:pt x="149" y="1"/>
                  </a:moveTo>
                  <a:cubicBezTo>
                    <a:pt x="114" y="1"/>
                    <a:pt x="79" y="10"/>
                    <a:pt x="46" y="28"/>
                  </a:cubicBezTo>
                  <a:cubicBezTo>
                    <a:pt x="12" y="50"/>
                    <a:pt x="1" y="95"/>
                    <a:pt x="23" y="129"/>
                  </a:cubicBezTo>
                  <a:cubicBezTo>
                    <a:pt x="40" y="146"/>
                    <a:pt x="62" y="156"/>
                    <a:pt x="86" y="156"/>
                  </a:cubicBezTo>
                  <a:cubicBezTo>
                    <a:pt x="95" y="156"/>
                    <a:pt x="104" y="155"/>
                    <a:pt x="113" y="152"/>
                  </a:cubicBezTo>
                  <a:lnTo>
                    <a:pt x="181" y="152"/>
                  </a:lnTo>
                  <a:lnTo>
                    <a:pt x="203" y="163"/>
                  </a:lnTo>
                  <a:lnTo>
                    <a:pt x="214" y="174"/>
                  </a:lnTo>
                  <a:cubicBezTo>
                    <a:pt x="232" y="203"/>
                    <a:pt x="257" y="214"/>
                    <a:pt x="280" y="214"/>
                  </a:cubicBezTo>
                  <a:cubicBezTo>
                    <a:pt x="331" y="214"/>
                    <a:pt x="376" y="160"/>
                    <a:pt x="338" y="107"/>
                  </a:cubicBezTo>
                  <a:cubicBezTo>
                    <a:pt x="292" y="38"/>
                    <a:pt x="221" y="1"/>
                    <a:pt x="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6171456" y="969973"/>
              <a:ext cx="77132" cy="98042"/>
            </a:xfrm>
            <a:custGeom>
              <a:avLst/>
              <a:gdLst/>
              <a:ahLst/>
              <a:cxnLst/>
              <a:rect l="l" t="t" r="r" b="b"/>
              <a:pathLst>
                <a:path w="653" h="830" extrusionOk="0">
                  <a:moveTo>
                    <a:pt x="488" y="1"/>
                  </a:moveTo>
                  <a:cubicBezTo>
                    <a:pt x="370" y="1"/>
                    <a:pt x="241" y="98"/>
                    <a:pt x="180" y="189"/>
                  </a:cubicBezTo>
                  <a:cubicBezTo>
                    <a:pt x="57" y="358"/>
                    <a:pt x="0" y="560"/>
                    <a:pt x="0" y="762"/>
                  </a:cubicBezTo>
                  <a:cubicBezTo>
                    <a:pt x="0" y="796"/>
                    <a:pt x="34" y="830"/>
                    <a:pt x="79" y="830"/>
                  </a:cubicBezTo>
                  <a:cubicBezTo>
                    <a:pt x="113" y="830"/>
                    <a:pt x="146" y="796"/>
                    <a:pt x="146" y="762"/>
                  </a:cubicBezTo>
                  <a:cubicBezTo>
                    <a:pt x="146" y="605"/>
                    <a:pt x="180" y="448"/>
                    <a:pt x="259" y="313"/>
                  </a:cubicBezTo>
                  <a:cubicBezTo>
                    <a:pt x="293" y="257"/>
                    <a:pt x="338" y="212"/>
                    <a:pt x="394" y="178"/>
                  </a:cubicBezTo>
                  <a:cubicBezTo>
                    <a:pt x="428" y="155"/>
                    <a:pt x="450" y="144"/>
                    <a:pt x="484" y="144"/>
                  </a:cubicBezTo>
                  <a:lnTo>
                    <a:pt x="529" y="144"/>
                  </a:lnTo>
                  <a:cubicBezTo>
                    <a:pt x="536" y="166"/>
                    <a:pt x="557" y="178"/>
                    <a:pt x="581" y="178"/>
                  </a:cubicBezTo>
                  <a:cubicBezTo>
                    <a:pt x="593" y="178"/>
                    <a:pt x="607" y="175"/>
                    <a:pt x="619" y="167"/>
                  </a:cubicBezTo>
                  <a:cubicBezTo>
                    <a:pt x="652" y="144"/>
                    <a:pt x="652" y="110"/>
                    <a:pt x="641" y="77"/>
                  </a:cubicBezTo>
                  <a:cubicBezTo>
                    <a:pt x="598" y="22"/>
                    <a:pt x="544" y="1"/>
                    <a:pt x="4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7"/>
            <p:cNvSpPr/>
            <p:nvPr/>
          </p:nvSpPr>
          <p:spPr>
            <a:xfrm>
              <a:off x="6508809" y="1003047"/>
              <a:ext cx="74416" cy="136904"/>
            </a:xfrm>
            <a:custGeom>
              <a:avLst/>
              <a:gdLst/>
              <a:ahLst/>
              <a:cxnLst/>
              <a:rect l="l" t="t" r="r" b="b"/>
              <a:pathLst>
                <a:path w="630" h="1159" extrusionOk="0">
                  <a:moveTo>
                    <a:pt x="100" y="1"/>
                  </a:moveTo>
                  <a:cubicBezTo>
                    <a:pt x="39" y="1"/>
                    <a:pt x="1" y="94"/>
                    <a:pt x="67" y="123"/>
                  </a:cubicBezTo>
                  <a:cubicBezTo>
                    <a:pt x="416" y="291"/>
                    <a:pt x="562" y="707"/>
                    <a:pt x="393" y="1056"/>
                  </a:cubicBezTo>
                  <a:cubicBezTo>
                    <a:pt x="370" y="1110"/>
                    <a:pt x="416" y="1158"/>
                    <a:pt x="461" y="1158"/>
                  </a:cubicBezTo>
                  <a:cubicBezTo>
                    <a:pt x="482" y="1158"/>
                    <a:pt x="503" y="1148"/>
                    <a:pt x="517" y="1123"/>
                  </a:cubicBezTo>
                  <a:cubicBezTo>
                    <a:pt x="618" y="921"/>
                    <a:pt x="629" y="674"/>
                    <a:pt x="551" y="460"/>
                  </a:cubicBezTo>
                  <a:cubicBezTo>
                    <a:pt x="472" y="258"/>
                    <a:pt x="326" y="100"/>
                    <a:pt x="135" y="10"/>
                  </a:cubicBezTo>
                  <a:cubicBezTo>
                    <a:pt x="123" y="4"/>
                    <a:pt x="111" y="1"/>
                    <a:pt x="1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7"/>
            <p:cNvSpPr/>
            <p:nvPr/>
          </p:nvSpPr>
          <p:spPr>
            <a:xfrm>
              <a:off x="5997582" y="1091992"/>
              <a:ext cx="63785" cy="54454"/>
            </a:xfrm>
            <a:custGeom>
              <a:avLst/>
              <a:gdLst/>
              <a:ahLst/>
              <a:cxnLst/>
              <a:rect l="l" t="t" r="r" b="b"/>
              <a:pathLst>
                <a:path w="540" h="461" extrusionOk="0">
                  <a:moveTo>
                    <a:pt x="395" y="1"/>
                  </a:moveTo>
                  <a:cubicBezTo>
                    <a:pt x="183" y="1"/>
                    <a:pt x="1" y="175"/>
                    <a:pt x="11" y="393"/>
                  </a:cubicBezTo>
                  <a:cubicBezTo>
                    <a:pt x="11" y="438"/>
                    <a:pt x="45" y="460"/>
                    <a:pt x="78" y="460"/>
                  </a:cubicBezTo>
                  <a:cubicBezTo>
                    <a:pt x="112" y="460"/>
                    <a:pt x="146" y="438"/>
                    <a:pt x="146" y="393"/>
                  </a:cubicBezTo>
                  <a:cubicBezTo>
                    <a:pt x="146" y="382"/>
                    <a:pt x="146" y="370"/>
                    <a:pt x="146" y="359"/>
                  </a:cubicBezTo>
                  <a:lnTo>
                    <a:pt x="146" y="337"/>
                  </a:lnTo>
                  <a:lnTo>
                    <a:pt x="157" y="303"/>
                  </a:lnTo>
                  <a:cubicBezTo>
                    <a:pt x="157" y="303"/>
                    <a:pt x="157" y="303"/>
                    <a:pt x="157" y="292"/>
                  </a:cubicBezTo>
                  <a:cubicBezTo>
                    <a:pt x="157" y="280"/>
                    <a:pt x="168" y="280"/>
                    <a:pt x="168" y="269"/>
                  </a:cubicBezTo>
                  <a:lnTo>
                    <a:pt x="179" y="258"/>
                  </a:lnTo>
                  <a:lnTo>
                    <a:pt x="179" y="247"/>
                  </a:lnTo>
                  <a:cubicBezTo>
                    <a:pt x="191" y="224"/>
                    <a:pt x="213" y="213"/>
                    <a:pt x="224" y="202"/>
                  </a:cubicBezTo>
                  <a:lnTo>
                    <a:pt x="236" y="190"/>
                  </a:lnTo>
                  <a:lnTo>
                    <a:pt x="269" y="168"/>
                  </a:lnTo>
                  <a:lnTo>
                    <a:pt x="292" y="168"/>
                  </a:lnTo>
                  <a:cubicBezTo>
                    <a:pt x="303" y="168"/>
                    <a:pt x="314" y="157"/>
                    <a:pt x="326" y="157"/>
                  </a:cubicBezTo>
                  <a:lnTo>
                    <a:pt x="427" y="157"/>
                  </a:lnTo>
                  <a:cubicBezTo>
                    <a:pt x="433" y="159"/>
                    <a:pt x="439" y="160"/>
                    <a:pt x="445" y="160"/>
                  </a:cubicBezTo>
                  <a:cubicBezTo>
                    <a:pt x="475" y="160"/>
                    <a:pt x="507" y="139"/>
                    <a:pt x="517" y="112"/>
                  </a:cubicBezTo>
                  <a:cubicBezTo>
                    <a:pt x="539" y="78"/>
                    <a:pt x="517" y="22"/>
                    <a:pt x="483" y="11"/>
                  </a:cubicBezTo>
                  <a:cubicBezTo>
                    <a:pt x="454" y="4"/>
                    <a:pt x="424" y="1"/>
                    <a:pt x="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6381238" y="947648"/>
              <a:ext cx="91779" cy="39571"/>
            </a:xfrm>
            <a:custGeom>
              <a:avLst/>
              <a:gdLst/>
              <a:ahLst/>
              <a:cxnLst/>
              <a:rect l="l" t="t" r="r" b="b"/>
              <a:pathLst>
                <a:path w="777" h="335" extrusionOk="0">
                  <a:moveTo>
                    <a:pt x="422" y="0"/>
                  </a:moveTo>
                  <a:cubicBezTo>
                    <a:pt x="267" y="0"/>
                    <a:pt x="111" y="81"/>
                    <a:pt x="23" y="232"/>
                  </a:cubicBezTo>
                  <a:cubicBezTo>
                    <a:pt x="0" y="286"/>
                    <a:pt x="45" y="334"/>
                    <a:pt x="91" y="334"/>
                  </a:cubicBezTo>
                  <a:cubicBezTo>
                    <a:pt x="112" y="334"/>
                    <a:pt x="133" y="324"/>
                    <a:pt x="147" y="299"/>
                  </a:cubicBezTo>
                  <a:cubicBezTo>
                    <a:pt x="203" y="194"/>
                    <a:pt x="310" y="136"/>
                    <a:pt x="418" y="136"/>
                  </a:cubicBezTo>
                  <a:cubicBezTo>
                    <a:pt x="505" y="136"/>
                    <a:pt x="592" y="174"/>
                    <a:pt x="653" y="254"/>
                  </a:cubicBezTo>
                  <a:cubicBezTo>
                    <a:pt x="670" y="266"/>
                    <a:pt x="689" y="271"/>
                    <a:pt x="707" y="271"/>
                  </a:cubicBezTo>
                  <a:cubicBezTo>
                    <a:pt x="726" y="271"/>
                    <a:pt x="743" y="266"/>
                    <a:pt x="754" y="254"/>
                  </a:cubicBezTo>
                  <a:cubicBezTo>
                    <a:pt x="776" y="221"/>
                    <a:pt x="776" y="176"/>
                    <a:pt x="754" y="153"/>
                  </a:cubicBezTo>
                  <a:cubicBezTo>
                    <a:pt x="665" y="50"/>
                    <a:pt x="544" y="0"/>
                    <a:pt x="4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8" name="Google Shape;338;p7"/>
          <p:cNvGrpSpPr/>
          <p:nvPr/>
        </p:nvGrpSpPr>
        <p:grpSpPr>
          <a:xfrm>
            <a:off x="7845489" y="61773"/>
            <a:ext cx="1523884" cy="689361"/>
            <a:chOff x="5935450" y="921661"/>
            <a:chExt cx="739786" cy="334641"/>
          </a:xfrm>
        </p:grpSpPr>
        <p:sp>
          <p:nvSpPr>
            <p:cNvPr id="339" name="Google Shape;339;p7"/>
            <p:cNvSpPr/>
            <p:nvPr/>
          </p:nvSpPr>
          <p:spPr>
            <a:xfrm>
              <a:off x="5935450" y="921661"/>
              <a:ext cx="739786" cy="334641"/>
            </a:xfrm>
            <a:custGeom>
              <a:avLst/>
              <a:gdLst/>
              <a:ahLst/>
              <a:cxnLst/>
              <a:rect l="l" t="t" r="r" b="b"/>
              <a:pathLst>
                <a:path w="6263" h="2833" extrusionOk="0">
                  <a:moveTo>
                    <a:pt x="2871" y="1"/>
                  </a:moveTo>
                  <a:cubicBezTo>
                    <a:pt x="2673" y="1"/>
                    <a:pt x="2473" y="50"/>
                    <a:pt x="2291" y="148"/>
                  </a:cubicBezTo>
                  <a:cubicBezTo>
                    <a:pt x="1571" y="519"/>
                    <a:pt x="1717" y="1160"/>
                    <a:pt x="1717" y="1160"/>
                  </a:cubicBezTo>
                  <a:cubicBezTo>
                    <a:pt x="1717" y="1160"/>
                    <a:pt x="1364" y="1022"/>
                    <a:pt x="996" y="1022"/>
                  </a:cubicBezTo>
                  <a:cubicBezTo>
                    <a:pt x="675" y="1022"/>
                    <a:pt x="342" y="1127"/>
                    <a:pt x="222" y="1520"/>
                  </a:cubicBezTo>
                  <a:cubicBezTo>
                    <a:pt x="0" y="2243"/>
                    <a:pt x="581" y="2594"/>
                    <a:pt x="1290" y="2594"/>
                  </a:cubicBezTo>
                  <a:cubicBezTo>
                    <a:pt x="1407" y="2594"/>
                    <a:pt x="1528" y="2585"/>
                    <a:pt x="1650" y="2566"/>
                  </a:cubicBezTo>
                  <a:cubicBezTo>
                    <a:pt x="1650" y="2566"/>
                    <a:pt x="2679" y="2833"/>
                    <a:pt x="3721" y="2833"/>
                  </a:cubicBezTo>
                  <a:cubicBezTo>
                    <a:pt x="4603" y="2833"/>
                    <a:pt x="5492" y="2642"/>
                    <a:pt x="5776" y="1936"/>
                  </a:cubicBezTo>
                  <a:cubicBezTo>
                    <a:pt x="6262" y="754"/>
                    <a:pt x="5178" y="50"/>
                    <a:pt x="4281" y="50"/>
                  </a:cubicBezTo>
                  <a:cubicBezTo>
                    <a:pt x="4018" y="50"/>
                    <a:pt x="3770" y="111"/>
                    <a:pt x="3583" y="238"/>
                  </a:cubicBezTo>
                  <a:cubicBezTo>
                    <a:pt x="3375" y="81"/>
                    <a:pt x="3125" y="1"/>
                    <a:pt x="2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7"/>
            <p:cNvSpPr/>
            <p:nvPr/>
          </p:nvSpPr>
          <p:spPr>
            <a:xfrm>
              <a:off x="6282962" y="966429"/>
              <a:ext cx="44531" cy="25396"/>
            </a:xfrm>
            <a:custGeom>
              <a:avLst/>
              <a:gdLst/>
              <a:ahLst/>
              <a:cxnLst/>
              <a:rect l="l" t="t" r="r" b="b"/>
              <a:pathLst>
                <a:path w="377" h="215" extrusionOk="0">
                  <a:moveTo>
                    <a:pt x="149" y="1"/>
                  </a:moveTo>
                  <a:cubicBezTo>
                    <a:pt x="114" y="1"/>
                    <a:pt x="79" y="10"/>
                    <a:pt x="46" y="28"/>
                  </a:cubicBezTo>
                  <a:cubicBezTo>
                    <a:pt x="12" y="50"/>
                    <a:pt x="1" y="95"/>
                    <a:pt x="23" y="129"/>
                  </a:cubicBezTo>
                  <a:cubicBezTo>
                    <a:pt x="40" y="146"/>
                    <a:pt x="62" y="156"/>
                    <a:pt x="86" y="156"/>
                  </a:cubicBezTo>
                  <a:cubicBezTo>
                    <a:pt x="95" y="156"/>
                    <a:pt x="104" y="155"/>
                    <a:pt x="113" y="152"/>
                  </a:cubicBezTo>
                  <a:lnTo>
                    <a:pt x="181" y="152"/>
                  </a:lnTo>
                  <a:lnTo>
                    <a:pt x="203" y="163"/>
                  </a:lnTo>
                  <a:lnTo>
                    <a:pt x="214" y="174"/>
                  </a:lnTo>
                  <a:cubicBezTo>
                    <a:pt x="232" y="203"/>
                    <a:pt x="257" y="214"/>
                    <a:pt x="280" y="214"/>
                  </a:cubicBezTo>
                  <a:cubicBezTo>
                    <a:pt x="331" y="214"/>
                    <a:pt x="376" y="160"/>
                    <a:pt x="338" y="107"/>
                  </a:cubicBezTo>
                  <a:cubicBezTo>
                    <a:pt x="292" y="38"/>
                    <a:pt x="221" y="1"/>
                    <a:pt x="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7"/>
            <p:cNvSpPr/>
            <p:nvPr/>
          </p:nvSpPr>
          <p:spPr>
            <a:xfrm>
              <a:off x="6171456" y="969973"/>
              <a:ext cx="77132" cy="98042"/>
            </a:xfrm>
            <a:custGeom>
              <a:avLst/>
              <a:gdLst/>
              <a:ahLst/>
              <a:cxnLst/>
              <a:rect l="l" t="t" r="r" b="b"/>
              <a:pathLst>
                <a:path w="653" h="830" extrusionOk="0">
                  <a:moveTo>
                    <a:pt x="488" y="1"/>
                  </a:moveTo>
                  <a:cubicBezTo>
                    <a:pt x="370" y="1"/>
                    <a:pt x="241" y="98"/>
                    <a:pt x="180" y="189"/>
                  </a:cubicBezTo>
                  <a:cubicBezTo>
                    <a:pt x="57" y="358"/>
                    <a:pt x="0" y="560"/>
                    <a:pt x="0" y="762"/>
                  </a:cubicBezTo>
                  <a:cubicBezTo>
                    <a:pt x="0" y="796"/>
                    <a:pt x="34" y="830"/>
                    <a:pt x="79" y="830"/>
                  </a:cubicBezTo>
                  <a:cubicBezTo>
                    <a:pt x="113" y="830"/>
                    <a:pt x="146" y="796"/>
                    <a:pt x="146" y="762"/>
                  </a:cubicBezTo>
                  <a:cubicBezTo>
                    <a:pt x="146" y="605"/>
                    <a:pt x="180" y="448"/>
                    <a:pt x="259" y="313"/>
                  </a:cubicBezTo>
                  <a:cubicBezTo>
                    <a:pt x="293" y="257"/>
                    <a:pt x="338" y="212"/>
                    <a:pt x="394" y="178"/>
                  </a:cubicBezTo>
                  <a:cubicBezTo>
                    <a:pt x="428" y="155"/>
                    <a:pt x="450" y="144"/>
                    <a:pt x="484" y="144"/>
                  </a:cubicBezTo>
                  <a:lnTo>
                    <a:pt x="529" y="144"/>
                  </a:lnTo>
                  <a:cubicBezTo>
                    <a:pt x="536" y="166"/>
                    <a:pt x="557" y="178"/>
                    <a:pt x="581" y="178"/>
                  </a:cubicBezTo>
                  <a:cubicBezTo>
                    <a:pt x="593" y="178"/>
                    <a:pt x="607" y="175"/>
                    <a:pt x="619" y="167"/>
                  </a:cubicBezTo>
                  <a:cubicBezTo>
                    <a:pt x="652" y="144"/>
                    <a:pt x="652" y="110"/>
                    <a:pt x="641" y="77"/>
                  </a:cubicBezTo>
                  <a:cubicBezTo>
                    <a:pt x="598" y="22"/>
                    <a:pt x="544" y="1"/>
                    <a:pt x="4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7"/>
            <p:cNvSpPr/>
            <p:nvPr/>
          </p:nvSpPr>
          <p:spPr>
            <a:xfrm>
              <a:off x="6508809" y="1003047"/>
              <a:ext cx="74416" cy="136904"/>
            </a:xfrm>
            <a:custGeom>
              <a:avLst/>
              <a:gdLst/>
              <a:ahLst/>
              <a:cxnLst/>
              <a:rect l="l" t="t" r="r" b="b"/>
              <a:pathLst>
                <a:path w="630" h="1159" extrusionOk="0">
                  <a:moveTo>
                    <a:pt x="100" y="1"/>
                  </a:moveTo>
                  <a:cubicBezTo>
                    <a:pt x="39" y="1"/>
                    <a:pt x="1" y="94"/>
                    <a:pt x="67" y="123"/>
                  </a:cubicBezTo>
                  <a:cubicBezTo>
                    <a:pt x="416" y="291"/>
                    <a:pt x="562" y="707"/>
                    <a:pt x="393" y="1056"/>
                  </a:cubicBezTo>
                  <a:cubicBezTo>
                    <a:pt x="370" y="1110"/>
                    <a:pt x="416" y="1158"/>
                    <a:pt x="461" y="1158"/>
                  </a:cubicBezTo>
                  <a:cubicBezTo>
                    <a:pt x="482" y="1158"/>
                    <a:pt x="503" y="1148"/>
                    <a:pt x="517" y="1123"/>
                  </a:cubicBezTo>
                  <a:cubicBezTo>
                    <a:pt x="618" y="921"/>
                    <a:pt x="629" y="674"/>
                    <a:pt x="551" y="460"/>
                  </a:cubicBezTo>
                  <a:cubicBezTo>
                    <a:pt x="472" y="258"/>
                    <a:pt x="326" y="100"/>
                    <a:pt x="135" y="10"/>
                  </a:cubicBezTo>
                  <a:cubicBezTo>
                    <a:pt x="123" y="4"/>
                    <a:pt x="111" y="1"/>
                    <a:pt x="1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5997582" y="1091992"/>
              <a:ext cx="63785" cy="54454"/>
            </a:xfrm>
            <a:custGeom>
              <a:avLst/>
              <a:gdLst/>
              <a:ahLst/>
              <a:cxnLst/>
              <a:rect l="l" t="t" r="r" b="b"/>
              <a:pathLst>
                <a:path w="540" h="461" extrusionOk="0">
                  <a:moveTo>
                    <a:pt x="395" y="1"/>
                  </a:moveTo>
                  <a:cubicBezTo>
                    <a:pt x="183" y="1"/>
                    <a:pt x="1" y="175"/>
                    <a:pt x="11" y="393"/>
                  </a:cubicBezTo>
                  <a:cubicBezTo>
                    <a:pt x="11" y="438"/>
                    <a:pt x="45" y="460"/>
                    <a:pt x="78" y="460"/>
                  </a:cubicBezTo>
                  <a:cubicBezTo>
                    <a:pt x="112" y="460"/>
                    <a:pt x="146" y="438"/>
                    <a:pt x="146" y="393"/>
                  </a:cubicBezTo>
                  <a:cubicBezTo>
                    <a:pt x="146" y="382"/>
                    <a:pt x="146" y="370"/>
                    <a:pt x="146" y="359"/>
                  </a:cubicBezTo>
                  <a:lnTo>
                    <a:pt x="146" y="337"/>
                  </a:lnTo>
                  <a:lnTo>
                    <a:pt x="157" y="303"/>
                  </a:lnTo>
                  <a:cubicBezTo>
                    <a:pt x="157" y="303"/>
                    <a:pt x="157" y="303"/>
                    <a:pt x="157" y="292"/>
                  </a:cubicBezTo>
                  <a:cubicBezTo>
                    <a:pt x="157" y="280"/>
                    <a:pt x="168" y="280"/>
                    <a:pt x="168" y="269"/>
                  </a:cubicBezTo>
                  <a:lnTo>
                    <a:pt x="179" y="258"/>
                  </a:lnTo>
                  <a:lnTo>
                    <a:pt x="179" y="247"/>
                  </a:lnTo>
                  <a:cubicBezTo>
                    <a:pt x="191" y="224"/>
                    <a:pt x="213" y="213"/>
                    <a:pt x="224" y="202"/>
                  </a:cubicBezTo>
                  <a:lnTo>
                    <a:pt x="236" y="190"/>
                  </a:lnTo>
                  <a:lnTo>
                    <a:pt x="269" y="168"/>
                  </a:lnTo>
                  <a:lnTo>
                    <a:pt x="292" y="168"/>
                  </a:lnTo>
                  <a:cubicBezTo>
                    <a:pt x="303" y="168"/>
                    <a:pt x="314" y="157"/>
                    <a:pt x="326" y="157"/>
                  </a:cubicBezTo>
                  <a:lnTo>
                    <a:pt x="427" y="157"/>
                  </a:lnTo>
                  <a:cubicBezTo>
                    <a:pt x="433" y="159"/>
                    <a:pt x="439" y="160"/>
                    <a:pt x="445" y="160"/>
                  </a:cubicBezTo>
                  <a:cubicBezTo>
                    <a:pt x="475" y="160"/>
                    <a:pt x="507" y="139"/>
                    <a:pt x="517" y="112"/>
                  </a:cubicBezTo>
                  <a:cubicBezTo>
                    <a:pt x="539" y="78"/>
                    <a:pt x="517" y="22"/>
                    <a:pt x="483" y="11"/>
                  </a:cubicBezTo>
                  <a:cubicBezTo>
                    <a:pt x="454" y="4"/>
                    <a:pt x="424" y="1"/>
                    <a:pt x="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6381238" y="947648"/>
              <a:ext cx="91779" cy="39571"/>
            </a:xfrm>
            <a:custGeom>
              <a:avLst/>
              <a:gdLst/>
              <a:ahLst/>
              <a:cxnLst/>
              <a:rect l="l" t="t" r="r" b="b"/>
              <a:pathLst>
                <a:path w="777" h="335" extrusionOk="0">
                  <a:moveTo>
                    <a:pt x="422" y="0"/>
                  </a:moveTo>
                  <a:cubicBezTo>
                    <a:pt x="267" y="0"/>
                    <a:pt x="111" y="81"/>
                    <a:pt x="23" y="232"/>
                  </a:cubicBezTo>
                  <a:cubicBezTo>
                    <a:pt x="0" y="286"/>
                    <a:pt x="45" y="334"/>
                    <a:pt x="91" y="334"/>
                  </a:cubicBezTo>
                  <a:cubicBezTo>
                    <a:pt x="112" y="334"/>
                    <a:pt x="133" y="324"/>
                    <a:pt x="147" y="299"/>
                  </a:cubicBezTo>
                  <a:cubicBezTo>
                    <a:pt x="203" y="194"/>
                    <a:pt x="310" y="136"/>
                    <a:pt x="418" y="136"/>
                  </a:cubicBezTo>
                  <a:cubicBezTo>
                    <a:pt x="505" y="136"/>
                    <a:pt x="592" y="174"/>
                    <a:pt x="653" y="254"/>
                  </a:cubicBezTo>
                  <a:cubicBezTo>
                    <a:pt x="670" y="266"/>
                    <a:pt x="689" y="271"/>
                    <a:pt x="707" y="271"/>
                  </a:cubicBezTo>
                  <a:cubicBezTo>
                    <a:pt x="726" y="271"/>
                    <a:pt x="743" y="266"/>
                    <a:pt x="754" y="254"/>
                  </a:cubicBezTo>
                  <a:cubicBezTo>
                    <a:pt x="776" y="221"/>
                    <a:pt x="776" y="176"/>
                    <a:pt x="754" y="153"/>
                  </a:cubicBezTo>
                  <a:cubicBezTo>
                    <a:pt x="665" y="50"/>
                    <a:pt x="544" y="0"/>
                    <a:pt x="4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8"/>
          <p:cNvSpPr/>
          <p:nvPr/>
        </p:nvSpPr>
        <p:spPr>
          <a:xfrm flipH="1">
            <a:off x="-2575" y="-6425"/>
            <a:ext cx="9146700" cy="5149800"/>
          </a:xfrm>
          <a:prstGeom prst="rect">
            <a:avLst/>
          </a:prstGeom>
          <a:gradFill>
            <a:gsLst>
              <a:gs pos="0">
                <a:srgbClr val="FFF7CB">
                  <a:alpha val="52156"/>
                </a:srgbClr>
              </a:gs>
              <a:gs pos="50000">
                <a:srgbClr val="CCEBEF">
                  <a:alpha val="55294"/>
                </a:srgbClr>
              </a:gs>
              <a:gs pos="100000">
                <a:srgbClr val="599FA8">
                  <a:alpha val="70196"/>
                </a:srgbClr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8"/>
          <p:cNvSpPr txBox="1">
            <a:spLocks noGrp="1"/>
          </p:cNvSpPr>
          <p:nvPr>
            <p:ph type="title"/>
          </p:nvPr>
        </p:nvSpPr>
        <p:spPr>
          <a:xfrm>
            <a:off x="1388100" y="1355050"/>
            <a:ext cx="6367800" cy="197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348" name="Google Shape;348;p8"/>
          <p:cNvSpPr/>
          <p:nvPr/>
        </p:nvSpPr>
        <p:spPr>
          <a:xfrm flipH="1">
            <a:off x="6919416" y="302482"/>
            <a:ext cx="67575" cy="71217"/>
          </a:xfrm>
          <a:custGeom>
            <a:avLst/>
            <a:gdLst/>
            <a:ahLst/>
            <a:cxnLst/>
            <a:rect l="l" t="t" r="r" b="b"/>
            <a:pathLst>
              <a:path w="631" h="665" extrusionOk="0">
                <a:moveTo>
                  <a:pt x="394" y="1"/>
                </a:moveTo>
                <a:lnTo>
                  <a:pt x="237" y="169"/>
                </a:lnTo>
                <a:lnTo>
                  <a:pt x="1" y="124"/>
                </a:lnTo>
                <a:lnTo>
                  <a:pt x="1" y="124"/>
                </a:lnTo>
                <a:lnTo>
                  <a:pt x="113" y="327"/>
                </a:lnTo>
                <a:lnTo>
                  <a:pt x="1" y="540"/>
                </a:lnTo>
                <a:lnTo>
                  <a:pt x="1" y="540"/>
                </a:lnTo>
                <a:lnTo>
                  <a:pt x="237" y="495"/>
                </a:lnTo>
                <a:lnTo>
                  <a:pt x="394" y="664"/>
                </a:lnTo>
                <a:lnTo>
                  <a:pt x="428" y="439"/>
                </a:lnTo>
                <a:lnTo>
                  <a:pt x="630" y="327"/>
                </a:lnTo>
                <a:lnTo>
                  <a:pt x="428" y="226"/>
                </a:lnTo>
                <a:lnTo>
                  <a:pt x="39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8"/>
          <p:cNvSpPr/>
          <p:nvPr/>
        </p:nvSpPr>
        <p:spPr>
          <a:xfrm flipH="1">
            <a:off x="3577384" y="294071"/>
            <a:ext cx="84389" cy="88030"/>
          </a:xfrm>
          <a:custGeom>
            <a:avLst/>
            <a:gdLst/>
            <a:ahLst/>
            <a:cxnLst/>
            <a:rect l="l" t="t" r="r" b="b"/>
            <a:pathLst>
              <a:path w="788" h="822" extrusionOk="0">
                <a:moveTo>
                  <a:pt x="281" y="1"/>
                </a:moveTo>
                <a:lnTo>
                  <a:pt x="247" y="282"/>
                </a:lnTo>
                <a:lnTo>
                  <a:pt x="0" y="428"/>
                </a:lnTo>
                <a:lnTo>
                  <a:pt x="259" y="540"/>
                </a:lnTo>
                <a:lnTo>
                  <a:pt x="304" y="821"/>
                </a:lnTo>
                <a:lnTo>
                  <a:pt x="506" y="608"/>
                </a:lnTo>
                <a:lnTo>
                  <a:pt x="787" y="653"/>
                </a:lnTo>
                <a:lnTo>
                  <a:pt x="641" y="405"/>
                </a:lnTo>
                <a:lnTo>
                  <a:pt x="765" y="147"/>
                </a:lnTo>
                <a:lnTo>
                  <a:pt x="483" y="203"/>
                </a:lnTo>
                <a:lnTo>
                  <a:pt x="2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8"/>
          <p:cNvSpPr/>
          <p:nvPr/>
        </p:nvSpPr>
        <p:spPr>
          <a:xfrm flipH="1">
            <a:off x="282630" y="4311076"/>
            <a:ext cx="132473" cy="134937"/>
          </a:xfrm>
          <a:custGeom>
            <a:avLst/>
            <a:gdLst/>
            <a:ahLst/>
            <a:cxnLst/>
            <a:rect l="l" t="t" r="r" b="b"/>
            <a:pathLst>
              <a:path w="1237" h="1260" extrusionOk="0">
                <a:moveTo>
                  <a:pt x="540" y="0"/>
                </a:moveTo>
                <a:lnTo>
                  <a:pt x="416" y="428"/>
                </a:lnTo>
                <a:lnTo>
                  <a:pt x="0" y="574"/>
                </a:lnTo>
                <a:lnTo>
                  <a:pt x="371" y="810"/>
                </a:lnTo>
                <a:lnTo>
                  <a:pt x="371" y="1260"/>
                </a:lnTo>
                <a:lnTo>
                  <a:pt x="720" y="978"/>
                </a:lnTo>
                <a:lnTo>
                  <a:pt x="1147" y="1113"/>
                </a:lnTo>
                <a:lnTo>
                  <a:pt x="1147" y="1113"/>
                </a:lnTo>
                <a:lnTo>
                  <a:pt x="990" y="697"/>
                </a:lnTo>
                <a:lnTo>
                  <a:pt x="1237" y="338"/>
                </a:lnTo>
                <a:lnTo>
                  <a:pt x="1237" y="338"/>
                </a:lnTo>
                <a:lnTo>
                  <a:pt x="799" y="360"/>
                </a:lnTo>
                <a:lnTo>
                  <a:pt x="54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8"/>
          <p:cNvSpPr/>
          <p:nvPr/>
        </p:nvSpPr>
        <p:spPr>
          <a:xfrm flipH="1">
            <a:off x="8703052" y="3550669"/>
            <a:ext cx="68646" cy="71109"/>
          </a:xfrm>
          <a:custGeom>
            <a:avLst/>
            <a:gdLst/>
            <a:ahLst/>
            <a:cxnLst/>
            <a:rect l="l" t="t" r="r" b="b"/>
            <a:pathLst>
              <a:path w="641" h="664" extrusionOk="0">
                <a:moveTo>
                  <a:pt x="225" y="1"/>
                </a:moveTo>
                <a:lnTo>
                  <a:pt x="202" y="225"/>
                </a:lnTo>
                <a:lnTo>
                  <a:pt x="0" y="338"/>
                </a:lnTo>
                <a:lnTo>
                  <a:pt x="214" y="439"/>
                </a:lnTo>
                <a:lnTo>
                  <a:pt x="259" y="664"/>
                </a:lnTo>
                <a:lnTo>
                  <a:pt x="416" y="484"/>
                </a:lnTo>
                <a:lnTo>
                  <a:pt x="641" y="518"/>
                </a:lnTo>
                <a:lnTo>
                  <a:pt x="529" y="315"/>
                </a:lnTo>
                <a:lnTo>
                  <a:pt x="630" y="102"/>
                </a:lnTo>
                <a:lnTo>
                  <a:pt x="394" y="158"/>
                </a:lnTo>
                <a:lnTo>
                  <a:pt x="22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2" name="Google Shape;352;p8"/>
          <p:cNvGrpSpPr/>
          <p:nvPr/>
        </p:nvGrpSpPr>
        <p:grpSpPr>
          <a:xfrm flipH="1">
            <a:off x="7155382" y="4033593"/>
            <a:ext cx="2975935" cy="1346161"/>
            <a:chOff x="5935450" y="921661"/>
            <a:chExt cx="739786" cy="334641"/>
          </a:xfrm>
        </p:grpSpPr>
        <p:sp>
          <p:nvSpPr>
            <p:cNvPr id="353" name="Google Shape;353;p8"/>
            <p:cNvSpPr/>
            <p:nvPr/>
          </p:nvSpPr>
          <p:spPr>
            <a:xfrm>
              <a:off x="5935450" y="921661"/>
              <a:ext cx="739786" cy="334641"/>
            </a:xfrm>
            <a:custGeom>
              <a:avLst/>
              <a:gdLst/>
              <a:ahLst/>
              <a:cxnLst/>
              <a:rect l="l" t="t" r="r" b="b"/>
              <a:pathLst>
                <a:path w="6263" h="2833" extrusionOk="0">
                  <a:moveTo>
                    <a:pt x="2871" y="1"/>
                  </a:moveTo>
                  <a:cubicBezTo>
                    <a:pt x="2673" y="1"/>
                    <a:pt x="2473" y="50"/>
                    <a:pt x="2291" y="148"/>
                  </a:cubicBezTo>
                  <a:cubicBezTo>
                    <a:pt x="1571" y="519"/>
                    <a:pt x="1717" y="1160"/>
                    <a:pt x="1717" y="1160"/>
                  </a:cubicBezTo>
                  <a:cubicBezTo>
                    <a:pt x="1717" y="1160"/>
                    <a:pt x="1364" y="1022"/>
                    <a:pt x="996" y="1022"/>
                  </a:cubicBezTo>
                  <a:cubicBezTo>
                    <a:pt x="675" y="1022"/>
                    <a:pt x="342" y="1127"/>
                    <a:pt x="222" y="1520"/>
                  </a:cubicBezTo>
                  <a:cubicBezTo>
                    <a:pt x="0" y="2243"/>
                    <a:pt x="581" y="2594"/>
                    <a:pt x="1290" y="2594"/>
                  </a:cubicBezTo>
                  <a:cubicBezTo>
                    <a:pt x="1407" y="2594"/>
                    <a:pt x="1528" y="2585"/>
                    <a:pt x="1650" y="2566"/>
                  </a:cubicBezTo>
                  <a:cubicBezTo>
                    <a:pt x="1650" y="2566"/>
                    <a:pt x="2679" y="2833"/>
                    <a:pt x="3721" y="2833"/>
                  </a:cubicBezTo>
                  <a:cubicBezTo>
                    <a:pt x="4603" y="2833"/>
                    <a:pt x="5492" y="2642"/>
                    <a:pt x="5776" y="1936"/>
                  </a:cubicBezTo>
                  <a:cubicBezTo>
                    <a:pt x="6262" y="754"/>
                    <a:pt x="5178" y="50"/>
                    <a:pt x="4281" y="50"/>
                  </a:cubicBezTo>
                  <a:cubicBezTo>
                    <a:pt x="4018" y="50"/>
                    <a:pt x="3770" y="111"/>
                    <a:pt x="3583" y="238"/>
                  </a:cubicBezTo>
                  <a:cubicBezTo>
                    <a:pt x="3375" y="81"/>
                    <a:pt x="3125" y="1"/>
                    <a:pt x="2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8"/>
            <p:cNvSpPr/>
            <p:nvPr/>
          </p:nvSpPr>
          <p:spPr>
            <a:xfrm>
              <a:off x="6282962" y="966429"/>
              <a:ext cx="44531" cy="25396"/>
            </a:xfrm>
            <a:custGeom>
              <a:avLst/>
              <a:gdLst/>
              <a:ahLst/>
              <a:cxnLst/>
              <a:rect l="l" t="t" r="r" b="b"/>
              <a:pathLst>
                <a:path w="377" h="215" extrusionOk="0">
                  <a:moveTo>
                    <a:pt x="149" y="1"/>
                  </a:moveTo>
                  <a:cubicBezTo>
                    <a:pt x="114" y="1"/>
                    <a:pt x="79" y="10"/>
                    <a:pt x="46" y="28"/>
                  </a:cubicBezTo>
                  <a:cubicBezTo>
                    <a:pt x="12" y="50"/>
                    <a:pt x="1" y="95"/>
                    <a:pt x="23" y="129"/>
                  </a:cubicBezTo>
                  <a:cubicBezTo>
                    <a:pt x="40" y="146"/>
                    <a:pt x="62" y="156"/>
                    <a:pt x="86" y="156"/>
                  </a:cubicBezTo>
                  <a:cubicBezTo>
                    <a:pt x="95" y="156"/>
                    <a:pt x="104" y="155"/>
                    <a:pt x="113" y="152"/>
                  </a:cubicBezTo>
                  <a:lnTo>
                    <a:pt x="181" y="152"/>
                  </a:lnTo>
                  <a:lnTo>
                    <a:pt x="203" y="163"/>
                  </a:lnTo>
                  <a:lnTo>
                    <a:pt x="214" y="174"/>
                  </a:lnTo>
                  <a:cubicBezTo>
                    <a:pt x="232" y="203"/>
                    <a:pt x="257" y="214"/>
                    <a:pt x="280" y="214"/>
                  </a:cubicBezTo>
                  <a:cubicBezTo>
                    <a:pt x="331" y="214"/>
                    <a:pt x="376" y="160"/>
                    <a:pt x="338" y="107"/>
                  </a:cubicBezTo>
                  <a:cubicBezTo>
                    <a:pt x="292" y="38"/>
                    <a:pt x="221" y="1"/>
                    <a:pt x="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8"/>
            <p:cNvSpPr/>
            <p:nvPr/>
          </p:nvSpPr>
          <p:spPr>
            <a:xfrm>
              <a:off x="6171456" y="969973"/>
              <a:ext cx="77132" cy="98042"/>
            </a:xfrm>
            <a:custGeom>
              <a:avLst/>
              <a:gdLst/>
              <a:ahLst/>
              <a:cxnLst/>
              <a:rect l="l" t="t" r="r" b="b"/>
              <a:pathLst>
                <a:path w="653" h="830" extrusionOk="0">
                  <a:moveTo>
                    <a:pt x="488" y="1"/>
                  </a:moveTo>
                  <a:cubicBezTo>
                    <a:pt x="370" y="1"/>
                    <a:pt x="241" y="98"/>
                    <a:pt x="180" y="189"/>
                  </a:cubicBezTo>
                  <a:cubicBezTo>
                    <a:pt x="57" y="358"/>
                    <a:pt x="0" y="560"/>
                    <a:pt x="0" y="762"/>
                  </a:cubicBezTo>
                  <a:cubicBezTo>
                    <a:pt x="0" y="796"/>
                    <a:pt x="34" y="830"/>
                    <a:pt x="79" y="830"/>
                  </a:cubicBezTo>
                  <a:cubicBezTo>
                    <a:pt x="113" y="830"/>
                    <a:pt x="146" y="796"/>
                    <a:pt x="146" y="762"/>
                  </a:cubicBezTo>
                  <a:cubicBezTo>
                    <a:pt x="146" y="605"/>
                    <a:pt x="180" y="448"/>
                    <a:pt x="259" y="313"/>
                  </a:cubicBezTo>
                  <a:cubicBezTo>
                    <a:pt x="293" y="257"/>
                    <a:pt x="338" y="212"/>
                    <a:pt x="394" y="178"/>
                  </a:cubicBezTo>
                  <a:cubicBezTo>
                    <a:pt x="428" y="155"/>
                    <a:pt x="450" y="144"/>
                    <a:pt x="484" y="144"/>
                  </a:cubicBezTo>
                  <a:lnTo>
                    <a:pt x="529" y="144"/>
                  </a:lnTo>
                  <a:cubicBezTo>
                    <a:pt x="536" y="166"/>
                    <a:pt x="557" y="178"/>
                    <a:pt x="581" y="178"/>
                  </a:cubicBezTo>
                  <a:cubicBezTo>
                    <a:pt x="593" y="178"/>
                    <a:pt x="607" y="175"/>
                    <a:pt x="619" y="167"/>
                  </a:cubicBezTo>
                  <a:cubicBezTo>
                    <a:pt x="652" y="144"/>
                    <a:pt x="652" y="110"/>
                    <a:pt x="641" y="77"/>
                  </a:cubicBezTo>
                  <a:cubicBezTo>
                    <a:pt x="598" y="22"/>
                    <a:pt x="544" y="1"/>
                    <a:pt x="4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8"/>
            <p:cNvSpPr/>
            <p:nvPr/>
          </p:nvSpPr>
          <p:spPr>
            <a:xfrm>
              <a:off x="6508809" y="1003047"/>
              <a:ext cx="74416" cy="136904"/>
            </a:xfrm>
            <a:custGeom>
              <a:avLst/>
              <a:gdLst/>
              <a:ahLst/>
              <a:cxnLst/>
              <a:rect l="l" t="t" r="r" b="b"/>
              <a:pathLst>
                <a:path w="630" h="1159" extrusionOk="0">
                  <a:moveTo>
                    <a:pt x="100" y="1"/>
                  </a:moveTo>
                  <a:cubicBezTo>
                    <a:pt x="39" y="1"/>
                    <a:pt x="1" y="94"/>
                    <a:pt x="67" y="123"/>
                  </a:cubicBezTo>
                  <a:cubicBezTo>
                    <a:pt x="416" y="291"/>
                    <a:pt x="562" y="707"/>
                    <a:pt x="393" y="1056"/>
                  </a:cubicBezTo>
                  <a:cubicBezTo>
                    <a:pt x="370" y="1110"/>
                    <a:pt x="416" y="1158"/>
                    <a:pt x="461" y="1158"/>
                  </a:cubicBezTo>
                  <a:cubicBezTo>
                    <a:pt x="482" y="1158"/>
                    <a:pt x="503" y="1148"/>
                    <a:pt x="517" y="1123"/>
                  </a:cubicBezTo>
                  <a:cubicBezTo>
                    <a:pt x="618" y="921"/>
                    <a:pt x="629" y="674"/>
                    <a:pt x="551" y="460"/>
                  </a:cubicBezTo>
                  <a:cubicBezTo>
                    <a:pt x="472" y="258"/>
                    <a:pt x="326" y="100"/>
                    <a:pt x="135" y="10"/>
                  </a:cubicBezTo>
                  <a:cubicBezTo>
                    <a:pt x="123" y="4"/>
                    <a:pt x="111" y="1"/>
                    <a:pt x="1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8"/>
            <p:cNvSpPr/>
            <p:nvPr/>
          </p:nvSpPr>
          <p:spPr>
            <a:xfrm>
              <a:off x="5997582" y="1091992"/>
              <a:ext cx="63785" cy="54454"/>
            </a:xfrm>
            <a:custGeom>
              <a:avLst/>
              <a:gdLst/>
              <a:ahLst/>
              <a:cxnLst/>
              <a:rect l="l" t="t" r="r" b="b"/>
              <a:pathLst>
                <a:path w="540" h="461" extrusionOk="0">
                  <a:moveTo>
                    <a:pt x="395" y="1"/>
                  </a:moveTo>
                  <a:cubicBezTo>
                    <a:pt x="183" y="1"/>
                    <a:pt x="1" y="175"/>
                    <a:pt x="11" y="393"/>
                  </a:cubicBezTo>
                  <a:cubicBezTo>
                    <a:pt x="11" y="438"/>
                    <a:pt x="45" y="460"/>
                    <a:pt x="78" y="460"/>
                  </a:cubicBezTo>
                  <a:cubicBezTo>
                    <a:pt x="112" y="460"/>
                    <a:pt x="146" y="438"/>
                    <a:pt x="146" y="393"/>
                  </a:cubicBezTo>
                  <a:cubicBezTo>
                    <a:pt x="146" y="382"/>
                    <a:pt x="146" y="370"/>
                    <a:pt x="146" y="359"/>
                  </a:cubicBezTo>
                  <a:lnTo>
                    <a:pt x="146" y="337"/>
                  </a:lnTo>
                  <a:lnTo>
                    <a:pt x="157" y="303"/>
                  </a:lnTo>
                  <a:cubicBezTo>
                    <a:pt x="157" y="303"/>
                    <a:pt x="157" y="303"/>
                    <a:pt x="157" y="292"/>
                  </a:cubicBezTo>
                  <a:cubicBezTo>
                    <a:pt x="157" y="280"/>
                    <a:pt x="168" y="280"/>
                    <a:pt x="168" y="269"/>
                  </a:cubicBezTo>
                  <a:lnTo>
                    <a:pt x="179" y="258"/>
                  </a:lnTo>
                  <a:lnTo>
                    <a:pt x="179" y="247"/>
                  </a:lnTo>
                  <a:cubicBezTo>
                    <a:pt x="191" y="224"/>
                    <a:pt x="213" y="213"/>
                    <a:pt x="224" y="202"/>
                  </a:cubicBezTo>
                  <a:lnTo>
                    <a:pt x="236" y="190"/>
                  </a:lnTo>
                  <a:lnTo>
                    <a:pt x="269" y="168"/>
                  </a:lnTo>
                  <a:lnTo>
                    <a:pt x="292" y="168"/>
                  </a:lnTo>
                  <a:cubicBezTo>
                    <a:pt x="303" y="168"/>
                    <a:pt x="314" y="157"/>
                    <a:pt x="326" y="157"/>
                  </a:cubicBezTo>
                  <a:lnTo>
                    <a:pt x="427" y="157"/>
                  </a:lnTo>
                  <a:cubicBezTo>
                    <a:pt x="433" y="159"/>
                    <a:pt x="439" y="160"/>
                    <a:pt x="445" y="160"/>
                  </a:cubicBezTo>
                  <a:cubicBezTo>
                    <a:pt x="475" y="160"/>
                    <a:pt x="507" y="139"/>
                    <a:pt x="517" y="112"/>
                  </a:cubicBezTo>
                  <a:cubicBezTo>
                    <a:pt x="539" y="78"/>
                    <a:pt x="517" y="22"/>
                    <a:pt x="483" y="11"/>
                  </a:cubicBezTo>
                  <a:cubicBezTo>
                    <a:pt x="454" y="4"/>
                    <a:pt x="424" y="1"/>
                    <a:pt x="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8"/>
            <p:cNvSpPr/>
            <p:nvPr/>
          </p:nvSpPr>
          <p:spPr>
            <a:xfrm>
              <a:off x="6381238" y="947648"/>
              <a:ext cx="91779" cy="39571"/>
            </a:xfrm>
            <a:custGeom>
              <a:avLst/>
              <a:gdLst/>
              <a:ahLst/>
              <a:cxnLst/>
              <a:rect l="l" t="t" r="r" b="b"/>
              <a:pathLst>
                <a:path w="777" h="335" extrusionOk="0">
                  <a:moveTo>
                    <a:pt x="422" y="0"/>
                  </a:moveTo>
                  <a:cubicBezTo>
                    <a:pt x="267" y="0"/>
                    <a:pt x="111" y="81"/>
                    <a:pt x="23" y="232"/>
                  </a:cubicBezTo>
                  <a:cubicBezTo>
                    <a:pt x="0" y="286"/>
                    <a:pt x="45" y="334"/>
                    <a:pt x="91" y="334"/>
                  </a:cubicBezTo>
                  <a:cubicBezTo>
                    <a:pt x="112" y="334"/>
                    <a:pt x="133" y="324"/>
                    <a:pt x="147" y="299"/>
                  </a:cubicBezTo>
                  <a:cubicBezTo>
                    <a:pt x="203" y="194"/>
                    <a:pt x="310" y="136"/>
                    <a:pt x="418" y="136"/>
                  </a:cubicBezTo>
                  <a:cubicBezTo>
                    <a:pt x="505" y="136"/>
                    <a:pt x="592" y="174"/>
                    <a:pt x="653" y="254"/>
                  </a:cubicBezTo>
                  <a:cubicBezTo>
                    <a:pt x="670" y="266"/>
                    <a:pt x="689" y="271"/>
                    <a:pt x="707" y="271"/>
                  </a:cubicBezTo>
                  <a:cubicBezTo>
                    <a:pt x="726" y="271"/>
                    <a:pt x="743" y="266"/>
                    <a:pt x="754" y="254"/>
                  </a:cubicBezTo>
                  <a:cubicBezTo>
                    <a:pt x="776" y="221"/>
                    <a:pt x="776" y="176"/>
                    <a:pt x="754" y="153"/>
                  </a:cubicBezTo>
                  <a:cubicBezTo>
                    <a:pt x="665" y="50"/>
                    <a:pt x="544" y="0"/>
                    <a:pt x="4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9"/>
          <p:cNvSpPr/>
          <p:nvPr/>
        </p:nvSpPr>
        <p:spPr>
          <a:xfrm>
            <a:off x="-2575" y="-6425"/>
            <a:ext cx="9146700" cy="5149800"/>
          </a:xfrm>
          <a:prstGeom prst="rect">
            <a:avLst/>
          </a:prstGeom>
          <a:gradFill>
            <a:gsLst>
              <a:gs pos="0">
                <a:srgbClr val="CCEBEF"/>
              </a:gs>
              <a:gs pos="100000">
                <a:srgbClr val="6FBFCA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9"/>
          <p:cNvSpPr txBox="1">
            <a:spLocks noGrp="1"/>
          </p:cNvSpPr>
          <p:nvPr>
            <p:ph type="title"/>
          </p:nvPr>
        </p:nvSpPr>
        <p:spPr>
          <a:xfrm>
            <a:off x="2627767" y="1726751"/>
            <a:ext cx="4887300" cy="619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5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2" name="Google Shape;362;p9"/>
          <p:cNvSpPr txBox="1">
            <a:spLocks noGrp="1"/>
          </p:cNvSpPr>
          <p:nvPr>
            <p:ph type="subTitle" idx="1"/>
          </p:nvPr>
        </p:nvSpPr>
        <p:spPr>
          <a:xfrm>
            <a:off x="2627767" y="2346276"/>
            <a:ext cx="4887300" cy="13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3" name="Google Shape;363;p9"/>
          <p:cNvSpPr/>
          <p:nvPr/>
        </p:nvSpPr>
        <p:spPr>
          <a:xfrm>
            <a:off x="279842" y="4675984"/>
            <a:ext cx="50655" cy="54296"/>
          </a:xfrm>
          <a:custGeom>
            <a:avLst/>
            <a:gdLst/>
            <a:ahLst/>
            <a:cxnLst/>
            <a:rect l="l" t="t" r="r" b="b"/>
            <a:pathLst>
              <a:path w="473" h="507" extrusionOk="0">
                <a:moveTo>
                  <a:pt x="292" y="0"/>
                </a:moveTo>
                <a:lnTo>
                  <a:pt x="169" y="135"/>
                </a:lnTo>
                <a:lnTo>
                  <a:pt x="0" y="101"/>
                </a:lnTo>
                <a:lnTo>
                  <a:pt x="79" y="259"/>
                </a:lnTo>
                <a:lnTo>
                  <a:pt x="0" y="416"/>
                </a:lnTo>
                <a:lnTo>
                  <a:pt x="169" y="382"/>
                </a:lnTo>
                <a:lnTo>
                  <a:pt x="292" y="506"/>
                </a:lnTo>
                <a:lnTo>
                  <a:pt x="315" y="337"/>
                </a:lnTo>
                <a:lnTo>
                  <a:pt x="472" y="259"/>
                </a:lnTo>
                <a:lnTo>
                  <a:pt x="315" y="180"/>
                </a:lnTo>
                <a:lnTo>
                  <a:pt x="29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9"/>
          <p:cNvSpPr/>
          <p:nvPr/>
        </p:nvSpPr>
        <p:spPr>
          <a:xfrm>
            <a:off x="1932846" y="4812266"/>
            <a:ext cx="113197" cy="108485"/>
          </a:xfrm>
          <a:custGeom>
            <a:avLst/>
            <a:gdLst/>
            <a:ahLst/>
            <a:cxnLst/>
            <a:rect l="l" t="t" r="r" b="b"/>
            <a:pathLst>
              <a:path w="1057" h="1013" extrusionOk="0">
                <a:moveTo>
                  <a:pt x="203" y="1"/>
                </a:moveTo>
                <a:lnTo>
                  <a:pt x="259" y="372"/>
                </a:lnTo>
                <a:lnTo>
                  <a:pt x="0" y="630"/>
                </a:lnTo>
                <a:lnTo>
                  <a:pt x="360" y="687"/>
                </a:lnTo>
                <a:lnTo>
                  <a:pt x="529" y="1013"/>
                </a:lnTo>
                <a:lnTo>
                  <a:pt x="697" y="687"/>
                </a:lnTo>
                <a:lnTo>
                  <a:pt x="1057" y="630"/>
                </a:lnTo>
                <a:lnTo>
                  <a:pt x="798" y="372"/>
                </a:lnTo>
                <a:lnTo>
                  <a:pt x="855" y="1"/>
                </a:lnTo>
                <a:lnTo>
                  <a:pt x="529" y="181"/>
                </a:lnTo>
                <a:lnTo>
                  <a:pt x="20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9"/>
          <p:cNvSpPr/>
          <p:nvPr/>
        </p:nvSpPr>
        <p:spPr>
          <a:xfrm>
            <a:off x="2942377" y="256519"/>
            <a:ext cx="66397" cy="69931"/>
          </a:xfrm>
          <a:custGeom>
            <a:avLst/>
            <a:gdLst/>
            <a:ahLst/>
            <a:cxnLst/>
            <a:rect l="l" t="t" r="r" b="b"/>
            <a:pathLst>
              <a:path w="620" h="653" extrusionOk="0">
                <a:moveTo>
                  <a:pt x="226" y="0"/>
                </a:moveTo>
                <a:lnTo>
                  <a:pt x="203" y="225"/>
                </a:lnTo>
                <a:lnTo>
                  <a:pt x="1" y="337"/>
                </a:lnTo>
                <a:lnTo>
                  <a:pt x="203" y="427"/>
                </a:lnTo>
                <a:lnTo>
                  <a:pt x="248" y="652"/>
                </a:lnTo>
                <a:lnTo>
                  <a:pt x="394" y="483"/>
                </a:lnTo>
                <a:lnTo>
                  <a:pt x="619" y="517"/>
                </a:lnTo>
                <a:lnTo>
                  <a:pt x="619" y="517"/>
                </a:lnTo>
                <a:lnTo>
                  <a:pt x="507" y="326"/>
                </a:lnTo>
                <a:lnTo>
                  <a:pt x="608" y="112"/>
                </a:lnTo>
                <a:lnTo>
                  <a:pt x="608" y="112"/>
                </a:lnTo>
                <a:lnTo>
                  <a:pt x="383" y="157"/>
                </a:lnTo>
                <a:lnTo>
                  <a:pt x="22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9"/>
          <p:cNvSpPr/>
          <p:nvPr/>
        </p:nvSpPr>
        <p:spPr>
          <a:xfrm>
            <a:off x="8353281" y="1726744"/>
            <a:ext cx="80748" cy="85567"/>
          </a:xfrm>
          <a:custGeom>
            <a:avLst/>
            <a:gdLst/>
            <a:ahLst/>
            <a:cxnLst/>
            <a:rect l="l" t="t" r="r" b="b"/>
            <a:pathLst>
              <a:path w="754" h="799" extrusionOk="0">
                <a:moveTo>
                  <a:pt x="282" y="0"/>
                </a:moveTo>
                <a:lnTo>
                  <a:pt x="248" y="281"/>
                </a:lnTo>
                <a:lnTo>
                  <a:pt x="1" y="405"/>
                </a:lnTo>
                <a:lnTo>
                  <a:pt x="248" y="517"/>
                </a:lnTo>
                <a:lnTo>
                  <a:pt x="293" y="798"/>
                </a:lnTo>
                <a:lnTo>
                  <a:pt x="484" y="596"/>
                </a:lnTo>
                <a:lnTo>
                  <a:pt x="754" y="641"/>
                </a:lnTo>
                <a:lnTo>
                  <a:pt x="619" y="394"/>
                </a:lnTo>
                <a:lnTo>
                  <a:pt x="743" y="146"/>
                </a:lnTo>
                <a:lnTo>
                  <a:pt x="473" y="203"/>
                </a:lnTo>
                <a:lnTo>
                  <a:pt x="28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9"/>
          <p:cNvSpPr/>
          <p:nvPr/>
        </p:nvSpPr>
        <p:spPr>
          <a:xfrm>
            <a:off x="6453194" y="326457"/>
            <a:ext cx="67575" cy="71217"/>
          </a:xfrm>
          <a:custGeom>
            <a:avLst/>
            <a:gdLst/>
            <a:ahLst/>
            <a:cxnLst/>
            <a:rect l="l" t="t" r="r" b="b"/>
            <a:pathLst>
              <a:path w="631" h="665" extrusionOk="0">
                <a:moveTo>
                  <a:pt x="394" y="1"/>
                </a:moveTo>
                <a:lnTo>
                  <a:pt x="237" y="169"/>
                </a:lnTo>
                <a:lnTo>
                  <a:pt x="1" y="124"/>
                </a:lnTo>
                <a:lnTo>
                  <a:pt x="1" y="124"/>
                </a:lnTo>
                <a:lnTo>
                  <a:pt x="113" y="327"/>
                </a:lnTo>
                <a:lnTo>
                  <a:pt x="1" y="540"/>
                </a:lnTo>
                <a:lnTo>
                  <a:pt x="1" y="540"/>
                </a:lnTo>
                <a:lnTo>
                  <a:pt x="237" y="495"/>
                </a:lnTo>
                <a:lnTo>
                  <a:pt x="394" y="664"/>
                </a:lnTo>
                <a:lnTo>
                  <a:pt x="428" y="439"/>
                </a:lnTo>
                <a:lnTo>
                  <a:pt x="630" y="327"/>
                </a:lnTo>
                <a:lnTo>
                  <a:pt x="428" y="226"/>
                </a:lnTo>
                <a:lnTo>
                  <a:pt x="39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9"/>
          <p:cNvSpPr/>
          <p:nvPr/>
        </p:nvSpPr>
        <p:spPr>
          <a:xfrm>
            <a:off x="6724381" y="4838765"/>
            <a:ext cx="54296" cy="55474"/>
          </a:xfrm>
          <a:custGeom>
            <a:avLst/>
            <a:gdLst/>
            <a:ahLst/>
            <a:cxnLst/>
            <a:rect l="l" t="t" r="r" b="b"/>
            <a:pathLst>
              <a:path w="507" h="518" extrusionOk="0">
                <a:moveTo>
                  <a:pt x="214" y="0"/>
                </a:moveTo>
                <a:lnTo>
                  <a:pt x="169" y="180"/>
                </a:lnTo>
                <a:lnTo>
                  <a:pt x="0" y="237"/>
                </a:lnTo>
                <a:lnTo>
                  <a:pt x="147" y="338"/>
                </a:lnTo>
                <a:lnTo>
                  <a:pt x="147" y="518"/>
                </a:lnTo>
                <a:lnTo>
                  <a:pt x="293" y="405"/>
                </a:lnTo>
                <a:lnTo>
                  <a:pt x="473" y="461"/>
                </a:lnTo>
                <a:lnTo>
                  <a:pt x="473" y="461"/>
                </a:lnTo>
                <a:lnTo>
                  <a:pt x="405" y="293"/>
                </a:lnTo>
                <a:lnTo>
                  <a:pt x="506" y="135"/>
                </a:lnTo>
                <a:lnTo>
                  <a:pt x="506" y="135"/>
                </a:lnTo>
                <a:lnTo>
                  <a:pt x="326" y="147"/>
                </a:lnTo>
                <a:lnTo>
                  <a:pt x="21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9"/>
          <p:cNvSpPr/>
          <p:nvPr/>
        </p:nvSpPr>
        <p:spPr>
          <a:xfrm>
            <a:off x="8534132" y="3142401"/>
            <a:ext cx="132473" cy="134937"/>
          </a:xfrm>
          <a:custGeom>
            <a:avLst/>
            <a:gdLst/>
            <a:ahLst/>
            <a:cxnLst/>
            <a:rect l="l" t="t" r="r" b="b"/>
            <a:pathLst>
              <a:path w="1237" h="1260" extrusionOk="0">
                <a:moveTo>
                  <a:pt x="540" y="0"/>
                </a:moveTo>
                <a:lnTo>
                  <a:pt x="416" y="428"/>
                </a:lnTo>
                <a:lnTo>
                  <a:pt x="0" y="574"/>
                </a:lnTo>
                <a:lnTo>
                  <a:pt x="371" y="810"/>
                </a:lnTo>
                <a:lnTo>
                  <a:pt x="371" y="1260"/>
                </a:lnTo>
                <a:lnTo>
                  <a:pt x="720" y="978"/>
                </a:lnTo>
                <a:lnTo>
                  <a:pt x="1147" y="1113"/>
                </a:lnTo>
                <a:lnTo>
                  <a:pt x="1147" y="1113"/>
                </a:lnTo>
                <a:lnTo>
                  <a:pt x="990" y="697"/>
                </a:lnTo>
                <a:lnTo>
                  <a:pt x="1237" y="338"/>
                </a:lnTo>
                <a:lnTo>
                  <a:pt x="1237" y="338"/>
                </a:lnTo>
                <a:lnTo>
                  <a:pt x="799" y="360"/>
                </a:lnTo>
                <a:lnTo>
                  <a:pt x="54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9"/>
          <p:cNvSpPr/>
          <p:nvPr/>
        </p:nvSpPr>
        <p:spPr>
          <a:xfrm>
            <a:off x="4674797" y="4565728"/>
            <a:ext cx="88030" cy="85567"/>
          </a:xfrm>
          <a:custGeom>
            <a:avLst/>
            <a:gdLst/>
            <a:ahLst/>
            <a:cxnLst/>
            <a:rect l="l" t="t" r="r" b="b"/>
            <a:pathLst>
              <a:path w="822" h="799" extrusionOk="0">
                <a:moveTo>
                  <a:pt x="383" y="1"/>
                </a:moveTo>
                <a:lnTo>
                  <a:pt x="282" y="270"/>
                </a:lnTo>
                <a:lnTo>
                  <a:pt x="1" y="327"/>
                </a:lnTo>
                <a:lnTo>
                  <a:pt x="226" y="518"/>
                </a:lnTo>
                <a:lnTo>
                  <a:pt x="192" y="799"/>
                </a:lnTo>
                <a:lnTo>
                  <a:pt x="439" y="641"/>
                </a:lnTo>
                <a:lnTo>
                  <a:pt x="698" y="754"/>
                </a:lnTo>
                <a:lnTo>
                  <a:pt x="698" y="754"/>
                </a:lnTo>
                <a:lnTo>
                  <a:pt x="631" y="484"/>
                </a:lnTo>
                <a:lnTo>
                  <a:pt x="822" y="259"/>
                </a:lnTo>
                <a:lnTo>
                  <a:pt x="529" y="248"/>
                </a:lnTo>
                <a:lnTo>
                  <a:pt x="38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9"/>
          <p:cNvSpPr/>
          <p:nvPr/>
        </p:nvSpPr>
        <p:spPr>
          <a:xfrm>
            <a:off x="415000" y="3071294"/>
            <a:ext cx="68646" cy="71109"/>
          </a:xfrm>
          <a:custGeom>
            <a:avLst/>
            <a:gdLst/>
            <a:ahLst/>
            <a:cxnLst/>
            <a:rect l="l" t="t" r="r" b="b"/>
            <a:pathLst>
              <a:path w="641" h="664" extrusionOk="0">
                <a:moveTo>
                  <a:pt x="225" y="1"/>
                </a:moveTo>
                <a:lnTo>
                  <a:pt x="202" y="225"/>
                </a:lnTo>
                <a:lnTo>
                  <a:pt x="0" y="338"/>
                </a:lnTo>
                <a:lnTo>
                  <a:pt x="214" y="439"/>
                </a:lnTo>
                <a:lnTo>
                  <a:pt x="259" y="664"/>
                </a:lnTo>
                <a:lnTo>
                  <a:pt x="416" y="484"/>
                </a:lnTo>
                <a:lnTo>
                  <a:pt x="641" y="518"/>
                </a:lnTo>
                <a:lnTo>
                  <a:pt x="529" y="315"/>
                </a:lnTo>
                <a:lnTo>
                  <a:pt x="630" y="102"/>
                </a:lnTo>
                <a:lnTo>
                  <a:pt x="394" y="158"/>
                </a:lnTo>
                <a:lnTo>
                  <a:pt x="22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9"/>
          <p:cNvSpPr/>
          <p:nvPr/>
        </p:nvSpPr>
        <p:spPr>
          <a:xfrm>
            <a:off x="429401" y="271625"/>
            <a:ext cx="39838" cy="39731"/>
          </a:xfrm>
          <a:custGeom>
            <a:avLst/>
            <a:gdLst/>
            <a:ahLst/>
            <a:cxnLst/>
            <a:rect l="l" t="t" r="r" b="b"/>
            <a:pathLst>
              <a:path w="372" h="371" extrusionOk="0">
                <a:moveTo>
                  <a:pt x="158" y="0"/>
                </a:moveTo>
                <a:lnTo>
                  <a:pt x="124" y="124"/>
                </a:lnTo>
                <a:lnTo>
                  <a:pt x="0" y="169"/>
                </a:lnTo>
                <a:lnTo>
                  <a:pt x="101" y="247"/>
                </a:lnTo>
                <a:lnTo>
                  <a:pt x="101" y="371"/>
                </a:lnTo>
                <a:lnTo>
                  <a:pt x="203" y="292"/>
                </a:lnTo>
                <a:lnTo>
                  <a:pt x="338" y="337"/>
                </a:lnTo>
                <a:lnTo>
                  <a:pt x="293" y="214"/>
                </a:lnTo>
                <a:lnTo>
                  <a:pt x="371" y="112"/>
                </a:lnTo>
                <a:lnTo>
                  <a:pt x="236" y="112"/>
                </a:lnTo>
                <a:lnTo>
                  <a:pt x="158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3" name="Google Shape;373;p9"/>
          <p:cNvGrpSpPr/>
          <p:nvPr/>
        </p:nvGrpSpPr>
        <p:grpSpPr>
          <a:xfrm flipH="1">
            <a:off x="7226358" y="21163"/>
            <a:ext cx="2533396" cy="1146012"/>
            <a:chOff x="5935450" y="921661"/>
            <a:chExt cx="739786" cy="334641"/>
          </a:xfrm>
        </p:grpSpPr>
        <p:sp>
          <p:nvSpPr>
            <p:cNvPr id="374" name="Google Shape;374;p9"/>
            <p:cNvSpPr/>
            <p:nvPr/>
          </p:nvSpPr>
          <p:spPr>
            <a:xfrm>
              <a:off x="5935450" y="921661"/>
              <a:ext cx="739786" cy="334641"/>
            </a:xfrm>
            <a:custGeom>
              <a:avLst/>
              <a:gdLst/>
              <a:ahLst/>
              <a:cxnLst/>
              <a:rect l="l" t="t" r="r" b="b"/>
              <a:pathLst>
                <a:path w="6263" h="2833" extrusionOk="0">
                  <a:moveTo>
                    <a:pt x="2871" y="1"/>
                  </a:moveTo>
                  <a:cubicBezTo>
                    <a:pt x="2673" y="1"/>
                    <a:pt x="2473" y="50"/>
                    <a:pt x="2291" y="148"/>
                  </a:cubicBezTo>
                  <a:cubicBezTo>
                    <a:pt x="1571" y="519"/>
                    <a:pt x="1717" y="1160"/>
                    <a:pt x="1717" y="1160"/>
                  </a:cubicBezTo>
                  <a:cubicBezTo>
                    <a:pt x="1717" y="1160"/>
                    <a:pt x="1364" y="1022"/>
                    <a:pt x="996" y="1022"/>
                  </a:cubicBezTo>
                  <a:cubicBezTo>
                    <a:pt x="675" y="1022"/>
                    <a:pt x="342" y="1127"/>
                    <a:pt x="222" y="1520"/>
                  </a:cubicBezTo>
                  <a:cubicBezTo>
                    <a:pt x="0" y="2243"/>
                    <a:pt x="581" y="2594"/>
                    <a:pt x="1290" y="2594"/>
                  </a:cubicBezTo>
                  <a:cubicBezTo>
                    <a:pt x="1407" y="2594"/>
                    <a:pt x="1528" y="2585"/>
                    <a:pt x="1650" y="2566"/>
                  </a:cubicBezTo>
                  <a:cubicBezTo>
                    <a:pt x="1650" y="2566"/>
                    <a:pt x="2679" y="2833"/>
                    <a:pt x="3721" y="2833"/>
                  </a:cubicBezTo>
                  <a:cubicBezTo>
                    <a:pt x="4603" y="2833"/>
                    <a:pt x="5492" y="2642"/>
                    <a:pt x="5776" y="1936"/>
                  </a:cubicBezTo>
                  <a:cubicBezTo>
                    <a:pt x="6262" y="754"/>
                    <a:pt x="5178" y="50"/>
                    <a:pt x="4281" y="50"/>
                  </a:cubicBezTo>
                  <a:cubicBezTo>
                    <a:pt x="4018" y="50"/>
                    <a:pt x="3770" y="111"/>
                    <a:pt x="3583" y="238"/>
                  </a:cubicBezTo>
                  <a:cubicBezTo>
                    <a:pt x="3375" y="81"/>
                    <a:pt x="3125" y="1"/>
                    <a:pt x="2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9"/>
            <p:cNvSpPr/>
            <p:nvPr/>
          </p:nvSpPr>
          <p:spPr>
            <a:xfrm>
              <a:off x="6282962" y="966429"/>
              <a:ext cx="44531" cy="25396"/>
            </a:xfrm>
            <a:custGeom>
              <a:avLst/>
              <a:gdLst/>
              <a:ahLst/>
              <a:cxnLst/>
              <a:rect l="l" t="t" r="r" b="b"/>
              <a:pathLst>
                <a:path w="377" h="215" extrusionOk="0">
                  <a:moveTo>
                    <a:pt x="149" y="1"/>
                  </a:moveTo>
                  <a:cubicBezTo>
                    <a:pt x="114" y="1"/>
                    <a:pt x="79" y="10"/>
                    <a:pt x="46" y="28"/>
                  </a:cubicBezTo>
                  <a:cubicBezTo>
                    <a:pt x="12" y="50"/>
                    <a:pt x="1" y="95"/>
                    <a:pt x="23" y="129"/>
                  </a:cubicBezTo>
                  <a:cubicBezTo>
                    <a:pt x="40" y="146"/>
                    <a:pt x="62" y="156"/>
                    <a:pt x="86" y="156"/>
                  </a:cubicBezTo>
                  <a:cubicBezTo>
                    <a:pt x="95" y="156"/>
                    <a:pt x="104" y="155"/>
                    <a:pt x="113" y="152"/>
                  </a:cubicBezTo>
                  <a:lnTo>
                    <a:pt x="181" y="152"/>
                  </a:lnTo>
                  <a:lnTo>
                    <a:pt x="203" y="163"/>
                  </a:lnTo>
                  <a:lnTo>
                    <a:pt x="214" y="174"/>
                  </a:lnTo>
                  <a:cubicBezTo>
                    <a:pt x="232" y="203"/>
                    <a:pt x="257" y="214"/>
                    <a:pt x="280" y="214"/>
                  </a:cubicBezTo>
                  <a:cubicBezTo>
                    <a:pt x="331" y="214"/>
                    <a:pt x="376" y="160"/>
                    <a:pt x="338" y="107"/>
                  </a:cubicBezTo>
                  <a:cubicBezTo>
                    <a:pt x="292" y="38"/>
                    <a:pt x="221" y="1"/>
                    <a:pt x="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9"/>
            <p:cNvSpPr/>
            <p:nvPr/>
          </p:nvSpPr>
          <p:spPr>
            <a:xfrm>
              <a:off x="6171456" y="969973"/>
              <a:ext cx="77132" cy="98042"/>
            </a:xfrm>
            <a:custGeom>
              <a:avLst/>
              <a:gdLst/>
              <a:ahLst/>
              <a:cxnLst/>
              <a:rect l="l" t="t" r="r" b="b"/>
              <a:pathLst>
                <a:path w="653" h="830" extrusionOk="0">
                  <a:moveTo>
                    <a:pt x="488" y="1"/>
                  </a:moveTo>
                  <a:cubicBezTo>
                    <a:pt x="370" y="1"/>
                    <a:pt x="241" y="98"/>
                    <a:pt x="180" y="189"/>
                  </a:cubicBezTo>
                  <a:cubicBezTo>
                    <a:pt x="57" y="358"/>
                    <a:pt x="0" y="560"/>
                    <a:pt x="0" y="762"/>
                  </a:cubicBezTo>
                  <a:cubicBezTo>
                    <a:pt x="0" y="796"/>
                    <a:pt x="34" y="830"/>
                    <a:pt x="79" y="830"/>
                  </a:cubicBezTo>
                  <a:cubicBezTo>
                    <a:pt x="113" y="830"/>
                    <a:pt x="146" y="796"/>
                    <a:pt x="146" y="762"/>
                  </a:cubicBezTo>
                  <a:cubicBezTo>
                    <a:pt x="146" y="605"/>
                    <a:pt x="180" y="448"/>
                    <a:pt x="259" y="313"/>
                  </a:cubicBezTo>
                  <a:cubicBezTo>
                    <a:pt x="293" y="257"/>
                    <a:pt x="338" y="212"/>
                    <a:pt x="394" y="178"/>
                  </a:cubicBezTo>
                  <a:cubicBezTo>
                    <a:pt x="428" y="155"/>
                    <a:pt x="450" y="144"/>
                    <a:pt x="484" y="144"/>
                  </a:cubicBezTo>
                  <a:lnTo>
                    <a:pt x="529" y="144"/>
                  </a:lnTo>
                  <a:cubicBezTo>
                    <a:pt x="536" y="166"/>
                    <a:pt x="557" y="178"/>
                    <a:pt x="581" y="178"/>
                  </a:cubicBezTo>
                  <a:cubicBezTo>
                    <a:pt x="593" y="178"/>
                    <a:pt x="607" y="175"/>
                    <a:pt x="619" y="167"/>
                  </a:cubicBezTo>
                  <a:cubicBezTo>
                    <a:pt x="652" y="144"/>
                    <a:pt x="652" y="110"/>
                    <a:pt x="641" y="77"/>
                  </a:cubicBezTo>
                  <a:cubicBezTo>
                    <a:pt x="598" y="22"/>
                    <a:pt x="544" y="1"/>
                    <a:pt x="4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9"/>
            <p:cNvSpPr/>
            <p:nvPr/>
          </p:nvSpPr>
          <p:spPr>
            <a:xfrm>
              <a:off x="6508809" y="1003047"/>
              <a:ext cx="74416" cy="136904"/>
            </a:xfrm>
            <a:custGeom>
              <a:avLst/>
              <a:gdLst/>
              <a:ahLst/>
              <a:cxnLst/>
              <a:rect l="l" t="t" r="r" b="b"/>
              <a:pathLst>
                <a:path w="630" h="1159" extrusionOk="0">
                  <a:moveTo>
                    <a:pt x="100" y="1"/>
                  </a:moveTo>
                  <a:cubicBezTo>
                    <a:pt x="39" y="1"/>
                    <a:pt x="1" y="94"/>
                    <a:pt x="67" y="123"/>
                  </a:cubicBezTo>
                  <a:cubicBezTo>
                    <a:pt x="416" y="291"/>
                    <a:pt x="562" y="707"/>
                    <a:pt x="393" y="1056"/>
                  </a:cubicBezTo>
                  <a:cubicBezTo>
                    <a:pt x="370" y="1110"/>
                    <a:pt x="416" y="1158"/>
                    <a:pt x="461" y="1158"/>
                  </a:cubicBezTo>
                  <a:cubicBezTo>
                    <a:pt x="482" y="1158"/>
                    <a:pt x="503" y="1148"/>
                    <a:pt x="517" y="1123"/>
                  </a:cubicBezTo>
                  <a:cubicBezTo>
                    <a:pt x="618" y="921"/>
                    <a:pt x="629" y="674"/>
                    <a:pt x="551" y="460"/>
                  </a:cubicBezTo>
                  <a:cubicBezTo>
                    <a:pt x="472" y="258"/>
                    <a:pt x="326" y="100"/>
                    <a:pt x="135" y="10"/>
                  </a:cubicBezTo>
                  <a:cubicBezTo>
                    <a:pt x="123" y="4"/>
                    <a:pt x="111" y="1"/>
                    <a:pt x="1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9"/>
            <p:cNvSpPr/>
            <p:nvPr/>
          </p:nvSpPr>
          <p:spPr>
            <a:xfrm>
              <a:off x="5997582" y="1091992"/>
              <a:ext cx="63785" cy="54454"/>
            </a:xfrm>
            <a:custGeom>
              <a:avLst/>
              <a:gdLst/>
              <a:ahLst/>
              <a:cxnLst/>
              <a:rect l="l" t="t" r="r" b="b"/>
              <a:pathLst>
                <a:path w="540" h="461" extrusionOk="0">
                  <a:moveTo>
                    <a:pt x="395" y="1"/>
                  </a:moveTo>
                  <a:cubicBezTo>
                    <a:pt x="183" y="1"/>
                    <a:pt x="1" y="175"/>
                    <a:pt x="11" y="393"/>
                  </a:cubicBezTo>
                  <a:cubicBezTo>
                    <a:pt x="11" y="438"/>
                    <a:pt x="45" y="460"/>
                    <a:pt x="78" y="460"/>
                  </a:cubicBezTo>
                  <a:cubicBezTo>
                    <a:pt x="112" y="460"/>
                    <a:pt x="146" y="438"/>
                    <a:pt x="146" y="393"/>
                  </a:cubicBezTo>
                  <a:cubicBezTo>
                    <a:pt x="146" y="382"/>
                    <a:pt x="146" y="370"/>
                    <a:pt x="146" y="359"/>
                  </a:cubicBezTo>
                  <a:lnTo>
                    <a:pt x="146" y="337"/>
                  </a:lnTo>
                  <a:lnTo>
                    <a:pt x="157" y="303"/>
                  </a:lnTo>
                  <a:cubicBezTo>
                    <a:pt x="157" y="303"/>
                    <a:pt x="157" y="303"/>
                    <a:pt x="157" y="292"/>
                  </a:cubicBezTo>
                  <a:cubicBezTo>
                    <a:pt x="157" y="280"/>
                    <a:pt x="168" y="280"/>
                    <a:pt x="168" y="269"/>
                  </a:cubicBezTo>
                  <a:lnTo>
                    <a:pt x="179" y="258"/>
                  </a:lnTo>
                  <a:lnTo>
                    <a:pt x="179" y="247"/>
                  </a:lnTo>
                  <a:cubicBezTo>
                    <a:pt x="191" y="224"/>
                    <a:pt x="213" y="213"/>
                    <a:pt x="224" y="202"/>
                  </a:cubicBezTo>
                  <a:lnTo>
                    <a:pt x="236" y="190"/>
                  </a:lnTo>
                  <a:lnTo>
                    <a:pt x="269" y="168"/>
                  </a:lnTo>
                  <a:lnTo>
                    <a:pt x="292" y="168"/>
                  </a:lnTo>
                  <a:cubicBezTo>
                    <a:pt x="303" y="168"/>
                    <a:pt x="314" y="157"/>
                    <a:pt x="326" y="157"/>
                  </a:cubicBezTo>
                  <a:lnTo>
                    <a:pt x="427" y="157"/>
                  </a:lnTo>
                  <a:cubicBezTo>
                    <a:pt x="433" y="159"/>
                    <a:pt x="439" y="160"/>
                    <a:pt x="445" y="160"/>
                  </a:cubicBezTo>
                  <a:cubicBezTo>
                    <a:pt x="475" y="160"/>
                    <a:pt x="507" y="139"/>
                    <a:pt x="517" y="112"/>
                  </a:cubicBezTo>
                  <a:cubicBezTo>
                    <a:pt x="539" y="78"/>
                    <a:pt x="517" y="22"/>
                    <a:pt x="483" y="11"/>
                  </a:cubicBezTo>
                  <a:cubicBezTo>
                    <a:pt x="454" y="4"/>
                    <a:pt x="424" y="1"/>
                    <a:pt x="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9"/>
            <p:cNvSpPr/>
            <p:nvPr/>
          </p:nvSpPr>
          <p:spPr>
            <a:xfrm>
              <a:off x="6381238" y="947648"/>
              <a:ext cx="91779" cy="39571"/>
            </a:xfrm>
            <a:custGeom>
              <a:avLst/>
              <a:gdLst/>
              <a:ahLst/>
              <a:cxnLst/>
              <a:rect l="l" t="t" r="r" b="b"/>
              <a:pathLst>
                <a:path w="777" h="335" extrusionOk="0">
                  <a:moveTo>
                    <a:pt x="422" y="0"/>
                  </a:moveTo>
                  <a:cubicBezTo>
                    <a:pt x="267" y="0"/>
                    <a:pt x="111" y="81"/>
                    <a:pt x="23" y="232"/>
                  </a:cubicBezTo>
                  <a:cubicBezTo>
                    <a:pt x="0" y="286"/>
                    <a:pt x="45" y="334"/>
                    <a:pt x="91" y="334"/>
                  </a:cubicBezTo>
                  <a:cubicBezTo>
                    <a:pt x="112" y="334"/>
                    <a:pt x="133" y="324"/>
                    <a:pt x="147" y="299"/>
                  </a:cubicBezTo>
                  <a:cubicBezTo>
                    <a:pt x="203" y="194"/>
                    <a:pt x="310" y="136"/>
                    <a:pt x="418" y="136"/>
                  </a:cubicBezTo>
                  <a:cubicBezTo>
                    <a:pt x="505" y="136"/>
                    <a:pt x="592" y="174"/>
                    <a:pt x="653" y="254"/>
                  </a:cubicBezTo>
                  <a:cubicBezTo>
                    <a:pt x="670" y="266"/>
                    <a:pt x="689" y="271"/>
                    <a:pt x="707" y="271"/>
                  </a:cubicBezTo>
                  <a:cubicBezTo>
                    <a:pt x="726" y="271"/>
                    <a:pt x="743" y="266"/>
                    <a:pt x="754" y="254"/>
                  </a:cubicBezTo>
                  <a:cubicBezTo>
                    <a:pt x="776" y="221"/>
                    <a:pt x="776" y="176"/>
                    <a:pt x="754" y="153"/>
                  </a:cubicBezTo>
                  <a:cubicBezTo>
                    <a:pt x="665" y="50"/>
                    <a:pt x="544" y="0"/>
                    <a:pt x="4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0" name="Google Shape;380;p9"/>
          <p:cNvGrpSpPr/>
          <p:nvPr/>
        </p:nvGrpSpPr>
        <p:grpSpPr>
          <a:xfrm>
            <a:off x="7768950" y="4319142"/>
            <a:ext cx="1662816" cy="752173"/>
            <a:chOff x="5935450" y="921661"/>
            <a:chExt cx="739786" cy="334641"/>
          </a:xfrm>
        </p:grpSpPr>
        <p:sp>
          <p:nvSpPr>
            <p:cNvPr id="381" name="Google Shape;381;p9"/>
            <p:cNvSpPr/>
            <p:nvPr/>
          </p:nvSpPr>
          <p:spPr>
            <a:xfrm>
              <a:off x="5935450" y="921661"/>
              <a:ext cx="739786" cy="334641"/>
            </a:xfrm>
            <a:custGeom>
              <a:avLst/>
              <a:gdLst/>
              <a:ahLst/>
              <a:cxnLst/>
              <a:rect l="l" t="t" r="r" b="b"/>
              <a:pathLst>
                <a:path w="6263" h="2833" extrusionOk="0">
                  <a:moveTo>
                    <a:pt x="2871" y="1"/>
                  </a:moveTo>
                  <a:cubicBezTo>
                    <a:pt x="2673" y="1"/>
                    <a:pt x="2473" y="50"/>
                    <a:pt x="2291" y="148"/>
                  </a:cubicBezTo>
                  <a:cubicBezTo>
                    <a:pt x="1571" y="519"/>
                    <a:pt x="1717" y="1160"/>
                    <a:pt x="1717" y="1160"/>
                  </a:cubicBezTo>
                  <a:cubicBezTo>
                    <a:pt x="1717" y="1160"/>
                    <a:pt x="1364" y="1022"/>
                    <a:pt x="996" y="1022"/>
                  </a:cubicBezTo>
                  <a:cubicBezTo>
                    <a:pt x="675" y="1022"/>
                    <a:pt x="342" y="1127"/>
                    <a:pt x="222" y="1520"/>
                  </a:cubicBezTo>
                  <a:cubicBezTo>
                    <a:pt x="0" y="2243"/>
                    <a:pt x="581" y="2594"/>
                    <a:pt x="1290" y="2594"/>
                  </a:cubicBezTo>
                  <a:cubicBezTo>
                    <a:pt x="1407" y="2594"/>
                    <a:pt x="1528" y="2585"/>
                    <a:pt x="1650" y="2566"/>
                  </a:cubicBezTo>
                  <a:cubicBezTo>
                    <a:pt x="1650" y="2566"/>
                    <a:pt x="2679" y="2833"/>
                    <a:pt x="3721" y="2833"/>
                  </a:cubicBezTo>
                  <a:cubicBezTo>
                    <a:pt x="4603" y="2833"/>
                    <a:pt x="5492" y="2642"/>
                    <a:pt x="5776" y="1936"/>
                  </a:cubicBezTo>
                  <a:cubicBezTo>
                    <a:pt x="6262" y="754"/>
                    <a:pt x="5178" y="50"/>
                    <a:pt x="4281" y="50"/>
                  </a:cubicBezTo>
                  <a:cubicBezTo>
                    <a:pt x="4018" y="50"/>
                    <a:pt x="3770" y="111"/>
                    <a:pt x="3583" y="238"/>
                  </a:cubicBezTo>
                  <a:cubicBezTo>
                    <a:pt x="3375" y="81"/>
                    <a:pt x="3125" y="1"/>
                    <a:pt x="28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9"/>
            <p:cNvSpPr/>
            <p:nvPr/>
          </p:nvSpPr>
          <p:spPr>
            <a:xfrm>
              <a:off x="6282962" y="966429"/>
              <a:ext cx="44531" cy="25396"/>
            </a:xfrm>
            <a:custGeom>
              <a:avLst/>
              <a:gdLst/>
              <a:ahLst/>
              <a:cxnLst/>
              <a:rect l="l" t="t" r="r" b="b"/>
              <a:pathLst>
                <a:path w="377" h="215" extrusionOk="0">
                  <a:moveTo>
                    <a:pt x="149" y="1"/>
                  </a:moveTo>
                  <a:cubicBezTo>
                    <a:pt x="114" y="1"/>
                    <a:pt x="79" y="10"/>
                    <a:pt x="46" y="28"/>
                  </a:cubicBezTo>
                  <a:cubicBezTo>
                    <a:pt x="12" y="50"/>
                    <a:pt x="1" y="95"/>
                    <a:pt x="23" y="129"/>
                  </a:cubicBezTo>
                  <a:cubicBezTo>
                    <a:pt x="40" y="146"/>
                    <a:pt x="62" y="156"/>
                    <a:pt x="86" y="156"/>
                  </a:cubicBezTo>
                  <a:cubicBezTo>
                    <a:pt x="95" y="156"/>
                    <a:pt x="104" y="155"/>
                    <a:pt x="113" y="152"/>
                  </a:cubicBezTo>
                  <a:lnTo>
                    <a:pt x="181" y="152"/>
                  </a:lnTo>
                  <a:lnTo>
                    <a:pt x="203" y="163"/>
                  </a:lnTo>
                  <a:lnTo>
                    <a:pt x="214" y="174"/>
                  </a:lnTo>
                  <a:cubicBezTo>
                    <a:pt x="232" y="203"/>
                    <a:pt x="257" y="214"/>
                    <a:pt x="280" y="214"/>
                  </a:cubicBezTo>
                  <a:cubicBezTo>
                    <a:pt x="331" y="214"/>
                    <a:pt x="376" y="160"/>
                    <a:pt x="338" y="107"/>
                  </a:cubicBezTo>
                  <a:cubicBezTo>
                    <a:pt x="292" y="38"/>
                    <a:pt x="221" y="1"/>
                    <a:pt x="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9"/>
            <p:cNvSpPr/>
            <p:nvPr/>
          </p:nvSpPr>
          <p:spPr>
            <a:xfrm>
              <a:off x="6171456" y="969973"/>
              <a:ext cx="77132" cy="98042"/>
            </a:xfrm>
            <a:custGeom>
              <a:avLst/>
              <a:gdLst/>
              <a:ahLst/>
              <a:cxnLst/>
              <a:rect l="l" t="t" r="r" b="b"/>
              <a:pathLst>
                <a:path w="653" h="830" extrusionOk="0">
                  <a:moveTo>
                    <a:pt x="488" y="1"/>
                  </a:moveTo>
                  <a:cubicBezTo>
                    <a:pt x="370" y="1"/>
                    <a:pt x="241" y="98"/>
                    <a:pt x="180" y="189"/>
                  </a:cubicBezTo>
                  <a:cubicBezTo>
                    <a:pt x="57" y="358"/>
                    <a:pt x="0" y="560"/>
                    <a:pt x="0" y="762"/>
                  </a:cubicBezTo>
                  <a:cubicBezTo>
                    <a:pt x="0" y="796"/>
                    <a:pt x="34" y="830"/>
                    <a:pt x="79" y="830"/>
                  </a:cubicBezTo>
                  <a:cubicBezTo>
                    <a:pt x="113" y="830"/>
                    <a:pt x="146" y="796"/>
                    <a:pt x="146" y="762"/>
                  </a:cubicBezTo>
                  <a:cubicBezTo>
                    <a:pt x="146" y="605"/>
                    <a:pt x="180" y="448"/>
                    <a:pt x="259" y="313"/>
                  </a:cubicBezTo>
                  <a:cubicBezTo>
                    <a:pt x="293" y="257"/>
                    <a:pt x="338" y="212"/>
                    <a:pt x="394" y="178"/>
                  </a:cubicBezTo>
                  <a:cubicBezTo>
                    <a:pt x="428" y="155"/>
                    <a:pt x="450" y="144"/>
                    <a:pt x="484" y="144"/>
                  </a:cubicBezTo>
                  <a:lnTo>
                    <a:pt x="529" y="144"/>
                  </a:lnTo>
                  <a:cubicBezTo>
                    <a:pt x="536" y="166"/>
                    <a:pt x="557" y="178"/>
                    <a:pt x="581" y="178"/>
                  </a:cubicBezTo>
                  <a:cubicBezTo>
                    <a:pt x="593" y="178"/>
                    <a:pt x="607" y="175"/>
                    <a:pt x="619" y="167"/>
                  </a:cubicBezTo>
                  <a:cubicBezTo>
                    <a:pt x="652" y="144"/>
                    <a:pt x="652" y="110"/>
                    <a:pt x="641" y="77"/>
                  </a:cubicBezTo>
                  <a:cubicBezTo>
                    <a:pt x="598" y="22"/>
                    <a:pt x="544" y="1"/>
                    <a:pt x="4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9"/>
            <p:cNvSpPr/>
            <p:nvPr/>
          </p:nvSpPr>
          <p:spPr>
            <a:xfrm>
              <a:off x="6508809" y="1003047"/>
              <a:ext cx="74416" cy="136904"/>
            </a:xfrm>
            <a:custGeom>
              <a:avLst/>
              <a:gdLst/>
              <a:ahLst/>
              <a:cxnLst/>
              <a:rect l="l" t="t" r="r" b="b"/>
              <a:pathLst>
                <a:path w="630" h="1159" extrusionOk="0">
                  <a:moveTo>
                    <a:pt x="100" y="1"/>
                  </a:moveTo>
                  <a:cubicBezTo>
                    <a:pt x="39" y="1"/>
                    <a:pt x="1" y="94"/>
                    <a:pt x="67" y="123"/>
                  </a:cubicBezTo>
                  <a:cubicBezTo>
                    <a:pt x="416" y="291"/>
                    <a:pt x="562" y="707"/>
                    <a:pt x="393" y="1056"/>
                  </a:cubicBezTo>
                  <a:cubicBezTo>
                    <a:pt x="370" y="1110"/>
                    <a:pt x="416" y="1158"/>
                    <a:pt x="461" y="1158"/>
                  </a:cubicBezTo>
                  <a:cubicBezTo>
                    <a:pt x="482" y="1158"/>
                    <a:pt x="503" y="1148"/>
                    <a:pt x="517" y="1123"/>
                  </a:cubicBezTo>
                  <a:cubicBezTo>
                    <a:pt x="618" y="921"/>
                    <a:pt x="629" y="674"/>
                    <a:pt x="551" y="460"/>
                  </a:cubicBezTo>
                  <a:cubicBezTo>
                    <a:pt x="472" y="258"/>
                    <a:pt x="326" y="100"/>
                    <a:pt x="135" y="10"/>
                  </a:cubicBezTo>
                  <a:cubicBezTo>
                    <a:pt x="123" y="4"/>
                    <a:pt x="111" y="1"/>
                    <a:pt x="1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9"/>
            <p:cNvSpPr/>
            <p:nvPr/>
          </p:nvSpPr>
          <p:spPr>
            <a:xfrm>
              <a:off x="5997582" y="1091992"/>
              <a:ext cx="63785" cy="54454"/>
            </a:xfrm>
            <a:custGeom>
              <a:avLst/>
              <a:gdLst/>
              <a:ahLst/>
              <a:cxnLst/>
              <a:rect l="l" t="t" r="r" b="b"/>
              <a:pathLst>
                <a:path w="540" h="461" extrusionOk="0">
                  <a:moveTo>
                    <a:pt x="395" y="1"/>
                  </a:moveTo>
                  <a:cubicBezTo>
                    <a:pt x="183" y="1"/>
                    <a:pt x="1" y="175"/>
                    <a:pt x="11" y="393"/>
                  </a:cubicBezTo>
                  <a:cubicBezTo>
                    <a:pt x="11" y="438"/>
                    <a:pt x="45" y="460"/>
                    <a:pt x="78" y="460"/>
                  </a:cubicBezTo>
                  <a:cubicBezTo>
                    <a:pt x="112" y="460"/>
                    <a:pt x="146" y="438"/>
                    <a:pt x="146" y="393"/>
                  </a:cubicBezTo>
                  <a:cubicBezTo>
                    <a:pt x="146" y="382"/>
                    <a:pt x="146" y="370"/>
                    <a:pt x="146" y="359"/>
                  </a:cubicBezTo>
                  <a:lnTo>
                    <a:pt x="146" y="337"/>
                  </a:lnTo>
                  <a:lnTo>
                    <a:pt x="157" y="303"/>
                  </a:lnTo>
                  <a:cubicBezTo>
                    <a:pt x="157" y="303"/>
                    <a:pt x="157" y="303"/>
                    <a:pt x="157" y="292"/>
                  </a:cubicBezTo>
                  <a:cubicBezTo>
                    <a:pt x="157" y="280"/>
                    <a:pt x="168" y="280"/>
                    <a:pt x="168" y="269"/>
                  </a:cubicBezTo>
                  <a:lnTo>
                    <a:pt x="179" y="258"/>
                  </a:lnTo>
                  <a:lnTo>
                    <a:pt x="179" y="247"/>
                  </a:lnTo>
                  <a:cubicBezTo>
                    <a:pt x="191" y="224"/>
                    <a:pt x="213" y="213"/>
                    <a:pt x="224" y="202"/>
                  </a:cubicBezTo>
                  <a:lnTo>
                    <a:pt x="236" y="190"/>
                  </a:lnTo>
                  <a:lnTo>
                    <a:pt x="269" y="168"/>
                  </a:lnTo>
                  <a:lnTo>
                    <a:pt x="292" y="168"/>
                  </a:lnTo>
                  <a:cubicBezTo>
                    <a:pt x="303" y="168"/>
                    <a:pt x="314" y="157"/>
                    <a:pt x="326" y="157"/>
                  </a:cubicBezTo>
                  <a:lnTo>
                    <a:pt x="427" y="157"/>
                  </a:lnTo>
                  <a:cubicBezTo>
                    <a:pt x="433" y="159"/>
                    <a:pt x="439" y="160"/>
                    <a:pt x="445" y="160"/>
                  </a:cubicBezTo>
                  <a:cubicBezTo>
                    <a:pt x="475" y="160"/>
                    <a:pt x="507" y="139"/>
                    <a:pt x="517" y="112"/>
                  </a:cubicBezTo>
                  <a:cubicBezTo>
                    <a:pt x="539" y="78"/>
                    <a:pt x="517" y="22"/>
                    <a:pt x="483" y="11"/>
                  </a:cubicBezTo>
                  <a:cubicBezTo>
                    <a:pt x="454" y="4"/>
                    <a:pt x="424" y="1"/>
                    <a:pt x="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9"/>
            <p:cNvSpPr/>
            <p:nvPr/>
          </p:nvSpPr>
          <p:spPr>
            <a:xfrm>
              <a:off x="6381238" y="947648"/>
              <a:ext cx="91779" cy="39571"/>
            </a:xfrm>
            <a:custGeom>
              <a:avLst/>
              <a:gdLst/>
              <a:ahLst/>
              <a:cxnLst/>
              <a:rect l="l" t="t" r="r" b="b"/>
              <a:pathLst>
                <a:path w="777" h="335" extrusionOk="0">
                  <a:moveTo>
                    <a:pt x="422" y="0"/>
                  </a:moveTo>
                  <a:cubicBezTo>
                    <a:pt x="267" y="0"/>
                    <a:pt x="111" y="81"/>
                    <a:pt x="23" y="232"/>
                  </a:cubicBezTo>
                  <a:cubicBezTo>
                    <a:pt x="0" y="286"/>
                    <a:pt x="45" y="334"/>
                    <a:pt x="91" y="334"/>
                  </a:cubicBezTo>
                  <a:cubicBezTo>
                    <a:pt x="112" y="334"/>
                    <a:pt x="133" y="324"/>
                    <a:pt x="147" y="299"/>
                  </a:cubicBezTo>
                  <a:cubicBezTo>
                    <a:pt x="203" y="194"/>
                    <a:pt x="310" y="136"/>
                    <a:pt x="418" y="136"/>
                  </a:cubicBezTo>
                  <a:cubicBezTo>
                    <a:pt x="505" y="136"/>
                    <a:pt x="592" y="174"/>
                    <a:pt x="653" y="254"/>
                  </a:cubicBezTo>
                  <a:cubicBezTo>
                    <a:pt x="670" y="266"/>
                    <a:pt x="689" y="271"/>
                    <a:pt x="707" y="271"/>
                  </a:cubicBezTo>
                  <a:cubicBezTo>
                    <a:pt x="726" y="271"/>
                    <a:pt x="743" y="266"/>
                    <a:pt x="754" y="254"/>
                  </a:cubicBezTo>
                  <a:cubicBezTo>
                    <a:pt x="776" y="221"/>
                    <a:pt x="776" y="176"/>
                    <a:pt x="754" y="153"/>
                  </a:cubicBezTo>
                  <a:cubicBezTo>
                    <a:pt x="665" y="50"/>
                    <a:pt x="544" y="0"/>
                    <a:pt x="4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7" name="Google Shape;387;p9"/>
          <p:cNvGrpSpPr/>
          <p:nvPr/>
        </p:nvGrpSpPr>
        <p:grpSpPr>
          <a:xfrm>
            <a:off x="8111493" y="4661695"/>
            <a:ext cx="1662816" cy="752173"/>
            <a:chOff x="5935450" y="921661"/>
            <a:chExt cx="739786" cy="334641"/>
          </a:xfrm>
        </p:grpSpPr>
        <p:sp>
          <p:nvSpPr>
            <p:cNvPr id="388" name="Google Shape;388;p9"/>
            <p:cNvSpPr/>
            <p:nvPr/>
          </p:nvSpPr>
          <p:spPr>
            <a:xfrm>
              <a:off x="5935450" y="921661"/>
              <a:ext cx="739786" cy="334641"/>
            </a:xfrm>
            <a:custGeom>
              <a:avLst/>
              <a:gdLst/>
              <a:ahLst/>
              <a:cxnLst/>
              <a:rect l="l" t="t" r="r" b="b"/>
              <a:pathLst>
                <a:path w="6263" h="2833" extrusionOk="0">
                  <a:moveTo>
                    <a:pt x="2871" y="1"/>
                  </a:moveTo>
                  <a:cubicBezTo>
                    <a:pt x="2673" y="1"/>
                    <a:pt x="2473" y="50"/>
                    <a:pt x="2291" y="148"/>
                  </a:cubicBezTo>
                  <a:cubicBezTo>
                    <a:pt x="1571" y="519"/>
                    <a:pt x="1717" y="1160"/>
                    <a:pt x="1717" y="1160"/>
                  </a:cubicBezTo>
                  <a:cubicBezTo>
                    <a:pt x="1717" y="1160"/>
                    <a:pt x="1364" y="1022"/>
                    <a:pt x="996" y="1022"/>
                  </a:cubicBezTo>
                  <a:cubicBezTo>
                    <a:pt x="675" y="1022"/>
                    <a:pt x="342" y="1127"/>
                    <a:pt x="222" y="1520"/>
                  </a:cubicBezTo>
                  <a:cubicBezTo>
                    <a:pt x="0" y="2243"/>
                    <a:pt x="581" y="2594"/>
                    <a:pt x="1290" y="2594"/>
                  </a:cubicBezTo>
                  <a:cubicBezTo>
                    <a:pt x="1407" y="2594"/>
                    <a:pt x="1528" y="2585"/>
                    <a:pt x="1650" y="2566"/>
                  </a:cubicBezTo>
                  <a:cubicBezTo>
                    <a:pt x="1650" y="2566"/>
                    <a:pt x="2679" y="2833"/>
                    <a:pt x="3721" y="2833"/>
                  </a:cubicBezTo>
                  <a:cubicBezTo>
                    <a:pt x="4603" y="2833"/>
                    <a:pt x="5492" y="2642"/>
                    <a:pt x="5776" y="1936"/>
                  </a:cubicBezTo>
                  <a:cubicBezTo>
                    <a:pt x="6262" y="754"/>
                    <a:pt x="5178" y="50"/>
                    <a:pt x="4281" y="50"/>
                  </a:cubicBezTo>
                  <a:cubicBezTo>
                    <a:pt x="4018" y="50"/>
                    <a:pt x="3770" y="111"/>
                    <a:pt x="3583" y="238"/>
                  </a:cubicBezTo>
                  <a:cubicBezTo>
                    <a:pt x="3375" y="81"/>
                    <a:pt x="3125" y="1"/>
                    <a:pt x="2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9"/>
            <p:cNvSpPr/>
            <p:nvPr/>
          </p:nvSpPr>
          <p:spPr>
            <a:xfrm>
              <a:off x="6282962" y="966429"/>
              <a:ext cx="44531" cy="25396"/>
            </a:xfrm>
            <a:custGeom>
              <a:avLst/>
              <a:gdLst/>
              <a:ahLst/>
              <a:cxnLst/>
              <a:rect l="l" t="t" r="r" b="b"/>
              <a:pathLst>
                <a:path w="377" h="215" extrusionOk="0">
                  <a:moveTo>
                    <a:pt x="149" y="1"/>
                  </a:moveTo>
                  <a:cubicBezTo>
                    <a:pt x="114" y="1"/>
                    <a:pt x="79" y="10"/>
                    <a:pt x="46" y="28"/>
                  </a:cubicBezTo>
                  <a:cubicBezTo>
                    <a:pt x="12" y="50"/>
                    <a:pt x="1" y="95"/>
                    <a:pt x="23" y="129"/>
                  </a:cubicBezTo>
                  <a:cubicBezTo>
                    <a:pt x="40" y="146"/>
                    <a:pt x="62" y="156"/>
                    <a:pt x="86" y="156"/>
                  </a:cubicBezTo>
                  <a:cubicBezTo>
                    <a:pt x="95" y="156"/>
                    <a:pt x="104" y="155"/>
                    <a:pt x="113" y="152"/>
                  </a:cubicBezTo>
                  <a:lnTo>
                    <a:pt x="181" y="152"/>
                  </a:lnTo>
                  <a:lnTo>
                    <a:pt x="203" y="163"/>
                  </a:lnTo>
                  <a:lnTo>
                    <a:pt x="214" y="174"/>
                  </a:lnTo>
                  <a:cubicBezTo>
                    <a:pt x="232" y="203"/>
                    <a:pt x="257" y="214"/>
                    <a:pt x="280" y="214"/>
                  </a:cubicBezTo>
                  <a:cubicBezTo>
                    <a:pt x="331" y="214"/>
                    <a:pt x="376" y="160"/>
                    <a:pt x="338" y="107"/>
                  </a:cubicBezTo>
                  <a:cubicBezTo>
                    <a:pt x="292" y="38"/>
                    <a:pt x="221" y="1"/>
                    <a:pt x="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9"/>
            <p:cNvSpPr/>
            <p:nvPr/>
          </p:nvSpPr>
          <p:spPr>
            <a:xfrm>
              <a:off x="6171456" y="969973"/>
              <a:ext cx="77132" cy="98042"/>
            </a:xfrm>
            <a:custGeom>
              <a:avLst/>
              <a:gdLst/>
              <a:ahLst/>
              <a:cxnLst/>
              <a:rect l="l" t="t" r="r" b="b"/>
              <a:pathLst>
                <a:path w="653" h="830" extrusionOk="0">
                  <a:moveTo>
                    <a:pt x="488" y="1"/>
                  </a:moveTo>
                  <a:cubicBezTo>
                    <a:pt x="370" y="1"/>
                    <a:pt x="241" y="98"/>
                    <a:pt x="180" y="189"/>
                  </a:cubicBezTo>
                  <a:cubicBezTo>
                    <a:pt x="57" y="358"/>
                    <a:pt x="0" y="560"/>
                    <a:pt x="0" y="762"/>
                  </a:cubicBezTo>
                  <a:cubicBezTo>
                    <a:pt x="0" y="796"/>
                    <a:pt x="34" y="830"/>
                    <a:pt x="79" y="830"/>
                  </a:cubicBezTo>
                  <a:cubicBezTo>
                    <a:pt x="113" y="830"/>
                    <a:pt x="146" y="796"/>
                    <a:pt x="146" y="762"/>
                  </a:cubicBezTo>
                  <a:cubicBezTo>
                    <a:pt x="146" y="605"/>
                    <a:pt x="180" y="448"/>
                    <a:pt x="259" y="313"/>
                  </a:cubicBezTo>
                  <a:cubicBezTo>
                    <a:pt x="293" y="257"/>
                    <a:pt x="338" y="212"/>
                    <a:pt x="394" y="178"/>
                  </a:cubicBezTo>
                  <a:cubicBezTo>
                    <a:pt x="428" y="155"/>
                    <a:pt x="450" y="144"/>
                    <a:pt x="484" y="144"/>
                  </a:cubicBezTo>
                  <a:lnTo>
                    <a:pt x="529" y="144"/>
                  </a:lnTo>
                  <a:cubicBezTo>
                    <a:pt x="536" y="166"/>
                    <a:pt x="557" y="178"/>
                    <a:pt x="581" y="178"/>
                  </a:cubicBezTo>
                  <a:cubicBezTo>
                    <a:pt x="593" y="178"/>
                    <a:pt x="607" y="175"/>
                    <a:pt x="619" y="167"/>
                  </a:cubicBezTo>
                  <a:cubicBezTo>
                    <a:pt x="652" y="144"/>
                    <a:pt x="652" y="110"/>
                    <a:pt x="641" y="77"/>
                  </a:cubicBezTo>
                  <a:cubicBezTo>
                    <a:pt x="598" y="22"/>
                    <a:pt x="544" y="1"/>
                    <a:pt x="4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9"/>
            <p:cNvSpPr/>
            <p:nvPr/>
          </p:nvSpPr>
          <p:spPr>
            <a:xfrm>
              <a:off x="6508809" y="1003047"/>
              <a:ext cx="74416" cy="136904"/>
            </a:xfrm>
            <a:custGeom>
              <a:avLst/>
              <a:gdLst/>
              <a:ahLst/>
              <a:cxnLst/>
              <a:rect l="l" t="t" r="r" b="b"/>
              <a:pathLst>
                <a:path w="630" h="1159" extrusionOk="0">
                  <a:moveTo>
                    <a:pt x="100" y="1"/>
                  </a:moveTo>
                  <a:cubicBezTo>
                    <a:pt x="39" y="1"/>
                    <a:pt x="1" y="94"/>
                    <a:pt x="67" y="123"/>
                  </a:cubicBezTo>
                  <a:cubicBezTo>
                    <a:pt x="416" y="291"/>
                    <a:pt x="562" y="707"/>
                    <a:pt x="393" y="1056"/>
                  </a:cubicBezTo>
                  <a:cubicBezTo>
                    <a:pt x="370" y="1110"/>
                    <a:pt x="416" y="1158"/>
                    <a:pt x="461" y="1158"/>
                  </a:cubicBezTo>
                  <a:cubicBezTo>
                    <a:pt x="482" y="1158"/>
                    <a:pt x="503" y="1148"/>
                    <a:pt x="517" y="1123"/>
                  </a:cubicBezTo>
                  <a:cubicBezTo>
                    <a:pt x="618" y="921"/>
                    <a:pt x="629" y="674"/>
                    <a:pt x="551" y="460"/>
                  </a:cubicBezTo>
                  <a:cubicBezTo>
                    <a:pt x="472" y="258"/>
                    <a:pt x="326" y="100"/>
                    <a:pt x="135" y="10"/>
                  </a:cubicBezTo>
                  <a:cubicBezTo>
                    <a:pt x="123" y="4"/>
                    <a:pt x="111" y="1"/>
                    <a:pt x="1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9"/>
            <p:cNvSpPr/>
            <p:nvPr/>
          </p:nvSpPr>
          <p:spPr>
            <a:xfrm>
              <a:off x="5997582" y="1091992"/>
              <a:ext cx="63785" cy="54454"/>
            </a:xfrm>
            <a:custGeom>
              <a:avLst/>
              <a:gdLst/>
              <a:ahLst/>
              <a:cxnLst/>
              <a:rect l="l" t="t" r="r" b="b"/>
              <a:pathLst>
                <a:path w="540" h="461" extrusionOk="0">
                  <a:moveTo>
                    <a:pt x="395" y="1"/>
                  </a:moveTo>
                  <a:cubicBezTo>
                    <a:pt x="183" y="1"/>
                    <a:pt x="1" y="175"/>
                    <a:pt x="11" y="393"/>
                  </a:cubicBezTo>
                  <a:cubicBezTo>
                    <a:pt x="11" y="438"/>
                    <a:pt x="45" y="460"/>
                    <a:pt x="78" y="460"/>
                  </a:cubicBezTo>
                  <a:cubicBezTo>
                    <a:pt x="112" y="460"/>
                    <a:pt x="146" y="438"/>
                    <a:pt x="146" y="393"/>
                  </a:cubicBezTo>
                  <a:cubicBezTo>
                    <a:pt x="146" y="382"/>
                    <a:pt x="146" y="370"/>
                    <a:pt x="146" y="359"/>
                  </a:cubicBezTo>
                  <a:lnTo>
                    <a:pt x="146" y="337"/>
                  </a:lnTo>
                  <a:lnTo>
                    <a:pt x="157" y="303"/>
                  </a:lnTo>
                  <a:cubicBezTo>
                    <a:pt x="157" y="303"/>
                    <a:pt x="157" y="303"/>
                    <a:pt x="157" y="292"/>
                  </a:cubicBezTo>
                  <a:cubicBezTo>
                    <a:pt x="157" y="280"/>
                    <a:pt x="168" y="280"/>
                    <a:pt x="168" y="269"/>
                  </a:cubicBezTo>
                  <a:lnTo>
                    <a:pt x="179" y="258"/>
                  </a:lnTo>
                  <a:lnTo>
                    <a:pt x="179" y="247"/>
                  </a:lnTo>
                  <a:cubicBezTo>
                    <a:pt x="191" y="224"/>
                    <a:pt x="213" y="213"/>
                    <a:pt x="224" y="202"/>
                  </a:cubicBezTo>
                  <a:lnTo>
                    <a:pt x="236" y="190"/>
                  </a:lnTo>
                  <a:lnTo>
                    <a:pt x="269" y="168"/>
                  </a:lnTo>
                  <a:lnTo>
                    <a:pt x="292" y="168"/>
                  </a:lnTo>
                  <a:cubicBezTo>
                    <a:pt x="303" y="168"/>
                    <a:pt x="314" y="157"/>
                    <a:pt x="326" y="157"/>
                  </a:cubicBezTo>
                  <a:lnTo>
                    <a:pt x="427" y="157"/>
                  </a:lnTo>
                  <a:cubicBezTo>
                    <a:pt x="433" y="159"/>
                    <a:pt x="439" y="160"/>
                    <a:pt x="445" y="160"/>
                  </a:cubicBezTo>
                  <a:cubicBezTo>
                    <a:pt x="475" y="160"/>
                    <a:pt x="507" y="139"/>
                    <a:pt x="517" y="112"/>
                  </a:cubicBezTo>
                  <a:cubicBezTo>
                    <a:pt x="539" y="78"/>
                    <a:pt x="517" y="22"/>
                    <a:pt x="483" y="11"/>
                  </a:cubicBezTo>
                  <a:cubicBezTo>
                    <a:pt x="454" y="4"/>
                    <a:pt x="424" y="1"/>
                    <a:pt x="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9"/>
            <p:cNvSpPr/>
            <p:nvPr/>
          </p:nvSpPr>
          <p:spPr>
            <a:xfrm>
              <a:off x="6381238" y="947648"/>
              <a:ext cx="91779" cy="39571"/>
            </a:xfrm>
            <a:custGeom>
              <a:avLst/>
              <a:gdLst/>
              <a:ahLst/>
              <a:cxnLst/>
              <a:rect l="l" t="t" r="r" b="b"/>
              <a:pathLst>
                <a:path w="777" h="335" extrusionOk="0">
                  <a:moveTo>
                    <a:pt x="422" y="0"/>
                  </a:moveTo>
                  <a:cubicBezTo>
                    <a:pt x="267" y="0"/>
                    <a:pt x="111" y="81"/>
                    <a:pt x="23" y="232"/>
                  </a:cubicBezTo>
                  <a:cubicBezTo>
                    <a:pt x="0" y="286"/>
                    <a:pt x="45" y="334"/>
                    <a:pt x="91" y="334"/>
                  </a:cubicBezTo>
                  <a:cubicBezTo>
                    <a:pt x="112" y="334"/>
                    <a:pt x="133" y="324"/>
                    <a:pt x="147" y="299"/>
                  </a:cubicBezTo>
                  <a:cubicBezTo>
                    <a:pt x="203" y="194"/>
                    <a:pt x="310" y="136"/>
                    <a:pt x="418" y="136"/>
                  </a:cubicBezTo>
                  <a:cubicBezTo>
                    <a:pt x="505" y="136"/>
                    <a:pt x="592" y="174"/>
                    <a:pt x="653" y="254"/>
                  </a:cubicBezTo>
                  <a:cubicBezTo>
                    <a:pt x="670" y="266"/>
                    <a:pt x="689" y="271"/>
                    <a:pt x="707" y="271"/>
                  </a:cubicBezTo>
                  <a:cubicBezTo>
                    <a:pt x="726" y="271"/>
                    <a:pt x="743" y="266"/>
                    <a:pt x="754" y="254"/>
                  </a:cubicBezTo>
                  <a:cubicBezTo>
                    <a:pt x="776" y="221"/>
                    <a:pt x="776" y="176"/>
                    <a:pt x="754" y="153"/>
                  </a:cubicBezTo>
                  <a:cubicBezTo>
                    <a:pt x="665" y="50"/>
                    <a:pt x="544" y="0"/>
                    <a:pt x="4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_ONLY_1_2_1_1"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19"/>
          <p:cNvSpPr/>
          <p:nvPr/>
        </p:nvSpPr>
        <p:spPr>
          <a:xfrm rot="10800000" flipH="1">
            <a:off x="-2575" y="-6425"/>
            <a:ext cx="9146700" cy="5149800"/>
          </a:xfrm>
          <a:prstGeom prst="rect">
            <a:avLst/>
          </a:prstGeom>
          <a:gradFill>
            <a:gsLst>
              <a:gs pos="0">
                <a:srgbClr val="FFF7CB">
                  <a:alpha val="52156"/>
                </a:srgbClr>
              </a:gs>
              <a:gs pos="50000">
                <a:srgbClr val="CCEBEF">
                  <a:alpha val="55294"/>
                </a:srgbClr>
              </a:gs>
              <a:gs pos="100000">
                <a:srgbClr val="599FA8">
                  <a:alpha val="70196"/>
                </a:srgbClr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" name="Google Shape;911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912" name="Google Shape;912;p19"/>
          <p:cNvSpPr/>
          <p:nvPr/>
        </p:nvSpPr>
        <p:spPr>
          <a:xfrm flipH="1">
            <a:off x="6172266" y="209657"/>
            <a:ext cx="67575" cy="71217"/>
          </a:xfrm>
          <a:custGeom>
            <a:avLst/>
            <a:gdLst/>
            <a:ahLst/>
            <a:cxnLst/>
            <a:rect l="l" t="t" r="r" b="b"/>
            <a:pathLst>
              <a:path w="631" h="665" extrusionOk="0">
                <a:moveTo>
                  <a:pt x="394" y="1"/>
                </a:moveTo>
                <a:lnTo>
                  <a:pt x="237" y="169"/>
                </a:lnTo>
                <a:lnTo>
                  <a:pt x="1" y="124"/>
                </a:lnTo>
                <a:lnTo>
                  <a:pt x="1" y="124"/>
                </a:lnTo>
                <a:lnTo>
                  <a:pt x="113" y="327"/>
                </a:lnTo>
                <a:lnTo>
                  <a:pt x="1" y="540"/>
                </a:lnTo>
                <a:lnTo>
                  <a:pt x="1" y="540"/>
                </a:lnTo>
                <a:lnTo>
                  <a:pt x="237" y="495"/>
                </a:lnTo>
                <a:lnTo>
                  <a:pt x="394" y="664"/>
                </a:lnTo>
                <a:lnTo>
                  <a:pt x="428" y="439"/>
                </a:lnTo>
                <a:lnTo>
                  <a:pt x="630" y="327"/>
                </a:lnTo>
                <a:lnTo>
                  <a:pt x="428" y="226"/>
                </a:lnTo>
                <a:lnTo>
                  <a:pt x="39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3" name="Google Shape;913;p19"/>
          <p:cNvSpPr/>
          <p:nvPr/>
        </p:nvSpPr>
        <p:spPr>
          <a:xfrm flipH="1">
            <a:off x="4896046" y="4795728"/>
            <a:ext cx="54296" cy="55474"/>
          </a:xfrm>
          <a:custGeom>
            <a:avLst/>
            <a:gdLst/>
            <a:ahLst/>
            <a:cxnLst/>
            <a:rect l="l" t="t" r="r" b="b"/>
            <a:pathLst>
              <a:path w="507" h="518" extrusionOk="0">
                <a:moveTo>
                  <a:pt x="214" y="0"/>
                </a:moveTo>
                <a:lnTo>
                  <a:pt x="169" y="180"/>
                </a:lnTo>
                <a:lnTo>
                  <a:pt x="0" y="237"/>
                </a:lnTo>
                <a:lnTo>
                  <a:pt x="147" y="338"/>
                </a:lnTo>
                <a:lnTo>
                  <a:pt x="147" y="518"/>
                </a:lnTo>
                <a:lnTo>
                  <a:pt x="293" y="405"/>
                </a:lnTo>
                <a:lnTo>
                  <a:pt x="473" y="461"/>
                </a:lnTo>
                <a:lnTo>
                  <a:pt x="473" y="461"/>
                </a:lnTo>
                <a:lnTo>
                  <a:pt x="405" y="293"/>
                </a:lnTo>
                <a:lnTo>
                  <a:pt x="506" y="135"/>
                </a:lnTo>
                <a:lnTo>
                  <a:pt x="506" y="135"/>
                </a:lnTo>
                <a:lnTo>
                  <a:pt x="326" y="147"/>
                </a:lnTo>
                <a:lnTo>
                  <a:pt x="21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19"/>
          <p:cNvSpPr/>
          <p:nvPr/>
        </p:nvSpPr>
        <p:spPr>
          <a:xfrm flipH="1">
            <a:off x="2623734" y="214446"/>
            <a:ext cx="84389" cy="88030"/>
          </a:xfrm>
          <a:custGeom>
            <a:avLst/>
            <a:gdLst/>
            <a:ahLst/>
            <a:cxnLst/>
            <a:rect l="l" t="t" r="r" b="b"/>
            <a:pathLst>
              <a:path w="788" h="822" extrusionOk="0">
                <a:moveTo>
                  <a:pt x="281" y="1"/>
                </a:moveTo>
                <a:lnTo>
                  <a:pt x="247" y="282"/>
                </a:lnTo>
                <a:lnTo>
                  <a:pt x="0" y="428"/>
                </a:lnTo>
                <a:lnTo>
                  <a:pt x="259" y="540"/>
                </a:lnTo>
                <a:lnTo>
                  <a:pt x="304" y="821"/>
                </a:lnTo>
                <a:lnTo>
                  <a:pt x="506" y="608"/>
                </a:lnTo>
                <a:lnTo>
                  <a:pt x="787" y="653"/>
                </a:lnTo>
                <a:lnTo>
                  <a:pt x="641" y="405"/>
                </a:lnTo>
                <a:lnTo>
                  <a:pt x="765" y="147"/>
                </a:lnTo>
                <a:lnTo>
                  <a:pt x="483" y="203"/>
                </a:lnTo>
                <a:lnTo>
                  <a:pt x="2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19"/>
          <p:cNvSpPr/>
          <p:nvPr/>
        </p:nvSpPr>
        <p:spPr>
          <a:xfrm flipH="1">
            <a:off x="188142" y="3795776"/>
            <a:ext cx="132473" cy="134937"/>
          </a:xfrm>
          <a:custGeom>
            <a:avLst/>
            <a:gdLst/>
            <a:ahLst/>
            <a:cxnLst/>
            <a:rect l="l" t="t" r="r" b="b"/>
            <a:pathLst>
              <a:path w="1237" h="1260" extrusionOk="0">
                <a:moveTo>
                  <a:pt x="540" y="0"/>
                </a:moveTo>
                <a:lnTo>
                  <a:pt x="416" y="428"/>
                </a:lnTo>
                <a:lnTo>
                  <a:pt x="0" y="574"/>
                </a:lnTo>
                <a:lnTo>
                  <a:pt x="371" y="810"/>
                </a:lnTo>
                <a:lnTo>
                  <a:pt x="371" y="1260"/>
                </a:lnTo>
                <a:lnTo>
                  <a:pt x="720" y="978"/>
                </a:lnTo>
                <a:lnTo>
                  <a:pt x="1147" y="1113"/>
                </a:lnTo>
                <a:lnTo>
                  <a:pt x="1147" y="1113"/>
                </a:lnTo>
                <a:lnTo>
                  <a:pt x="990" y="697"/>
                </a:lnTo>
                <a:lnTo>
                  <a:pt x="1237" y="338"/>
                </a:lnTo>
                <a:lnTo>
                  <a:pt x="1237" y="338"/>
                </a:lnTo>
                <a:lnTo>
                  <a:pt x="799" y="360"/>
                </a:lnTo>
                <a:lnTo>
                  <a:pt x="54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6" name="Google Shape;916;p19"/>
          <p:cNvSpPr/>
          <p:nvPr/>
        </p:nvSpPr>
        <p:spPr>
          <a:xfrm flipH="1">
            <a:off x="8646952" y="3183794"/>
            <a:ext cx="68646" cy="71109"/>
          </a:xfrm>
          <a:custGeom>
            <a:avLst/>
            <a:gdLst/>
            <a:ahLst/>
            <a:cxnLst/>
            <a:rect l="l" t="t" r="r" b="b"/>
            <a:pathLst>
              <a:path w="641" h="664" extrusionOk="0">
                <a:moveTo>
                  <a:pt x="225" y="1"/>
                </a:moveTo>
                <a:lnTo>
                  <a:pt x="202" y="225"/>
                </a:lnTo>
                <a:lnTo>
                  <a:pt x="0" y="338"/>
                </a:lnTo>
                <a:lnTo>
                  <a:pt x="214" y="439"/>
                </a:lnTo>
                <a:lnTo>
                  <a:pt x="259" y="664"/>
                </a:lnTo>
                <a:lnTo>
                  <a:pt x="416" y="484"/>
                </a:lnTo>
                <a:lnTo>
                  <a:pt x="641" y="518"/>
                </a:lnTo>
                <a:lnTo>
                  <a:pt x="529" y="315"/>
                </a:lnTo>
                <a:lnTo>
                  <a:pt x="630" y="102"/>
                </a:lnTo>
                <a:lnTo>
                  <a:pt x="394" y="158"/>
                </a:lnTo>
                <a:lnTo>
                  <a:pt x="22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7" name="Google Shape;917;p19"/>
          <p:cNvSpPr/>
          <p:nvPr/>
        </p:nvSpPr>
        <p:spPr>
          <a:xfrm flipH="1">
            <a:off x="2127109" y="4851188"/>
            <a:ext cx="39838" cy="39731"/>
          </a:xfrm>
          <a:custGeom>
            <a:avLst/>
            <a:gdLst/>
            <a:ahLst/>
            <a:cxnLst/>
            <a:rect l="l" t="t" r="r" b="b"/>
            <a:pathLst>
              <a:path w="372" h="371" extrusionOk="0">
                <a:moveTo>
                  <a:pt x="158" y="0"/>
                </a:moveTo>
                <a:lnTo>
                  <a:pt x="124" y="124"/>
                </a:lnTo>
                <a:lnTo>
                  <a:pt x="0" y="169"/>
                </a:lnTo>
                <a:lnTo>
                  <a:pt x="101" y="247"/>
                </a:lnTo>
                <a:lnTo>
                  <a:pt x="101" y="371"/>
                </a:lnTo>
                <a:lnTo>
                  <a:pt x="203" y="292"/>
                </a:lnTo>
                <a:lnTo>
                  <a:pt x="338" y="337"/>
                </a:lnTo>
                <a:lnTo>
                  <a:pt x="293" y="214"/>
                </a:lnTo>
                <a:lnTo>
                  <a:pt x="371" y="112"/>
                </a:lnTo>
                <a:lnTo>
                  <a:pt x="236" y="112"/>
                </a:lnTo>
                <a:lnTo>
                  <a:pt x="158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8" name="Google Shape;918;p19"/>
          <p:cNvSpPr/>
          <p:nvPr/>
        </p:nvSpPr>
        <p:spPr>
          <a:xfrm flipH="1">
            <a:off x="320634" y="831391"/>
            <a:ext cx="88030" cy="85567"/>
          </a:xfrm>
          <a:custGeom>
            <a:avLst/>
            <a:gdLst/>
            <a:ahLst/>
            <a:cxnLst/>
            <a:rect l="l" t="t" r="r" b="b"/>
            <a:pathLst>
              <a:path w="822" h="799" extrusionOk="0">
                <a:moveTo>
                  <a:pt x="383" y="1"/>
                </a:moveTo>
                <a:lnTo>
                  <a:pt x="282" y="270"/>
                </a:lnTo>
                <a:lnTo>
                  <a:pt x="1" y="327"/>
                </a:lnTo>
                <a:lnTo>
                  <a:pt x="226" y="518"/>
                </a:lnTo>
                <a:lnTo>
                  <a:pt x="192" y="799"/>
                </a:lnTo>
                <a:lnTo>
                  <a:pt x="439" y="641"/>
                </a:lnTo>
                <a:lnTo>
                  <a:pt x="698" y="754"/>
                </a:lnTo>
                <a:lnTo>
                  <a:pt x="698" y="754"/>
                </a:lnTo>
                <a:lnTo>
                  <a:pt x="631" y="484"/>
                </a:lnTo>
                <a:lnTo>
                  <a:pt x="822" y="259"/>
                </a:lnTo>
                <a:lnTo>
                  <a:pt x="529" y="248"/>
                </a:lnTo>
                <a:lnTo>
                  <a:pt x="38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9" name="Google Shape;919;p19"/>
          <p:cNvGrpSpPr/>
          <p:nvPr/>
        </p:nvGrpSpPr>
        <p:grpSpPr>
          <a:xfrm flipH="1">
            <a:off x="8343817" y="151953"/>
            <a:ext cx="170170" cy="263393"/>
            <a:chOff x="1223537" y="2032528"/>
            <a:chExt cx="170170" cy="263393"/>
          </a:xfrm>
        </p:grpSpPr>
        <p:sp>
          <p:nvSpPr>
            <p:cNvPr id="920" name="Google Shape;920;p19"/>
            <p:cNvSpPr/>
            <p:nvPr/>
          </p:nvSpPr>
          <p:spPr>
            <a:xfrm>
              <a:off x="1223537" y="2032528"/>
              <a:ext cx="170170" cy="263393"/>
            </a:xfrm>
            <a:custGeom>
              <a:avLst/>
              <a:gdLst/>
              <a:ahLst/>
              <a:cxnLst/>
              <a:rect l="l" t="t" r="r" b="b"/>
              <a:pathLst>
                <a:path w="1035" h="1602" extrusionOk="0">
                  <a:moveTo>
                    <a:pt x="619" y="1"/>
                  </a:moveTo>
                  <a:cubicBezTo>
                    <a:pt x="619" y="1"/>
                    <a:pt x="0" y="698"/>
                    <a:pt x="236" y="1271"/>
                  </a:cubicBezTo>
                  <a:cubicBezTo>
                    <a:pt x="336" y="1502"/>
                    <a:pt x="477" y="1602"/>
                    <a:pt x="612" y="1602"/>
                  </a:cubicBezTo>
                  <a:cubicBezTo>
                    <a:pt x="813" y="1602"/>
                    <a:pt x="999" y="1382"/>
                    <a:pt x="1012" y="1046"/>
                  </a:cubicBezTo>
                  <a:cubicBezTo>
                    <a:pt x="1035" y="496"/>
                    <a:pt x="619" y="1"/>
                    <a:pt x="6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19"/>
            <p:cNvSpPr/>
            <p:nvPr/>
          </p:nvSpPr>
          <p:spPr>
            <a:xfrm>
              <a:off x="1278945" y="2117202"/>
              <a:ext cx="37158" cy="115913"/>
            </a:xfrm>
            <a:custGeom>
              <a:avLst/>
              <a:gdLst/>
              <a:ahLst/>
              <a:cxnLst/>
              <a:rect l="l" t="t" r="r" b="b"/>
              <a:pathLst>
                <a:path w="226" h="705" extrusionOk="0">
                  <a:moveTo>
                    <a:pt x="151" y="0"/>
                  </a:moveTo>
                  <a:cubicBezTo>
                    <a:pt x="124" y="0"/>
                    <a:pt x="100" y="20"/>
                    <a:pt x="90" y="48"/>
                  </a:cubicBezTo>
                  <a:cubicBezTo>
                    <a:pt x="12" y="250"/>
                    <a:pt x="0" y="453"/>
                    <a:pt x="45" y="655"/>
                  </a:cubicBezTo>
                  <a:cubicBezTo>
                    <a:pt x="54" y="690"/>
                    <a:pt x="76" y="704"/>
                    <a:pt x="101" y="704"/>
                  </a:cubicBezTo>
                  <a:cubicBezTo>
                    <a:pt x="108" y="704"/>
                    <a:pt x="116" y="703"/>
                    <a:pt x="124" y="700"/>
                  </a:cubicBezTo>
                  <a:cubicBezTo>
                    <a:pt x="158" y="700"/>
                    <a:pt x="180" y="655"/>
                    <a:pt x="169" y="621"/>
                  </a:cubicBezTo>
                  <a:cubicBezTo>
                    <a:pt x="135" y="442"/>
                    <a:pt x="147" y="262"/>
                    <a:pt x="214" y="82"/>
                  </a:cubicBezTo>
                  <a:cubicBezTo>
                    <a:pt x="225" y="48"/>
                    <a:pt x="203" y="14"/>
                    <a:pt x="169" y="3"/>
                  </a:cubicBezTo>
                  <a:cubicBezTo>
                    <a:pt x="163" y="1"/>
                    <a:pt x="157" y="0"/>
                    <a:pt x="1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2" name="Google Shape;922;p19"/>
          <p:cNvGrpSpPr/>
          <p:nvPr/>
        </p:nvGrpSpPr>
        <p:grpSpPr>
          <a:xfrm flipH="1">
            <a:off x="4596424" y="-176828"/>
            <a:ext cx="170170" cy="262078"/>
            <a:chOff x="1240143" y="2855097"/>
            <a:chExt cx="170170" cy="262078"/>
          </a:xfrm>
        </p:grpSpPr>
        <p:sp>
          <p:nvSpPr>
            <p:cNvPr id="923" name="Google Shape;923;p19"/>
            <p:cNvSpPr/>
            <p:nvPr/>
          </p:nvSpPr>
          <p:spPr>
            <a:xfrm>
              <a:off x="1240143" y="2855097"/>
              <a:ext cx="170170" cy="262078"/>
            </a:xfrm>
            <a:custGeom>
              <a:avLst/>
              <a:gdLst/>
              <a:ahLst/>
              <a:cxnLst/>
              <a:rect l="l" t="t" r="r" b="b"/>
              <a:pathLst>
                <a:path w="1035" h="1594" extrusionOk="0">
                  <a:moveTo>
                    <a:pt x="619" y="1"/>
                  </a:moveTo>
                  <a:cubicBezTo>
                    <a:pt x="619" y="1"/>
                    <a:pt x="0" y="698"/>
                    <a:pt x="236" y="1271"/>
                  </a:cubicBezTo>
                  <a:cubicBezTo>
                    <a:pt x="331" y="1496"/>
                    <a:pt x="471" y="1594"/>
                    <a:pt x="606" y="1594"/>
                  </a:cubicBezTo>
                  <a:cubicBezTo>
                    <a:pt x="808" y="1594"/>
                    <a:pt x="999" y="1376"/>
                    <a:pt x="1012" y="1046"/>
                  </a:cubicBezTo>
                  <a:cubicBezTo>
                    <a:pt x="1035" y="495"/>
                    <a:pt x="619" y="1"/>
                    <a:pt x="6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19"/>
            <p:cNvSpPr/>
            <p:nvPr/>
          </p:nvSpPr>
          <p:spPr>
            <a:xfrm>
              <a:off x="1299333" y="2938949"/>
              <a:ext cx="33705" cy="118379"/>
            </a:xfrm>
            <a:custGeom>
              <a:avLst/>
              <a:gdLst/>
              <a:ahLst/>
              <a:cxnLst/>
              <a:rect l="l" t="t" r="r" b="b"/>
              <a:pathLst>
                <a:path w="205" h="720" extrusionOk="0">
                  <a:moveTo>
                    <a:pt x="122" y="0"/>
                  </a:moveTo>
                  <a:cubicBezTo>
                    <a:pt x="94" y="0"/>
                    <a:pt x="66" y="16"/>
                    <a:pt x="56" y="53"/>
                  </a:cubicBezTo>
                  <a:cubicBezTo>
                    <a:pt x="23" y="177"/>
                    <a:pt x="0" y="312"/>
                    <a:pt x="0" y="435"/>
                  </a:cubicBezTo>
                  <a:cubicBezTo>
                    <a:pt x="0" y="536"/>
                    <a:pt x="0" y="694"/>
                    <a:pt x="113" y="716"/>
                  </a:cubicBezTo>
                  <a:cubicBezTo>
                    <a:pt x="119" y="718"/>
                    <a:pt x="125" y="719"/>
                    <a:pt x="131" y="719"/>
                  </a:cubicBezTo>
                  <a:cubicBezTo>
                    <a:pt x="161" y="719"/>
                    <a:pt x="193" y="699"/>
                    <a:pt x="203" y="671"/>
                  </a:cubicBezTo>
                  <a:cubicBezTo>
                    <a:pt x="203" y="626"/>
                    <a:pt x="169" y="593"/>
                    <a:pt x="135" y="593"/>
                  </a:cubicBezTo>
                  <a:lnTo>
                    <a:pt x="135" y="581"/>
                  </a:lnTo>
                  <a:cubicBezTo>
                    <a:pt x="135" y="570"/>
                    <a:pt x="135" y="559"/>
                    <a:pt x="135" y="548"/>
                  </a:cubicBezTo>
                  <a:cubicBezTo>
                    <a:pt x="124" y="503"/>
                    <a:pt x="124" y="446"/>
                    <a:pt x="135" y="390"/>
                  </a:cubicBezTo>
                  <a:cubicBezTo>
                    <a:pt x="135" y="289"/>
                    <a:pt x="158" y="188"/>
                    <a:pt x="191" y="87"/>
                  </a:cubicBezTo>
                  <a:cubicBezTo>
                    <a:pt x="205" y="34"/>
                    <a:pt x="163" y="0"/>
                    <a:pt x="1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5" name="Google Shape;925;p19"/>
          <p:cNvGrpSpPr/>
          <p:nvPr/>
        </p:nvGrpSpPr>
        <p:grpSpPr>
          <a:xfrm>
            <a:off x="6968696" y="-735787"/>
            <a:ext cx="3320595" cy="1723840"/>
            <a:chOff x="4666075" y="3825750"/>
            <a:chExt cx="2868269" cy="1489021"/>
          </a:xfrm>
        </p:grpSpPr>
        <p:sp>
          <p:nvSpPr>
            <p:cNvPr id="926" name="Google Shape;926;p19"/>
            <p:cNvSpPr/>
            <p:nvPr/>
          </p:nvSpPr>
          <p:spPr>
            <a:xfrm>
              <a:off x="4666075" y="3825750"/>
              <a:ext cx="2868269" cy="1489021"/>
            </a:xfrm>
            <a:custGeom>
              <a:avLst/>
              <a:gdLst/>
              <a:ahLst/>
              <a:cxnLst/>
              <a:rect l="l" t="t" r="r" b="b"/>
              <a:pathLst>
                <a:path w="25136" h="13049" extrusionOk="0">
                  <a:moveTo>
                    <a:pt x="8141" y="0"/>
                  </a:moveTo>
                  <a:cubicBezTo>
                    <a:pt x="8010" y="0"/>
                    <a:pt x="7873" y="5"/>
                    <a:pt x="7732" y="15"/>
                  </a:cubicBezTo>
                  <a:cubicBezTo>
                    <a:pt x="3590" y="313"/>
                    <a:pt x="3833" y="4894"/>
                    <a:pt x="3872" y="5400"/>
                  </a:cubicBezTo>
                  <a:lnTo>
                    <a:pt x="3872" y="5400"/>
                  </a:lnTo>
                  <a:cubicBezTo>
                    <a:pt x="3495" y="5215"/>
                    <a:pt x="3136" y="5132"/>
                    <a:pt x="2806" y="5132"/>
                  </a:cubicBezTo>
                  <a:cubicBezTo>
                    <a:pt x="970" y="5132"/>
                    <a:pt x="0" y="7674"/>
                    <a:pt x="1414" y="9189"/>
                  </a:cubicBezTo>
                  <a:cubicBezTo>
                    <a:pt x="2121" y="9937"/>
                    <a:pt x="2853" y="10160"/>
                    <a:pt x="3472" y="10160"/>
                  </a:cubicBezTo>
                  <a:cubicBezTo>
                    <a:pt x="4379" y="10160"/>
                    <a:pt x="5045" y="9684"/>
                    <a:pt x="5045" y="9684"/>
                  </a:cubicBezTo>
                  <a:cubicBezTo>
                    <a:pt x="5045" y="9684"/>
                    <a:pt x="5270" y="11505"/>
                    <a:pt x="7552" y="11730"/>
                  </a:cubicBezTo>
                  <a:cubicBezTo>
                    <a:pt x="7717" y="11747"/>
                    <a:pt x="7872" y="11755"/>
                    <a:pt x="8018" y="11755"/>
                  </a:cubicBezTo>
                  <a:cubicBezTo>
                    <a:pt x="9877" y="11755"/>
                    <a:pt x="10205" y="10460"/>
                    <a:pt x="10206" y="10459"/>
                  </a:cubicBezTo>
                  <a:lnTo>
                    <a:pt x="10206" y="10459"/>
                  </a:lnTo>
                  <a:cubicBezTo>
                    <a:pt x="10206" y="10460"/>
                    <a:pt x="10093" y="11775"/>
                    <a:pt x="11948" y="12393"/>
                  </a:cubicBezTo>
                  <a:cubicBezTo>
                    <a:pt x="12172" y="12467"/>
                    <a:pt x="12378" y="12499"/>
                    <a:pt x="12568" y="12499"/>
                  </a:cubicBezTo>
                  <a:cubicBezTo>
                    <a:pt x="13933" y="12499"/>
                    <a:pt x="14410" y="10808"/>
                    <a:pt x="14410" y="10808"/>
                  </a:cubicBezTo>
                  <a:lnTo>
                    <a:pt x="14410" y="10808"/>
                  </a:lnTo>
                  <a:cubicBezTo>
                    <a:pt x="14410" y="10808"/>
                    <a:pt x="14298" y="12461"/>
                    <a:pt x="16962" y="12966"/>
                  </a:cubicBezTo>
                  <a:cubicBezTo>
                    <a:pt x="17259" y="13023"/>
                    <a:pt x="17527" y="13048"/>
                    <a:pt x="17769" y="13048"/>
                  </a:cubicBezTo>
                  <a:cubicBezTo>
                    <a:pt x="19698" y="13048"/>
                    <a:pt x="20009" y="11460"/>
                    <a:pt x="20009" y="11460"/>
                  </a:cubicBezTo>
                  <a:cubicBezTo>
                    <a:pt x="20502" y="12037"/>
                    <a:pt x="21516" y="12450"/>
                    <a:pt x="22447" y="12450"/>
                  </a:cubicBezTo>
                  <a:cubicBezTo>
                    <a:pt x="23257" y="12450"/>
                    <a:pt x="24005" y="12137"/>
                    <a:pt x="24292" y="11348"/>
                  </a:cubicBezTo>
                  <a:cubicBezTo>
                    <a:pt x="24911" y="9650"/>
                    <a:pt x="23978" y="9414"/>
                    <a:pt x="23978" y="9414"/>
                  </a:cubicBezTo>
                  <a:cubicBezTo>
                    <a:pt x="23978" y="9414"/>
                    <a:pt x="25136" y="8256"/>
                    <a:pt x="24169" y="7098"/>
                  </a:cubicBezTo>
                  <a:cubicBezTo>
                    <a:pt x="23802" y="6658"/>
                    <a:pt x="23439" y="6523"/>
                    <a:pt x="23131" y="6523"/>
                  </a:cubicBezTo>
                  <a:cubicBezTo>
                    <a:pt x="22635" y="6523"/>
                    <a:pt x="22280" y="6873"/>
                    <a:pt x="22280" y="6873"/>
                  </a:cubicBezTo>
                  <a:cubicBezTo>
                    <a:pt x="22280" y="6873"/>
                    <a:pt x="23168" y="2129"/>
                    <a:pt x="19818" y="1589"/>
                  </a:cubicBezTo>
                  <a:cubicBezTo>
                    <a:pt x="19608" y="1555"/>
                    <a:pt x="19404" y="1540"/>
                    <a:pt x="19208" y="1540"/>
                  </a:cubicBezTo>
                  <a:cubicBezTo>
                    <a:pt x="16260" y="1540"/>
                    <a:pt x="14837" y="5097"/>
                    <a:pt x="14837" y="5097"/>
                  </a:cubicBezTo>
                  <a:cubicBezTo>
                    <a:pt x="14837" y="5097"/>
                    <a:pt x="15141" y="3062"/>
                    <a:pt x="13713" y="3062"/>
                  </a:cubicBezTo>
                  <a:cubicBezTo>
                    <a:pt x="12285" y="3062"/>
                    <a:pt x="11712" y="4445"/>
                    <a:pt x="11712" y="4445"/>
                  </a:cubicBezTo>
                  <a:cubicBezTo>
                    <a:pt x="11712" y="4445"/>
                    <a:pt x="12102" y="0"/>
                    <a:pt x="8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19"/>
            <p:cNvSpPr/>
            <p:nvPr/>
          </p:nvSpPr>
          <p:spPr>
            <a:xfrm>
              <a:off x="6083334" y="4706346"/>
              <a:ext cx="168198" cy="121185"/>
            </a:xfrm>
            <a:custGeom>
              <a:avLst/>
              <a:gdLst/>
              <a:ahLst/>
              <a:cxnLst/>
              <a:rect l="l" t="t" r="r" b="b"/>
              <a:pathLst>
                <a:path w="1474" h="1062" extrusionOk="0">
                  <a:moveTo>
                    <a:pt x="182" y="0"/>
                  </a:moveTo>
                  <a:cubicBezTo>
                    <a:pt x="154" y="0"/>
                    <a:pt x="126" y="14"/>
                    <a:pt x="113" y="44"/>
                  </a:cubicBezTo>
                  <a:cubicBezTo>
                    <a:pt x="0" y="393"/>
                    <a:pt x="124" y="775"/>
                    <a:pt x="428" y="977"/>
                  </a:cubicBezTo>
                  <a:cubicBezTo>
                    <a:pt x="534" y="1034"/>
                    <a:pt x="648" y="1062"/>
                    <a:pt x="761" y="1062"/>
                  </a:cubicBezTo>
                  <a:cubicBezTo>
                    <a:pt x="980" y="1062"/>
                    <a:pt x="1193" y="957"/>
                    <a:pt x="1327" y="764"/>
                  </a:cubicBezTo>
                  <a:cubicBezTo>
                    <a:pt x="1428" y="595"/>
                    <a:pt x="1473" y="393"/>
                    <a:pt x="1451" y="202"/>
                  </a:cubicBezTo>
                  <a:cubicBezTo>
                    <a:pt x="1445" y="157"/>
                    <a:pt x="1406" y="134"/>
                    <a:pt x="1370" y="134"/>
                  </a:cubicBezTo>
                  <a:cubicBezTo>
                    <a:pt x="1335" y="134"/>
                    <a:pt x="1304" y="157"/>
                    <a:pt x="1316" y="202"/>
                  </a:cubicBezTo>
                  <a:cubicBezTo>
                    <a:pt x="1348" y="551"/>
                    <a:pt x="1126" y="922"/>
                    <a:pt x="753" y="922"/>
                  </a:cubicBezTo>
                  <a:cubicBezTo>
                    <a:pt x="742" y="922"/>
                    <a:pt x="731" y="922"/>
                    <a:pt x="720" y="921"/>
                  </a:cubicBezTo>
                  <a:cubicBezTo>
                    <a:pt x="326" y="899"/>
                    <a:pt x="146" y="426"/>
                    <a:pt x="248" y="89"/>
                  </a:cubicBezTo>
                  <a:cubicBezTo>
                    <a:pt x="268" y="34"/>
                    <a:pt x="226" y="0"/>
                    <a:pt x="182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19"/>
            <p:cNvSpPr/>
            <p:nvPr/>
          </p:nvSpPr>
          <p:spPr>
            <a:xfrm>
              <a:off x="6134570" y="4589382"/>
              <a:ext cx="34804" cy="48269"/>
            </a:xfrm>
            <a:custGeom>
              <a:avLst/>
              <a:gdLst/>
              <a:ahLst/>
              <a:cxnLst/>
              <a:rect l="l" t="t" r="r" b="b"/>
              <a:pathLst>
                <a:path w="305" h="423" extrusionOk="0">
                  <a:moveTo>
                    <a:pt x="109" y="1"/>
                  </a:moveTo>
                  <a:cubicBezTo>
                    <a:pt x="86" y="1"/>
                    <a:pt x="64" y="13"/>
                    <a:pt x="57" y="35"/>
                  </a:cubicBezTo>
                  <a:cubicBezTo>
                    <a:pt x="23" y="114"/>
                    <a:pt x="1" y="192"/>
                    <a:pt x="12" y="271"/>
                  </a:cubicBezTo>
                  <a:cubicBezTo>
                    <a:pt x="1" y="327"/>
                    <a:pt x="23" y="372"/>
                    <a:pt x="57" y="406"/>
                  </a:cubicBezTo>
                  <a:cubicBezTo>
                    <a:pt x="80" y="417"/>
                    <a:pt x="102" y="423"/>
                    <a:pt x="123" y="423"/>
                  </a:cubicBezTo>
                  <a:cubicBezTo>
                    <a:pt x="144" y="423"/>
                    <a:pt x="164" y="417"/>
                    <a:pt x="181" y="406"/>
                  </a:cubicBezTo>
                  <a:cubicBezTo>
                    <a:pt x="248" y="350"/>
                    <a:pt x="293" y="282"/>
                    <a:pt x="293" y="192"/>
                  </a:cubicBezTo>
                  <a:cubicBezTo>
                    <a:pt x="305" y="102"/>
                    <a:pt x="237" y="24"/>
                    <a:pt x="147" y="12"/>
                  </a:cubicBezTo>
                  <a:cubicBezTo>
                    <a:pt x="135" y="4"/>
                    <a:pt x="122" y="1"/>
                    <a:pt x="109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19"/>
            <p:cNvSpPr/>
            <p:nvPr/>
          </p:nvSpPr>
          <p:spPr>
            <a:xfrm>
              <a:off x="6221865" y="4621561"/>
              <a:ext cx="114" cy="1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3F9C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19"/>
            <p:cNvSpPr/>
            <p:nvPr/>
          </p:nvSpPr>
          <p:spPr>
            <a:xfrm>
              <a:off x="6201325" y="4590409"/>
              <a:ext cx="37314" cy="53061"/>
            </a:xfrm>
            <a:custGeom>
              <a:avLst/>
              <a:gdLst/>
              <a:ahLst/>
              <a:cxnLst/>
              <a:rect l="l" t="t" r="r" b="b"/>
              <a:pathLst>
                <a:path w="327" h="465" extrusionOk="0">
                  <a:moveTo>
                    <a:pt x="140" y="0"/>
                  </a:moveTo>
                  <a:cubicBezTo>
                    <a:pt x="113" y="0"/>
                    <a:pt x="89" y="21"/>
                    <a:pt x="79" y="48"/>
                  </a:cubicBezTo>
                  <a:lnTo>
                    <a:pt x="79" y="71"/>
                  </a:lnTo>
                  <a:lnTo>
                    <a:pt x="68" y="82"/>
                  </a:lnTo>
                  <a:lnTo>
                    <a:pt x="46" y="138"/>
                  </a:lnTo>
                  <a:cubicBezTo>
                    <a:pt x="23" y="183"/>
                    <a:pt x="1" y="228"/>
                    <a:pt x="1" y="273"/>
                  </a:cubicBezTo>
                  <a:cubicBezTo>
                    <a:pt x="1" y="352"/>
                    <a:pt x="57" y="431"/>
                    <a:pt x="136" y="453"/>
                  </a:cubicBezTo>
                  <a:cubicBezTo>
                    <a:pt x="151" y="461"/>
                    <a:pt x="167" y="465"/>
                    <a:pt x="183" y="465"/>
                  </a:cubicBezTo>
                  <a:cubicBezTo>
                    <a:pt x="211" y="465"/>
                    <a:pt x="237" y="452"/>
                    <a:pt x="259" y="431"/>
                  </a:cubicBezTo>
                  <a:cubicBezTo>
                    <a:pt x="293" y="397"/>
                    <a:pt x="315" y="352"/>
                    <a:pt x="315" y="307"/>
                  </a:cubicBezTo>
                  <a:cubicBezTo>
                    <a:pt x="327" y="273"/>
                    <a:pt x="327" y="228"/>
                    <a:pt x="304" y="183"/>
                  </a:cubicBezTo>
                  <a:cubicBezTo>
                    <a:pt x="293" y="138"/>
                    <a:pt x="259" y="105"/>
                    <a:pt x="214" y="93"/>
                  </a:cubicBezTo>
                  <a:cubicBezTo>
                    <a:pt x="225" y="48"/>
                    <a:pt x="203" y="15"/>
                    <a:pt x="158" y="3"/>
                  </a:cubicBezTo>
                  <a:cubicBezTo>
                    <a:pt x="152" y="1"/>
                    <a:pt x="146" y="0"/>
                    <a:pt x="1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19"/>
            <p:cNvSpPr/>
            <p:nvPr/>
          </p:nvSpPr>
          <p:spPr>
            <a:xfrm>
              <a:off x="6219354" y="4626696"/>
              <a:ext cx="0" cy="114"/>
            </a:xfrm>
            <a:custGeom>
              <a:avLst/>
              <a:gdLst/>
              <a:ahLst/>
              <a:cxnLst/>
              <a:rect l="l" t="t" r="r" b="b"/>
              <a:pathLst>
                <a:path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3F9CAC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19"/>
            <p:cNvSpPr/>
            <p:nvPr/>
          </p:nvSpPr>
          <p:spPr>
            <a:xfrm>
              <a:off x="5163485" y="3920381"/>
              <a:ext cx="233811" cy="479376"/>
            </a:xfrm>
            <a:custGeom>
              <a:avLst/>
              <a:gdLst/>
              <a:ahLst/>
              <a:cxnLst/>
              <a:rect l="l" t="t" r="r" b="b"/>
              <a:pathLst>
                <a:path w="2049" h="4201" extrusionOk="0">
                  <a:moveTo>
                    <a:pt x="1928" y="1"/>
                  </a:moveTo>
                  <a:cubicBezTo>
                    <a:pt x="1919" y="1"/>
                    <a:pt x="1910" y="3"/>
                    <a:pt x="1900" y="7"/>
                  </a:cubicBezTo>
                  <a:cubicBezTo>
                    <a:pt x="765" y="546"/>
                    <a:pt x="169" y="1760"/>
                    <a:pt x="34" y="2963"/>
                  </a:cubicBezTo>
                  <a:cubicBezTo>
                    <a:pt x="0" y="3357"/>
                    <a:pt x="0" y="3739"/>
                    <a:pt x="34" y="4133"/>
                  </a:cubicBezTo>
                  <a:cubicBezTo>
                    <a:pt x="34" y="4178"/>
                    <a:pt x="71" y="4200"/>
                    <a:pt x="107" y="4200"/>
                  </a:cubicBezTo>
                  <a:cubicBezTo>
                    <a:pt x="144" y="4200"/>
                    <a:pt x="180" y="4178"/>
                    <a:pt x="180" y="4133"/>
                  </a:cubicBezTo>
                  <a:cubicBezTo>
                    <a:pt x="79" y="2907"/>
                    <a:pt x="293" y="1581"/>
                    <a:pt x="1203" y="670"/>
                  </a:cubicBezTo>
                  <a:cubicBezTo>
                    <a:pt x="1428" y="456"/>
                    <a:pt x="1687" y="265"/>
                    <a:pt x="1979" y="130"/>
                  </a:cubicBezTo>
                  <a:cubicBezTo>
                    <a:pt x="2049" y="101"/>
                    <a:pt x="1996" y="1"/>
                    <a:pt x="1928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9"/>
            <p:cNvSpPr/>
            <p:nvPr/>
          </p:nvSpPr>
          <p:spPr>
            <a:xfrm>
              <a:off x="5816542" y="3983599"/>
              <a:ext cx="106693" cy="149142"/>
            </a:xfrm>
            <a:custGeom>
              <a:avLst/>
              <a:gdLst/>
              <a:ahLst/>
              <a:cxnLst/>
              <a:rect l="l" t="t" r="r" b="b"/>
              <a:pathLst>
                <a:path w="935" h="1307" extrusionOk="0">
                  <a:moveTo>
                    <a:pt x="95" y="0"/>
                  </a:moveTo>
                  <a:cubicBezTo>
                    <a:pt x="36" y="0"/>
                    <a:pt x="1" y="92"/>
                    <a:pt x="56" y="138"/>
                  </a:cubicBezTo>
                  <a:cubicBezTo>
                    <a:pt x="225" y="262"/>
                    <a:pt x="360" y="431"/>
                    <a:pt x="438" y="622"/>
                  </a:cubicBezTo>
                  <a:cubicBezTo>
                    <a:pt x="562" y="835"/>
                    <a:pt x="674" y="1049"/>
                    <a:pt x="787" y="1274"/>
                  </a:cubicBezTo>
                  <a:cubicBezTo>
                    <a:pt x="800" y="1297"/>
                    <a:pt x="820" y="1307"/>
                    <a:pt x="839" y="1307"/>
                  </a:cubicBezTo>
                  <a:cubicBezTo>
                    <a:pt x="886" y="1307"/>
                    <a:pt x="934" y="1254"/>
                    <a:pt x="911" y="1206"/>
                  </a:cubicBezTo>
                  <a:cubicBezTo>
                    <a:pt x="798" y="970"/>
                    <a:pt x="674" y="734"/>
                    <a:pt x="540" y="509"/>
                  </a:cubicBezTo>
                  <a:cubicBezTo>
                    <a:pt x="450" y="318"/>
                    <a:pt x="303" y="150"/>
                    <a:pt x="135" y="15"/>
                  </a:cubicBezTo>
                  <a:cubicBezTo>
                    <a:pt x="121" y="5"/>
                    <a:pt x="107" y="0"/>
                    <a:pt x="95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9"/>
            <p:cNvSpPr/>
            <p:nvPr/>
          </p:nvSpPr>
          <p:spPr>
            <a:xfrm>
              <a:off x="4797873" y="4484889"/>
              <a:ext cx="188624" cy="243168"/>
            </a:xfrm>
            <a:custGeom>
              <a:avLst/>
              <a:gdLst/>
              <a:ahLst/>
              <a:cxnLst/>
              <a:rect l="l" t="t" r="r" b="b"/>
              <a:pathLst>
                <a:path w="1653" h="2131" extrusionOk="0">
                  <a:moveTo>
                    <a:pt x="1464" y="1"/>
                  </a:moveTo>
                  <a:cubicBezTo>
                    <a:pt x="1004" y="1"/>
                    <a:pt x="635" y="358"/>
                    <a:pt x="394" y="726"/>
                  </a:cubicBezTo>
                  <a:cubicBezTo>
                    <a:pt x="146" y="1131"/>
                    <a:pt x="0" y="1625"/>
                    <a:pt x="158" y="2086"/>
                  </a:cubicBezTo>
                  <a:cubicBezTo>
                    <a:pt x="171" y="2117"/>
                    <a:pt x="199" y="2130"/>
                    <a:pt x="227" y="2130"/>
                  </a:cubicBezTo>
                  <a:cubicBezTo>
                    <a:pt x="272" y="2130"/>
                    <a:pt x="318" y="2096"/>
                    <a:pt x="304" y="2041"/>
                  </a:cubicBezTo>
                  <a:cubicBezTo>
                    <a:pt x="158" y="1625"/>
                    <a:pt x="293" y="1187"/>
                    <a:pt x="506" y="827"/>
                  </a:cubicBezTo>
                  <a:cubicBezTo>
                    <a:pt x="716" y="492"/>
                    <a:pt x="1052" y="147"/>
                    <a:pt x="1479" y="147"/>
                  </a:cubicBezTo>
                  <a:cubicBezTo>
                    <a:pt x="1510" y="147"/>
                    <a:pt x="1542" y="149"/>
                    <a:pt x="1574" y="152"/>
                  </a:cubicBezTo>
                  <a:cubicBezTo>
                    <a:pt x="1577" y="153"/>
                    <a:pt x="1580" y="153"/>
                    <a:pt x="1583" y="153"/>
                  </a:cubicBezTo>
                  <a:cubicBezTo>
                    <a:pt x="1653" y="153"/>
                    <a:pt x="1650" y="17"/>
                    <a:pt x="1563" y="6"/>
                  </a:cubicBezTo>
                  <a:cubicBezTo>
                    <a:pt x="1530" y="3"/>
                    <a:pt x="1496" y="1"/>
                    <a:pt x="1464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9"/>
            <p:cNvSpPr/>
            <p:nvPr/>
          </p:nvSpPr>
          <p:spPr>
            <a:xfrm>
              <a:off x="5055194" y="4488199"/>
              <a:ext cx="49410" cy="19285"/>
            </a:xfrm>
            <a:custGeom>
              <a:avLst/>
              <a:gdLst/>
              <a:ahLst/>
              <a:cxnLst/>
              <a:rect l="l" t="t" r="r" b="b"/>
              <a:pathLst>
                <a:path w="433" h="169" extrusionOk="0">
                  <a:moveTo>
                    <a:pt x="190" y="0"/>
                  </a:moveTo>
                  <a:cubicBezTo>
                    <a:pt x="155" y="0"/>
                    <a:pt x="119" y="4"/>
                    <a:pt x="84" y="11"/>
                  </a:cubicBezTo>
                  <a:cubicBezTo>
                    <a:pt x="0" y="32"/>
                    <a:pt x="23" y="160"/>
                    <a:pt x="108" y="160"/>
                  </a:cubicBezTo>
                  <a:cubicBezTo>
                    <a:pt x="115" y="160"/>
                    <a:pt x="122" y="159"/>
                    <a:pt x="129" y="157"/>
                  </a:cubicBezTo>
                  <a:lnTo>
                    <a:pt x="331" y="157"/>
                  </a:lnTo>
                  <a:cubicBezTo>
                    <a:pt x="343" y="165"/>
                    <a:pt x="355" y="169"/>
                    <a:pt x="366" y="169"/>
                  </a:cubicBezTo>
                  <a:cubicBezTo>
                    <a:pt x="387" y="169"/>
                    <a:pt x="407" y="156"/>
                    <a:pt x="421" y="135"/>
                  </a:cubicBezTo>
                  <a:cubicBezTo>
                    <a:pt x="432" y="112"/>
                    <a:pt x="421" y="78"/>
                    <a:pt x="399" y="56"/>
                  </a:cubicBezTo>
                  <a:cubicBezTo>
                    <a:pt x="337" y="18"/>
                    <a:pt x="265" y="0"/>
                    <a:pt x="19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9"/>
            <p:cNvSpPr/>
            <p:nvPr/>
          </p:nvSpPr>
          <p:spPr>
            <a:xfrm>
              <a:off x="4857211" y="4808704"/>
              <a:ext cx="142181" cy="113425"/>
            </a:xfrm>
            <a:custGeom>
              <a:avLst/>
              <a:gdLst/>
              <a:ahLst/>
              <a:cxnLst/>
              <a:rect l="l" t="t" r="r" b="b"/>
              <a:pathLst>
                <a:path w="1246" h="994" extrusionOk="0">
                  <a:moveTo>
                    <a:pt x="97" y="0"/>
                  </a:moveTo>
                  <a:cubicBezTo>
                    <a:pt x="49" y="0"/>
                    <a:pt x="0" y="49"/>
                    <a:pt x="31" y="103"/>
                  </a:cubicBezTo>
                  <a:cubicBezTo>
                    <a:pt x="87" y="238"/>
                    <a:pt x="166" y="361"/>
                    <a:pt x="256" y="485"/>
                  </a:cubicBezTo>
                  <a:cubicBezTo>
                    <a:pt x="346" y="597"/>
                    <a:pt x="447" y="699"/>
                    <a:pt x="582" y="777"/>
                  </a:cubicBezTo>
                  <a:cubicBezTo>
                    <a:pt x="706" y="845"/>
                    <a:pt x="841" y="901"/>
                    <a:pt x="976" y="957"/>
                  </a:cubicBezTo>
                  <a:cubicBezTo>
                    <a:pt x="1015" y="973"/>
                    <a:pt x="1065" y="994"/>
                    <a:pt x="1114" y="994"/>
                  </a:cubicBezTo>
                  <a:cubicBezTo>
                    <a:pt x="1136" y="994"/>
                    <a:pt x="1157" y="990"/>
                    <a:pt x="1178" y="980"/>
                  </a:cubicBezTo>
                  <a:cubicBezTo>
                    <a:pt x="1234" y="946"/>
                    <a:pt x="1245" y="867"/>
                    <a:pt x="1200" y="822"/>
                  </a:cubicBezTo>
                  <a:cubicBezTo>
                    <a:pt x="1183" y="809"/>
                    <a:pt x="1163" y="803"/>
                    <a:pt x="1145" y="803"/>
                  </a:cubicBezTo>
                  <a:cubicBezTo>
                    <a:pt x="1116" y="803"/>
                    <a:pt x="1090" y="818"/>
                    <a:pt x="1077" y="845"/>
                  </a:cubicBezTo>
                  <a:lnTo>
                    <a:pt x="1043" y="834"/>
                  </a:lnTo>
                  <a:lnTo>
                    <a:pt x="964" y="800"/>
                  </a:lnTo>
                  <a:cubicBezTo>
                    <a:pt x="919" y="789"/>
                    <a:pt x="863" y="766"/>
                    <a:pt x="818" y="744"/>
                  </a:cubicBezTo>
                  <a:cubicBezTo>
                    <a:pt x="717" y="699"/>
                    <a:pt x="616" y="642"/>
                    <a:pt x="537" y="575"/>
                  </a:cubicBezTo>
                  <a:cubicBezTo>
                    <a:pt x="368" y="429"/>
                    <a:pt x="234" y="238"/>
                    <a:pt x="155" y="35"/>
                  </a:cubicBezTo>
                  <a:cubicBezTo>
                    <a:pt x="141" y="11"/>
                    <a:pt x="119" y="0"/>
                    <a:pt x="97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9"/>
            <p:cNvSpPr/>
            <p:nvPr/>
          </p:nvSpPr>
          <p:spPr>
            <a:xfrm>
              <a:off x="6037119" y="4222091"/>
              <a:ext cx="174246" cy="148001"/>
            </a:xfrm>
            <a:custGeom>
              <a:avLst/>
              <a:gdLst/>
              <a:ahLst/>
              <a:cxnLst/>
              <a:rect l="l" t="t" r="r" b="b"/>
              <a:pathLst>
                <a:path w="1527" h="1297" extrusionOk="0">
                  <a:moveTo>
                    <a:pt x="1334" y="0"/>
                  </a:moveTo>
                  <a:cubicBezTo>
                    <a:pt x="1223" y="0"/>
                    <a:pt x="1107" y="59"/>
                    <a:pt x="1012" y="106"/>
                  </a:cubicBezTo>
                  <a:cubicBezTo>
                    <a:pt x="855" y="184"/>
                    <a:pt x="720" y="286"/>
                    <a:pt x="585" y="398"/>
                  </a:cubicBezTo>
                  <a:cubicBezTo>
                    <a:pt x="450" y="511"/>
                    <a:pt x="338" y="645"/>
                    <a:pt x="225" y="780"/>
                  </a:cubicBezTo>
                  <a:cubicBezTo>
                    <a:pt x="135" y="904"/>
                    <a:pt x="1" y="1073"/>
                    <a:pt x="68" y="1253"/>
                  </a:cubicBezTo>
                  <a:cubicBezTo>
                    <a:pt x="81" y="1283"/>
                    <a:pt x="109" y="1297"/>
                    <a:pt x="138" y="1297"/>
                  </a:cubicBezTo>
                  <a:cubicBezTo>
                    <a:pt x="183" y="1297"/>
                    <a:pt x="228" y="1263"/>
                    <a:pt x="214" y="1208"/>
                  </a:cubicBezTo>
                  <a:cubicBezTo>
                    <a:pt x="158" y="1073"/>
                    <a:pt x="293" y="926"/>
                    <a:pt x="372" y="837"/>
                  </a:cubicBezTo>
                  <a:cubicBezTo>
                    <a:pt x="462" y="713"/>
                    <a:pt x="563" y="612"/>
                    <a:pt x="675" y="511"/>
                  </a:cubicBezTo>
                  <a:cubicBezTo>
                    <a:pt x="776" y="421"/>
                    <a:pt x="900" y="342"/>
                    <a:pt x="1024" y="263"/>
                  </a:cubicBezTo>
                  <a:cubicBezTo>
                    <a:pt x="1103" y="219"/>
                    <a:pt x="1223" y="141"/>
                    <a:pt x="1331" y="141"/>
                  </a:cubicBezTo>
                  <a:cubicBezTo>
                    <a:pt x="1361" y="141"/>
                    <a:pt x="1390" y="147"/>
                    <a:pt x="1417" y="162"/>
                  </a:cubicBezTo>
                  <a:cubicBezTo>
                    <a:pt x="1421" y="163"/>
                    <a:pt x="1425" y="163"/>
                    <a:pt x="1429" y="163"/>
                  </a:cubicBezTo>
                  <a:cubicBezTo>
                    <a:pt x="1489" y="163"/>
                    <a:pt x="1526" y="81"/>
                    <a:pt x="1473" y="38"/>
                  </a:cubicBezTo>
                  <a:cubicBezTo>
                    <a:pt x="1429" y="11"/>
                    <a:pt x="1382" y="0"/>
                    <a:pt x="133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9"/>
            <p:cNvSpPr/>
            <p:nvPr/>
          </p:nvSpPr>
          <p:spPr>
            <a:xfrm>
              <a:off x="6270590" y="4241490"/>
              <a:ext cx="60478" cy="61619"/>
            </a:xfrm>
            <a:custGeom>
              <a:avLst/>
              <a:gdLst/>
              <a:ahLst/>
              <a:cxnLst/>
              <a:rect l="l" t="t" r="r" b="b"/>
              <a:pathLst>
                <a:path w="530" h="540" extrusionOk="0">
                  <a:moveTo>
                    <a:pt x="83" y="0"/>
                  </a:moveTo>
                  <a:cubicBezTo>
                    <a:pt x="53" y="0"/>
                    <a:pt x="21" y="20"/>
                    <a:pt x="12" y="48"/>
                  </a:cubicBezTo>
                  <a:cubicBezTo>
                    <a:pt x="1" y="82"/>
                    <a:pt x="23" y="127"/>
                    <a:pt x="68" y="138"/>
                  </a:cubicBezTo>
                  <a:lnTo>
                    <a:pt x="79" y="149"/>
                  </a:lnTo>
                  <a:lnTo>
                    <a:pt x="113" y="161"/>
                  </a:lnTo>
                  <a:cubicBezTo>
                    <a:pt x="124" y="172"/>
                    <a:pt x="147" y="183"/>
                    <a:pt x="169" y="194"/>
                  </a:cubicBezTo>
                  <a:lnTo>
                    <a:pt x="181" y="206"/>
                  </a:lnTo>
                  <a:lnTo>
                    <a:pt x="203" y="228"/>
                  </a:lnTo>
                  <a:cubicBezTo>
                    <a:pt x="214" y="239"/>
                    <a:pt x="237" y="262"/>
                    <a:pt x="248" y="273"/>
                  </a:cubicBezTo>
                  <a:lnTo>
                    <a:pt x="271" y="296"/>
                  </a:lnTo>
                  <a:lnTo>
                    <a:pt x="282" y="318"/>
                  </a:lnTo>
                  <a:cubicBezTo>
                    <a:pt x="293" y="329"/>
                    <a:pt x="304" y="352"/>
                    <a:pt x="315" y="374"/>
                  </a:cubicBezTo>
                  <a:cubicBezTo>
                    <a:pt x="327" y="385"/>
                    <a:pt x="327" y="385"/>
                    <a:pt x="338" y="397"/>
                  </a:cubicBezTo>
                  <a:lnTo>
                    <a:pt x="349" y="419"/>
                  </a:lnTo>
                  <a:lnTo>
                    <a:pt x="349" y="430"/>
                  </a:lnTo>
                  <a:lnTo>
                    <a:pt x="349" y="453"/>
                  </a:lnTo>
                  <a:cubicBezTo>
                    <a:pt x="349" y="464"/>
                    <a:pt x="349" y="475"/>
                    <a:pt x="360" y="487"/>
                  </a:cubicBezTo>
                  <a:cubicBezTo>
                    <a:pt x="370" y="523"/>
                    <a:pt x="400" y="540"/>
                    <a:pt x="430" y="540"/>
                  </a:cubicBezTo>
                  <a:cubicBezTo>
                    <a:pt x="474" y="540"/>
                    <a:pt x="520" y="506"/>
                    <a:pt x="507" y="453"/>
                  </a:cubicBezTo>
                  <a:lnTo>
                    <a:pt x="529" y="453"/>
                  </a:lnTo>
                  <a:cubicBezTo>
                    <a:pt x="462" y="251"/>
                    <a:pt x="304" y="82"/>
                    <a:pt x="102" y="3"/>
                  </a:cubicBezTo>
                  <a:cubicBezTo>
                    <a:pt x="96" y="1"/>
                    <a:pt x="90" y="0"/>
                    <a:pt x="83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9"/>
            <p:cNvSpPr/>
            <p:nvPr/>
          </p:nvSpPr>
          <p:spPr>
            <a:xfrm>
              <a:off x="6407751" y="4106839"/>
              <a:ext cx="322817" cy="312205"/>
            </a:xfrm>
            <a:custGeom>
              <a:avLst/>
              <a:gdLst/>
              <a:ahLst/>
              <a:cxnLst/>
              <a:rect l="l" t="t" r="r" b="b"/>
              <a:pathLst>
                <a:path w="2829" h="2736" extrusionOk="0">
                  <a:moveTo>
                    <a:pt x="2729" y="0"/>
                  </a:moveTo>
                  <a:cubicBezTo>
                    <a:pt x="2724" y="0"/>
                    <a:pt x="2717" y="1"/>
                    <a:pt x="2711" y="3"/>
                  </a:cubicBezTo>
                  <a:cubicBezTo>
                    <a:pt x="2430" y="70"/>
                    <a:pt x="2171" y="216"/>
                    <a:pt x="1958" y="408"/>
                  </a:cubicBezTo>
                  <a:cubicBezTo>
                    <a:pt x="1711" y="621"/>
                    <a:pt x="1474" y="846"/>
                    <a:pt x="1250" y="1093"/>
                  </a:cubicBezTo>
                  <a:cubicBezTo>
                    <a:pt x="1013" y="1341"/>
                    <a:pt x="789" y="1599"/>
                    <a:pt x="564" y="1858"/>
                  </a:cubicBezTo>
                  <a:cubicBezTo>
                    <a:pt x="350" y="2083"/>
                    <a:pt x="170" y="2341"/>
                    <a:pt x="24" y="2622"/>
                  </a:cubicBezTo>
                  <a:cubicBezTo>
                    <a:pt x="1" y="2684"/>
                    <a:pt x="53" y="2736"/>
                    <a:pt x="98" y="2736"/>
                  </a:cubicBezTo>
                  <a:cubicBezTo>
                    <a:pt x="118" y="2736"/>
                    <a:pt x="137" y="2725"/>
                    <a:pt x="148" y="2701"/>
                  </a:cubicBezTo>
                  <a:cubicBezTo>
                    <a:pt x="294" y="2420"/>
                    <a:pt x="474" y="2161"/>
                    <a:pt x="687" y="1925"/>
                  </a:cubicBezTo>
                  <a:cubicBezTo>
                    <a:pt x="890" y="1689"/>
                    <a:pt x="1103" y="1442"/>
                    <a:pt x="1328" y="1217"/>
                  </a:cubicBezTo>
                  <a:cubicBezTo>
                    <a:pt x="1542" y="992"/>
                    <a:pt x="1744" y="767"/>
                    <a:pt x="1980" y="565"/>
                  </a:cubicBezTo>
                  <a:cubicBezTo>
                    <a:pt x="2194" y="363"/>
                    <a:pt x="2453" y="216"/>
                    <a:pt x="2745" y="138"/>
                  </a:cubicBezTo>
                  <a:cubicBezTo>
                    <a:pt x="2828" y="127"/>
                    <a:pt x="2805" y="0"/>
                    <a:pt x="2729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9"/>
            <p:cNvSpPr/>
            <p:nvPr/>
          </p:nvSpPr>
          <p:spPr>
            <a:xfrm>
              <a:off x="6844454" y="4067471"/>
              <a:ext cx="189308" cy="35716"/>
            </a:xfrm>
            <a:custGeom>
              <a:avLst/>
              <a:gdLst/>
              <a:ahLst/>
              <a:cxnLst/>
              <a:rect l="l" t="t" r="r" b="b"/>
              <a:pathLst>
                <a:path w="1659" h="313" extrusionOk="0">
                  <a:moveTo>
                    <a:pt x="859" y="1"/>
                  </a:moveTo>
                  <a:cubicBezTo>
                    <a:pt x="601" y="1"/>
                    <a:pt x="338" y="49"/>
                    <a:pt x="87" y="100"/>
                  </a:cubicBezTo>
                  <a:cubicBezTo>
                    <a:pt x="1" y="122"/>
                    <a:pt x="28" y="236"/>
                    <a:pt x="109" y="236"/>
                  </a:cubicBezTo>
                  <a:cubicBezTo>
                    <a:pt x="113" y="236"/>
                    <a:pt x="117" y="236"/>
                    <a:pt x="121" y="235"/>
                  </a:cubicBezTo>
                  <a:cubicBezTo>
                    <a:pt x="359" y="189"/>
                    <a:pt x="609" y="142"/>
                    <a:pt x="854" y="142"/>
                  </a:cubicBezTo>
                  <a:cubicBezTo>
                    <a:pt x="1083" y="142"/>
                    <a:pt x="1308" y="183"/>
                    <a:pt x="1515" y="303"/>
                  </a:cubicBezTo>
                  <a:cubicBezTo>
                    <a:pt x="1528" y="310"/>
                    <a:pt x="1541" y="312"/>
                    <a:pt x="1553" y="312"/>
                  </a:cubicBezTo>
                  <a:cubicBezTo>
                    <a:pt x="1621" y="312"/>
                    <a:pt x="1659" y="217"/>
                    <a:pt x="1582" y="179"/>
                  </a:cubicBezTo>
                  <a:cubicBezTo>
                    <a:pt x="1355" y="46"/>
                    <a:pt x="1109" y="1"/>
                    <a:pt x="859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9"/>
            <p:cNvSpPr/>
            <p:nvPr/>
          </p:nvSpPr>
          <p:spPr>
            <a:xfrm>
              <a:off x="7078154" y="4173138"/>
              <a:ext cx="76454" cy="245793"/>
            </a:xfrm>
            <a:custGeom>
              <a:avLst/>
              <a:gdLst/>
              <a:ahLst/>
              <a:cxnLst/>
              <a:rect l="l" t="t" r="r" b="b"/>
              <a:pathLst>
                <a:path w="670" h="2154" extrusionOk="0">
                  <a:moveTo>
                    <a:pt x="99" y="1"/>
                  </a:moveTo>
                  <a:cubicBezTo>
                    <a:pt x="51" y="1"/>
                    <a:pt x="0" y="49"/>
                    <a:pt x="40" y="96"/>
                  </a:cubicBezTo>
                  <a:cubicBezTo>
                    <a:pt x="231" y="377"/>
                    <a:pt x="366" y="692"/>
                    <a:pt x="434" y="1018"/>
                  </a:cubicBezTo>
                  <a:cubicBezTo>
                    <a:pt x="501" y="1367"/>
                    <a:pt x="524" y="1726"/>
                    <a:pt x="524" y="2086"/>
                  </a:cubicBezTo>
                  <a:cubicBezTo>
                    <a:pt x="524" y="2131"/>
                    <a:pt x="557" y="2154"/>
                    <a:pt x="591" y="2154"/>
                  </a:cubicBezTo>
                  <a:cubicBezTo>
                    <a:pt x="625" y="2154"/>
                    <a:pt x="659" y="2131"/>
                    <a:pt x="659" y="2086"/>
                  </a:cubicBezTo>
                  <a:cubicBezTo>
                    <a:pt x="670" y="1715"/>
                    <a:pt x="636" y="1344"/>
                    <a:pt x="580" y="984"/>
                  </a:cubicBezTo>
                  <a:cubicBezTo>
                    <a:pt x="501" y="636"/>
                    <a:pt x="366" y="310"/>
                    <a:pt x="153" y="29"/>
                  </a:cubicBezTo>
                  <a:cubicBezTo>
                    <a:pt x="139" y="9"/>
                    <a:pt x="120" y="1"/>
                    <a:pt x="99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9"/>
            <p:cNvSpPr/>
            <p:nvPr/>
          </p:nvSpPr>
          <p:spPr>
            <a:xfrm>
              <a:off x="7244756" y="4631408"/>
              <a:ext cx="134193" cy="45986"/>
            </a:xfrm>
            <a:custGeom>
              <a:avLst/>
              <a:gdLst/>
              <a:ahLst/>
              <a:cxnLst/>
              <a:rect l="l" t="t" r="r" b="b"/>
              <a:pathLst>
                <a:path w="1176" h="403" extrusionOk="0">
                  <a:moveTo>
                    <a:pt x="554" y="0"/>
                  </a:moveTo>
                  <a:cubicBezTo>
                    <a:pt x="365" y="0"/>
                    <a:pt x="183" y="78"/>
                    <a:pt x="53" y="218"/>
                  </a:cubicBezTo>
                  <a:cubicBezTo>
                    <a:pt x="0" y="270"/>
                    <a:pt x="50" y="336"/>
                    <a:pt x="107" y="336"/>
                  </a:cubicBezTo>
                  <a:cubicBezTo>
                    <a:pt x="123" y="336"/>
                    <a:pt x="139" y="331"/>
                    <a:pt x="154" y="319"/>
                  </a:cubicBezTo>
                  <a:cubicBezTo>
                    <a:pt x="268" y="200"/>
                    <a:pt x="414" y="143"/>
                    <a:pt x="560" y="143"/>
                  </a:cubicBezTo>
                  <a:cubicBezTo>
                    <a:pt x="732" y="143"/>
                    <a:pt x="904" y="223"/>
                    <a:pt x="1020" y="375"/>
                  </a:cubicBezTo>
                  <a:cubicBezTo>
                    <a:pt x="1036" y="395"/>
                    <a:pt x="1058" y="403"/>
                    <a:pt x="1078" y="403"/>
                  </a:cubicBezTo>
                  <a:cubicBezTo>
                    <a:pt x="1128" y="403"/>
                    <a:pt x="1175" y="355"/>
                    <a:pt x="1143" y="307"/>
                  </a:cubicBezTo>
                  <a:cubicBezTo>
                    <a:pt x="1020" y="128"/>
                    <a:pt x="829" y="26"/>
                    <a:pt x="626" y="4"/>
                  </a:cubicBezTo>
                  <a:cubicBezTo>
                    <a:pt x="602" y="1"/>
                    <a:pt x="578" y="0"/>
                    <a:pt x="55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19"/>
            <p:cNvSpPr/>
            <p:nvPr/>
          </p:nvSpPr>
          <p:spPr>
            <a:xfrm>
              <a:off x="7387965" y="4737955"/>
              <a:ext cx="27044" cy="82616"/>
            </a:xfrm>
            <a:custGeom>
              <a:avLst/>
              <a:gdLst/>
              <a:ahLst/>
              <a:cxnLst/>
              <a:rect l="l" t="t" r="r" b="b"/>
              <a:pathLst>
                <a:path w="237" h="724" extrusionOk="0">
                  <a:moveTo>
                    <a:pt x="87" y="0"/>
                  </a:moveTo>
                  <a:cubicBezTo>
                    <a:pt x="81" y="0"/>
                    <a:pt x="74" y="1"/>
                    <a:pt x="68" y="3"/>
                  </a:cubicBezTo>
                  <a:cubicBezTo>
                    <a:pt x="35" y="15"/>
                    <a:pt x="12" y="48"/>
                    <a:pt x="23" y="93"/>
                  </a:cubicBezTo>
                  <a:cubicBezTo>
                    <a:pt x="91" y="262"/>
                    <a:pt x="91" y="453"/>
                    <a:pt x="23" y="622"/>
                  </a:cubicBezTo>
                  <a:cubicBezTo>
                    <a:pt x="1" y="655"/>
                    <a:pt x="12" y="689"/>
                    <a:pt x="46" y="712"/>
                  </a:cubicBezTo>
                  <a:cubicBezTo>
                    <a:pt x="58" y="720"/>
                    <a:pt x="71" y="723"/>
                    <a:pt x="84" y="723"/>
                  </a:cubicBezTo>
                  <a:cubicBezTo>
                    <a:pt x="107" y="723"/>
                    <a:pt x="129" y="711"/>
                    <a:pt x="136" y="689"/>
                  </a:cubicBezTo>
                  <a:cubicBezTo>
                    <a:pt x="226" y="487"/>
                    <a:pt x="237" y="262"/>
                    <a:pt x="158" y="48"/>
                  </a:cubicBezTo>
                  <a:cubicBezTo>
                    <a:pt x="149" y="21"/>
                    <a:pt x="117" y="0"/>
                    <a:pt x="87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19"/>
            <p:cNvSpPr/>
            <p:nvPr/>
          </p:nvSpPr>
          <p:spPr>
            <a:xfrm>
              <a:off x="7370506" y="4941073"/>
              <a:ext cx="71547" cy="183489"/>
            </a:xfrm>
            <a:custGeom>
              <a:avLst/>
              <a:gdLst/>
              <a:ahLst/>
              <a:cxnLst/>
              <a:rect l="l" t="t" r="r" b="b"/>
              <a:pathLst>
                <a:path w="627" h="1608" extrusionOk="0">
                  <a:moveTo>
                    <a:pt x="212" y="0"/>
                  </a:moveTo>
                  <a:cubicBezTo>
                    <a:pt x="164" y="0"/>
                    <a:pt x="114" y="53"/>
                    <a:pt x="154" y="101"/>
                  </a:cubicBezTo>
                  <a:cubicBezTo>
                    <a:pt x="469" y="517"/>
                    <a:pt x="435" y="1113"/>
                    <a:pt x="53" y="1484"/>
                  </a:cubicBezTo>
                  <a:cubicBezTo>
                    <a:pt x="1" y="1535"/>
                    <a:pt x="49" y="1607"/>
                    <a:pt x="99" y="1607"/>
                  </a:cubicBezTo>
                  <a:cubicBezTo>
                    <a:pt x="114" y="1607"/>
                    <a:pt x="130" y="1600"/>
                    <a:pt x="143" y="1585"/>
                  </a:cubicBezTo>
                  <a:cubicBezTo>
                    <a:pt x="570" y="1169"/>
                    <a:pt x="626" y="506"/>
                    <a:pt x="266" y="33"/>
                  </a:cubicBezTo>
                  <a:cubicBezTo>
                    <a:pt x="253" y="10"/>
                    <a:pt x="233" y="0"/>
                    <a:pt x="212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9"/>
            <p:cNvSpPr/>
            <p:nvPr/>
          </p:nvSpPr>
          <p:spPr>
            <a:xfrm>
              <a:off x="7084087" y="5161307"/>
              <a:ext cx="193074" cy="56941"/>
            </a:xfrm>
            <a:custGeom>
              <a:avLst/>
              <a:gdLst/>
              <a:ahLst/>
              <a:cxnLst/>
              <a:rect l="l" t="t" r="r" b="b"/>
              <a:pathLst>
                <a:path w="1692" h="499" extrusionOk="0">
                  <a:moveTo>
                    <a:pt x="88" y="0"/>
                  </a:moveTo>
                  <a:cubicBezTo>
                    <a:pt x="36" y="0"/>
                    <a:pt x="0" y="92"/>
                    <a:pt x="56" y="138"/>
                  </a:cubicBezTo>
                  <a:cubicBezTo>
                    <a:pt x="280" y="318"/>
                    <a:pt x="550" y="442"/>
                    <a:pt x="831" y="487"/>
                  </a:cubicBezTo>
                  <a:cubicBezTo>
                    <a:pt x="879" y="495"/>
                    <a:pt x="927" y="498"/>
                    <a:pt x="975" y="498"/>
                  </a:cubicBezTo>
                  <a:cubicBezTo>
                    <a:pt x="1062" y="498"/>
                    <a:pt x="1149" y="486"/>
                    <a:pt x="1236" y="464"/>
                  </a:cubicBezTo>
                  <a:cubicBezTo>
                    <a:pt x="1371" y="431"/>
                    <a:pt x="1483" y="329"/>
                    <a:pt x="1618" y="284"/>
                  </a:cubicBezTo>
                  <a:cubicBezTo>
                    <a:pt x="1691" y="264"/>
                    <a:pt x="1668" y="147"/>
                    <a:pt x="1593" y="147"/>
                  </a:cubicBezTo>
                  <a:cubicBezTo>
                    <a:pt x="1587" y="147"/>
                    <a:pt x="1580" y="148"/>
                    <a:pt x="1573" y="149"/>
                  </a:cubicBezTo>
                  <a:cubicBezTo>
                    <a:pt x="1461" y="194"/>
                    <a:pt x="1360" y="273"/>
                    <a:pt x="1247" y="318"/>
                  </a:cubicBezTo>
                  <a:cubicBezTo>
                    <a:pt x="1155" y="343"/>
                    <a:pt x="1049" y="356"/>
                    <a:pt x="950" y="356"/>
                  </a:cubicBezTo>
                  <a:cubicBezTo>
                    <a:pt x="917" y="356"/>
                    <a:pt x="885" y="355"/>
                    <a:pt x="854" y="352"/>
                  </a:cubicBezTo>
                  <a:cubicBezTo>
                    <a:pt x="584" y="296"/>
                    <a:pt x="337" y="183"/>
                    <a:pt x="123" y="15"/>
                  </a:cubicBezTo>
                  <a:cubicBezTo>
                    <a:pt x="111" y="5"/>
                    <a:pt x="99" y="0"/>
                    <a:pt x="88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9"/>
            <p:cNvSpPr/>
            <p:nvPr/>
          </p:nvSpPr>
          <p:spPr>
            <a:xfrm>
              <a:off x="6350125" y="5031905"/>
              <a:ext cx="174588" cy="220461"/>
            </a:xfrm>
            <a:custGeom>
              <a:avLst/>
              <a:gdLst/>
              <a:ahLst/>
              <a:cxnLst/>
              <a:rect l="l" t="t" r="r" b="b"/>
              <a:pathLst>
                <a:path w="1530" h="1932" extrusionOk="0">
                  <a:moveTo>
                    <a:pt x="181" y="0"/>
                  </a:moveTo>
                  <a:cubicBezTo>
                    <a:pt x="151" y="0"/>
                    <a:pt x="122" y="17"/>
                    <a:pt x="113" y="58"/>
                  </a:cubicBezTo>
                  <a:cubicBezTo>
                    <a:pt x="1" y="474"/>
                    <a:pt x="237" y="823"/>
                    <a:pt x="462" y="1149"/>
                  </a:cubicBezTo>
                  <a:cubicBezTo>
                    <a:pt x="563" y="1306"/>
                    <a:pt x="675" y="1441"/>
                    <a:pt x="810" y="1565"/>
                  </a:cubicBezTo>
                  <a:cubicBezTo>
                    <a:pt x="878" y="1632"/>
                    <a:pt x="945" y="1677"/>
                    <a:pt x="1013" y="1722"/>
                  </a:cubicBezTo>
                  <a:cubicBezTo>
                    <a:pt x="1058" y="1756"/>
                    <a:pt x="1102" y="1778"/>
                    <a:pt x="1147" y="1801"/>
                  </a:cubicBezTo>
                  <a:lnTo>
                    <a:pt x="1192" y="1823"/>
                  </a:lnTo>
                  <a:lnTo>
                    <a:pt x="1226" y="1834"/>
                  </a:lnTo>
                  <a:cubicBezTo>
                    <a:pt x="1226" y="1834"/>
                    <a:pt x="1237" y="1846"/>
                    <a:pt x="1249" y="1846"/>
                  </a:cubicBezTo>
                  <a:cubicBezTo>
                    <a:pt x="1232" y="1894"/>
                    <a:pt x="1269" y="1931"/>
                    <a:pt x="1311" y="1931"/>
                  </a:cubicBezTo>
                  <a:cubicBezTo>
                    <a:pt x="1328" y="1931"/>
                    <a:pt x="1345" y="1926"/>
                    <a:pt x="1361" y="1913"/>
                  </a:cubicBezTo>
                  <a:cubicBezTo>
                    <a:pt x="1530" y="1767"/>
                    <a:pt x="1215" y="1677"/>
                    <a:pt x="1136" y="1632"/>
                  </a:cubicBezTo>
                  <a:cubicBezTo>
                    <a:pt x="968" y="1531"/>
                    <a:pt x="821" y="1396"/>
                    <a:pt x="709" y="1238"/>
                  </a:cubicBezTo>
                  <a:cubicBezTo>
                    <a:pt x="585" y="1081"/>
                    <a:pt x="473" y="912"/>
                    <a:pt x="372" y="744"/>
                  </a:cubicBezTo>
                  <a:cubicBezTo>
                    <a:pt x="248" y="553"/>
                    <a:pt x="203" y="317"/>
                    <a:pt x="259" y="92"/>
                  </a:cubicBezTo>
                  <a:cubicBezTo>
                    <a:pt x="273" y="38"/>
                    <a:pt x="226" y="0"/>
                    <a:pt x="181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19"/>
            <p:cNvSpPr/>
            <p:nvPr/>
          </p:nvSpPr>
          <p:spPr>
            <a:xfrm>
              <a:off x="6662561" y="5236050"/>
              <a:ext cx="150283" cy="57055"/>
            </a:xfrm>
            <a:custGeom>
              <a:avLst/>
              <a:gdLst/>
              <a:ahLst/>
              <a:cxnLst/>
              <a:rect l="l" t="t" r="r" b="b"/>
              <a:pathLst>
                <a:path w="1317" h="500" extrusionOk="0">
                  <a:moveTo>
                    <a:pt x="1214" y="1"/>
                  </a:moveTo>
                  <a:cubicBezTo>
                    <a:pt x="1197" y="1"/>
                    <a:pt x="1180" y="7"/>
                    <a:pt x="1164" y="23"/>
                  </a:cubicBezTo>
                  <a:cubicBezTo>
                    <a:pt x="951" y="236"/>
                    <a:pt x="653" y="351"/>
                    <a:pt x="355" y="351"/>
                  </a:cubicBezTo>
                  <a:cubicBezTo>
                    <a:pt x="275" y="351"/>
                    <a:pt x="196" y="343"/>
                    <a:pt x="118" y="326"/>
                  </a:cubicBezTo>
                  <a:cubicBezTo>
                    <a:pt x="111" y="325"/>
                    <a:pt x="105" y="324"/>
                    <a:pt x="99" y="324"/>
                  </a:cubicBezTo>
                  <a:cubicBezTo>
                    <a:pt x="24" y="324"/>
                    <a:pt x="1" y="441"/>
                    <a:pt x="73" y="473"/>
                  </a:cubicBezTo>
                  <a:cubicBezTo>
                    <a:pt x="161" y="491"/>
                    <a:pt x="250" y="500"/>
                    <a:pt x="338" y="500"/>
                  </a:cubicBezTo>
                  <a:cubicBezTo>
                    <a:pt x="679" y="500"/>
                    <a:pt x="1015" y="365"/>
                    <a:pt x="1265" y="124"/>
                  </a:cubicBezTo>
                  <a:cubicBezTo>
                    <a:pt x="1317" y="72"/>
                    <a:pt x="1269" y="1"/>
                    <a:pt x="1214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19"/>
            <p:cNvSpPr/>
            <p:nvPr/>
          </p:nvSpPr>
          <p:spPr>
            <a:xfrm>
              <a:off x="6883823" y="5100030"/>
              <a:ext cx="33434" cy="41194"/>
            </a:xfrm>
            <a:custGeom>
              <a:avLst/>
              <a:gdLst/>
              <a:ahLst/>
              <a:cxnLst/>
              <a:rect l="l" t="t" r="r" b="b"/>
              <a:pathLst>
                <a:path w="293" h="361" extrusionOk="0">
                  <a:moveTo>
                    <a:pt x="210" y="0"/>
                  </a:moveTo>
                  <a:cubicBezTo>
                    <a:pt x="187" y="0"/>
                    <a:pt x="165" y="13"/>
                    <a:pt x="158" y="34"/>
                  </a:cubicBezTo>
                  <a:lnTo>
                    <a:pt x="23" y="259"/>
                  </a:lnTo>
                  <a:cubicBezTo>
                    <a:pt x="1" y="293"/>
                    <a:pt x="12" y="327"/>
                    <a:pt x="46" y="349"/>
                  </a:cubicBezTo>
                  <a:cubicBezTo>
                    <a:pt x="58" y="357"/>
                    <a:pt x="71" y="361"/>
                    <a:pt x="84" y="361"/>
                  </a:cubicBezTo>
                  <a:cubicBezTo>
                    <a:pt x="108" y="361"/>
                    <a:pt x="132" y="348"/>
                    <a:pt x="147" y="327"/>
                  </a:cubicBezTo>
                  <a:lnTo>
                    <a:pt x="270" y="113"/>
                  </a:lnTo>
                  <a:cubicBezTo>
                    <a:pt x="293" y="79"/>
                    <a:pt x="282" y="34"/>
                    <a:pt x="248" y="12"/>
                  </a:cubicBezTo>
                  <a:cubicBezTo>
                    <a:pt x="236" y="4"/>
                    <a:pt x="223" y="0"/>
                    <a:pt x="21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19"/>
            <p:cNvSpPr/>
            <p:nvPr/>
          </p:nvSpPr>
          <p:spPr>
            <a:xfrm>
              <a:off x="5872913" y="4951571"/>
              <a:ext cx="146403" cy="208935"/>
            </a:xfrm>
            <a:custGeom>
              <a:avLst/>
              <a:gdLst/>
              <a:ahLst/>
              <a:cxnLst/>
              <a:rect l="l" t="t" r="r" b="b"/>
              <a:pathLst>
                <a:path w="1283" h="1831" extrusionOk="0">
                  <a:moveTo>
                    <a:pt x="123" y="1"/>
                  </a:moveTo>
                  <a:cubicBezTo>
                    <a:pt x="94" y="1"/>
                    <a:pt x="66" y="17"/>
                    <a:pt x="57" y="54"/>
                  </a:cubicBezTo>
                  <a:cubicBezTo>
                    <a:pt x="1" y="447"/>
                    <a:pt x="113" y="852"/>
                    <a:pt x="372" y="1156"/>
                  </a:cubicBezTo>
                  <a:cubicBezTo>
                    <a:pt x="495" y="1313"/>
                    <a:pt x="619" y="1459"/>
                    <a:pt x="754" y="1594"/>
                  </a:cubicBezTo>
                  <a:cubicBezTo>
                    <a:pt x="855" y="1740"/>
                    <a:pt x="1012" y="1819"/>
                    <a:pt x="1181" y="1830"/>
                  </a:cubicBezTo>
                  <a:cubicBezTo>
                    <a:pt x="1278" y="1830"/>
                    <a:pt x="1282" y="1695"/>
                    <a:pt x="1202" y="1695"/>
                  </a:cubicBezTo>
                  <a:cubicBezTo>
                    <a:pt x="1199" y="1695"/>
                    <a:pt x="1196" y="1695"/>
                    <a:pt x="1192" y="1695"/>
                  </a:cubicBezTo>
                  <a:cubicBezTo>
                    <a:pt x="1035" y="1695"/>
                    <a:pt x="911" y="1571"/>
                    <a:pt x="810" y="1459"/>
                  </a:cubicBezTo>
                  <a:cubicBezTo>
                    <a:pt x="698" y="1335"/>
                    <a:pt x="585" y="1200"/>
                    <a:pt x="484" y="1066"/>
                  </a:cubicBezTo>
                  <a:cubicBezTo>
                    <a:pt x="282" y="785"/>
                    <a:pt x="124" y="436"/>
                    <a:pt x="203" y="87"/>
                  </a:cubicBezTo>
                  <a:cubicBezTo>
                    <a:pt x="210" y="34"/>
                    <a:pt x="165" y="1"/>
                    <a:pt x="123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19"/>
            <p:cNvSpPr/>
            <p:nvPr/>
          </p:nvSpPr>
          <p:spPr>
            <a:xfrm>
              <a:off x="5295625" y="4870438"/>
              <a:ext cx="147658" cy="230959"/>
            </a:xfrm>
            <a:custGeom>
              <a:avLst/>
              <a:gdLst/>
              <a:ahLst/>
              <a:cxnLst/>
              <a:rect l="l" t="t" r="r" b="b"/>
              <a:pathLst>
                <a:path w="1294" h="2024" extrusionOk="0">
                  <a:moveTo>
                    <a:pt x="107" y="0"/>
                  </a:moveTo>
                  <a:cubicBezTo>
                    <a:pt x="71" y="0"/>
                    <a:pt x="34" y="23"/>
                    <a:pt x="34" y="68"/>
                  </a:cubicBezTo>
                  <a:cubicBezTo>
                    <a:pt x="0" y="495"/>
                    <a:pt x="102" y="922"/>
                    <a:pt x="315" y="1293"/>
                  </a:cubicBezTo>
                  <a:cubicBezTo>
                    <a:pt x="495" y="1619"/>
                    <a:pt x="787" y="1855"/>
                    <a:pt x="1147" y="1945"/>
                  </a:cubicBezTo>
                  <a:lnTo>
                    <a:pt x="1147" y="1956"/>
                  </a:lnTo>
                  <a:cubicBezTo>
                    <a:pt x="1147" y="2001"/>
                    <a:pt x="1181" y="2024"/>
                    <a:pt x="1215" y="2024"/>
                  </a:cubicBezTo>
                  <a:cubicBezTo>
                    <a:pt x="1248" y="2024"/>
                    <a:pt x="1282" y="2001"/>
                    <a:pt x="1282" y="1956"/>
                  </a:cubicBezTo>
                  <a:lnTo>
                    <a:pt x="1293" y="1900"/>
                  </a:lnTo>
                  <a:cubicBezTo>
                    <a:pt x="1293" y="1867"/>
                    <a:pt x="1271" y="1833"/>
                    <a:pt x="1237" y="1833"/>
                  </a:cubicBezTo>
                  <a:cubicBezTo>
                    <a:pt x="889" y="1743"/>
                    <a:pt x="596" y="1518"/>
                    <a:pt x="428" y="1203"/>
                  </a:cubicBezTo>
                  <a:cubicBezTo>
                    <a:pt x="237" y="855"/>
                    <a:pt x="147" y="461"/>
                    <a:pt x="180" y="68"/>
                  </a:cubicBezTo>
                  <a:cubicBezTo>
                    <a:pt x="180" y="23"/>
                    <a:pt x="144" y="0"/>
                    <a:pt x="107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19"/>
            <p:cNvSpPr/>
            <p:nvPr/>
          </p:nvSpPr>
          <p:spPr>
            <a:xfrm>
              <a:off x="5549066" y="5058379"/>
              <a:ext cx="172306" cy="59680"/>
            </a:xfrm>
            <a:custGeom>
              <a:avLst/>
              <a:gdLst/>
              <a:ahLst/>
              <a:cxnLst/>
              <a:rect l="l" t="t" r="r" b="b"/>
              <a:pathLst>
                <a:path w="1510" h="523" extrusionOk="0">
                  <a:moveTo>
                    <a:pt x="1398" y="1"/>
                  </a:moveTo>
                  <a:cubicBezTo>
                    <a:pt x="1383" y="1"/>
                    <a:pt x="1368" y="6"/>
                    <a:pt x="1355" y="17"/>
                  </a:cubicBezTo>
                  <a:cubicBezTo>
                    <a:pt x="1068" y="257"/>
                    <a:pt x="713" y="384"/>
                    <a:pt x="353" y="384"/>
                  </a:cubicBezTo>
                  <a:cubicBezTo>
                    <a:pt x="275" y="384"/>
                    <a:pt x="196" y="378"/>
                    <a:pt x="118" y="366"/>
                  </a:cubicBezTo>
                  <a:cubicBezTo>
                    <a:pt x="111" y="364"/>
                    <a:pt x="104" y="363"/>
                    <a:pt x="98" y="363"/>
                  </a:cubicBezTo>
                  <a:cubicBezTo>
                    <a:pt x="23" y="363"/>
                    <a:pt x="0" y="480"/>
                    <a:pt x="73" y="501"/>
                  </a:cubicBezTo>
                  <a:cubicBezTo>
                    <a:pt x="165" y="515"/>
                    <a:pt x="258" y="523"/>
                    <a:pt x="351" y="523"/>
                  </a:cubicBezTo>
                  <a:cubicBezTo>
                    <a:pt x="752" y="523"/>
                    <a:pt x="1145" y="386"/>
                    <a:pt x="1456" y="130"/>
                  </a:cubicBezTo>
                  <a:cubicBezTo>
                    <a:pt x="1509" y="76"/>
                    <a:pt x="1456" y="1"/>
                    <a:pt x="1398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9"/>
            <p:cNvSpPr/>
            <p:nvPr/>
          </p:nvSpPr>
          <p:spPr>
            <a:xfrm>
              <a:off x="5769529" y="4951229"/>
              <a:ext cx="54773" cy="78964"/>
            </a:xfrm>
            <a:custGeom>
              <a:avLst/>
              <a:gdLst/>
              <a:ahLst/>
              <a:cxnLst/>
              <a:rect l="l" t="t" r="r" b="b"/>
              <a:pathLst>
                <a:path w="480" h="692" extrusionOk="0">
                  <a:moveTo>
                    <a:pt x="380" y="0"/>
                  </a:moveTo>
                  <a:cubicBezTo>
                    <a:pt x="356" y="0"/>
                    <a:pt x="336" y="12"/>
                    <a:pt x="322" y="34"/>
                  </a:cubicBezTo>
                  <a:cubicBezTo>
                    <a:pt x="311" y="57"/>
                    <a:pt x="311" y="79"/>
                    <a:pt x="322" y="113"/>
                  </a:cubicBezTo>
                  <a:cubicBezTo>
                    <a:pt x="311" y="135"/>
                    <a:pt x="288" y="158"/>
                    <a:pt x="277" y="180"/>
                  </a:cubicBezTo>
                  <a:lnTo>
                    <a:pt x="198" y="315"/>
                  </a:lnTo>
                  <a:lnTo>
                    <a:pt x="41" y="585"/>
                  </a:lnTo>
                  <a:cubicBezTo>
                    <a:pt x="1" y="641"/>
                    <a:pt x="52" y="692"/>
                    <a:pt x="101" y="692"/>
                  </a:cubicBezTo>
                  <a:cubicBezTo>
                    <a:pt x="121" y="692"/>
                    <a:pt x="140" y="683"/>
                    <a:pt x="153" y="664"/>
                  </a:cubicBezTo>
                  <a:lnTo>
                    <a:pt x="356" y="327"/>
                  </a:lnTo>
                  <a:cubicBezTo>
                    <a:pt x="389" y="282"/>
                    <a:pt x="423" y="225"/>
                    <a:pt x="446" y="180"/>
                  </a:cubicBezTo>
                  <a:cubicBezTo>
                    <a:pt x="479" y="124"/>
                    <a:pt x="468" y="46"/>
                    <a:pt x="423" y="12"/>
                  </a:cubicBezTo>
                  <a:cubicBezTo>
                    <a:pt x="407" y="4"/>
                    <a:pt x="393" y="0"/>
                    <a:pt x="38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3" name="Google Shape;953;p19"/>
          <p:cNvGrpSpPr/>
          <p:nvPr/>
        </p:nvGrpSpPr>
        <p:grpSpPr>
          <a:xfrm rot="-1920537">
            <a:off x="6699221" y="3842936"/>
            <a:ext cx="4520231" cy="3029812"/>
            <a:chOff x="-1358038" y="4900407"/>
            <a:chExt cx="3785678" cy="2537457"/>
          </a:xfrm>
        </p:grpSpPr>
        <p:sp>
          <p:nvSpPr>
            <p:cNvPr id="954" name="Google Shape;954;p19"/>
            <p:cNvSpPr/>
            <p:nvPr/>
          </p:nvSpPr>
          <p:spPr>
            <a:xfrm rot="717654" flipH="1">
              <a:off x="-1203315" y="5240459"/>
              <a:ext cx="3476232" cy="1857351"/>
            </a:xfrm>
            <a:custGeom>
              <a:avLst/>
              <a:gdLst/>
              <a:ahLst/>
              <a:cxnLst/>
              <a:rect l="l" t="t" r="r" b="b"/>
              <a:pathLst>
                <a:path w="28872" h="15426" extrusionOk="0">
                  <a:moveTo>
                    <a:pt x="15583" y="0"/>
                  </a:moveTo>
                  <a:cubicBezTo>
                    <a:pt x="12176" y="0"/>
                    <a:pt x="6881" y="518"/>
                    <a:pt x="3441" y="5532"/>
                  </a:cubicBezTo>
                  <a:cubicBezTo>
                    <a:pt x="0" y="10546"/>
                    <a:pt x="1012" y="14807"/>
                    <a:pt x="1012" y="14807"/>
                  </a:cubicBezTo>
                  <a:lnTo>
                    <a:pt x="2642" y="14481"/>
                  </a:lnTo>
                  <a:cubicBezTo>
                    <a:pt x="2642" y="14481"/>
                    <a:pt x="3677" y="10512"/>
                    <a:pt x="4497" y="8455"/>
                  </a:cubicBezTo>
                  <a:cubicBezTo>
                    <a:pt x="5318" y="6386"/>
                    <a:pt x="9984" y="3733"/>
                    <a:pt x="13233" y="3160"/>
                  </a:cubicBezTo>
                  <a:cubicBezTo>
                    <a:pt x="13671" y="3081"/>
                    <a:pt x="14105" y="3044"/>
                    <a:pt x="14534" y="3044"/>
                  </a:cubicBezTo>
                  <a:cubicBezTo>
                    <a:pt x="17292" y="3044"/>
                    <a:pt x="19860" y="4551"/>
                    <a:pt x="21991" y="6049"/>
                  </a:cubicBezTo>
                  <a:cubicBezTo>
                    <a:pt x="24464" y="7791"/>
                    <a:pt x="25768" y="12997"/>
                    <a:pt x="25768" y="12997"/>
                  </a:cubicBezTo>
                  <a:lnTo>
                    <a:pt x="27545" y="15425"/>
                  </a:lnTo>
                  <a:cubicBezTo>
                    <a:pt x="27545" y="15425"/>
                    <a:pt x="28871" y="12974"/>
                    <a:pt x="26499" y="7308"/>
                  </a:cubicBezTo>
                  <a:cubicBezTo>
                    <a:pt x="24127" y="1642"/>
                    <a:pt x="18989" y="0"/>
                    <a:pt x="155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9"/>
            <p:cNvSpPr/>
            <p:nvPr/>
          </p:nvSpPr>
          <p:spPr>
            <a:xfrm rot="717654" flipH="1">
              <a:off x="-940711" y="5491764"/>
              <a:ext cx="2990171" cy="1437744"/>
            </a:xfrm>
            <a:custGeom>
              <a:avLst/>
              <a:gdLst/>
              <a:ahLst/>
              <a:cxnLst/>
              <a:rect l="l" t="t" r="r" b="b"/>
              <a:pathLst>
                <a:path w="24835" h="11941" extrusionOk="0">
                  <a:moveTo>
                    <a:pt x="12535" y="1"/>
                  </a:moveTo>
                  <a:cubicBezTo>
                    <a:pt x="9983" y="1"/>
                    <a:pt x="7341" y="876"/>
                    <a:pt x="4902" y="2845"/>
                  </a:cubicBezTo>
                  <a:cubicBezTo>
                    <a:pt x="0" y="6802"/>
                    <a:pt x="214" y="11940"/>
                    <a:pt x="214" y="11940"/>
                  </a:cubicBezTo>
                  <a:lnTo>
                    <a:pt x="1922" y="11794"/>
                  </a:lnTo>
                  <a:cubicBezTo>
                    <a:pt x="1922" y="11794"/>
                    <a:pt x="3260" y="8938"/>
                    <a:pt x="3924" y="7623"/>
                  </a:cubicBezTo>
                  <a:cubicBezTo>
                    <a:pt x="4598" y="6308"/>
                    <a:pt x="8432" y="3699"/>
                    <a:pt x="11265" y="3328"/>
                  </a:cubicBezTo>
                  <a:cubicBezTo>
                    <a:pt x="11576" y="3289"/>
                    <a:pt x="11864" y="3270"/>
                    <a:pt x="12137" y="3270"/>
                  </a:cubicBezTo>
                  <a:cubicBezTo>
                    <a:pt x="14338" y="3270"/>
                    <a:pt x="15464" y="4487"/>
                    <a:pt x="18415" y="5678"/>
                  </a:cubicBezTo>
                  <a:cubicBezTo>
                    <a:pt x="21732" y="7016"/>
                    <a:pt x="22732" y="10692"/>
                    <a:pt x="22732" y="10692"/>
                  </a:cubicBezTo>
                  <a:lnTo>
                    <a:pt x="24835" y="11423"/>
                  </a:lnTo>
                  <a:cubicBezTo>
                    <a:pt x="24835" y="11423"/>
                    <a:pt x="23857" y="5554"/>
                    <a:pt x="19686" y="2451"/>
                  </a:cubicBezTo>
                  <a:cubicBezTo>
                    <a:pt x="17596" y="893"/>
                    <a:pt x="15112" y="1"/>
                    <a:pt x="125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9"/>
            <p:cNvSpPr/>
            <p:nvPr/>
          </p:nvSpPr>
          <p:spPr>
            <a:xfrm rot="717654" flipH="1">
              <a:off x="-752465" y="5725484"/>
              <a:ext cx="2554438" cy="1093629"/>
            </a:xfrm>
            <a:custGeom>
              <a:avLst/>
              <a:gdLst/>
              <a:ahLst/>
              <a:cxnLst/>
              <a:rect l="l" t="t" r="r" b="b"/>
              <a:pathLst>
                <a:path w="21216" h="9083" extrusionOk="0">
                  <a:moveTo>
                    <a:pt x="10647" y="0"/>
                  </a:moveTo>
                  <a:cubicBezTo>
                    <a:pt x="9388" y="0"/>
                    <a:pt x="8042" y="264"/>
                    <a:pt x="6634" y="875"/>
                  </a:cubicBezTo>
                  <a:cubicBezTo>
                    <a:pt x="462" y="3551"/>
                    <a:pt x="1" y="8970"/>
                    <a:pt x="1" y="8970"/>
                  </a:cubicBezTo>
                  <a:lnTo>
                    <a:pt x="2193" y="9015"/>
                  </a:lnTo>
                  <a:lnTo>
                    <a:pt x="3374" y="7193"/>
                  </a:lnTo>
                  <a:lnTo>
                    <a:pt x="6330" y="3720"/>
                  </a:lnTo>
                  <a:lnTo>
                    <a:pt x="10681" y="2505"/>
                  </a:lnTo>
                  <a:lnTo>
                    <a:pt x="14279" y="3933"/>
                  </a:lnTo>
                  <a:lnTo>
                    <a:pt x="18349" y="8385"/>
                  </a:lnTo>
                  <a:lnTo>
                    <a:pt x="21216" y="9082"/>
                  </a:lnTo>
                  <a:cubicBezTo>
                    <a:pt x="21216" y="9082"/>
                    <a:pt x="20901" y="8554"/>
                    <a:pt x="19540" y="5766"/>
                  </a:cubicBezTo>
                  <a:cubicBezTo>
                    <a:pt x="18203" y="3030"/>
                    <a:pt x="14921" y="0"/>
                    <a:pt x="1064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19"/>
            <p:cNvSpPr/>
            <p:nvPr/>
          </p:nvSpPr>
          <p:spPr>
            <a:xfrm rot="717654" flipH="1">
              <a:off x="-508714" y="5950303"/>
              <a:ext cx="2044056" cy="875698"/>
            </a:xfrm>
            <a:custGeom>
              <a:avLst/>
              <a:gdLst/>
              <a:ahLst/>
              <a:cxnLst/>
              <a:rect l="l" t="t" r="r" b="b"/>
              <a:pathLst>
                <a:path w="16977" h="7273" extrusionOk="0">
                  <a:moveTo>
                    <a:pt x="8817" y="0"/>
                  </a:moveTo>
                  <a:cubicBezTo>
                    <a:pt x="8470" y="0"/>
                    <a:pt x="8110" y="21"/>
                    <a:pt x="7735" y="66"/>
                  </a:cubicBezTo>
                  <a:cubicBezTo>
                    <a:pt x="551" y="909"/>
                    <a:pt x="0" y="7272"/>
                    <a:pt x="0" y="7272"/>
                  </a:cubicBezTo>
                  <a:lnTo>
                    <a:pt x="2103" y="7126"/>
                  </a:lnTo>
                  <a:lnTo>
                    <a:pt x="4655" y="3562"/>
                  </a:lnTo>
                  <a:lnTo>
                    <a:pt x="10107" y="2191"/>
                  </a:lnTo>
                  <a:lnTo>
                    <a:pt x="14998" y="7149"/>
                  </a:lnTo>
                  <a:lnTo>
                    <a:pt x="16977" y="6969"/>
                  </a:lnTo>
                  <a:cubicBezTo>
                    <a:pt x="16977" y="6969"/>
                    <a:pt x="15118" y="0"/>
                    <a:pt x="88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19"/>
            <p:cNvSpPr/>
            <p:nvPr/>
          </p:nvSpPr>
          <p:spPr>
            <a:xfrm rot="717654" flipH="1">
              <a:off x="-372828" y="6143991"/>
              <a:ext cx="1708257" cy="829463"/>
            </a:xfrm>
            <a:custGeom>
              <a:avLst/>
              <a:gdLst/>
              <a:ahLst/>
              <a:cxnLst/>
              <a:rect l="l" t="t" r="r" b="b"/>
              <a:pathLst>
                <a:path w="14188" h="6889" extrusionOk="0">
                  <a:moveTo>
                    <a:pt x="7429" y="0"/>
                  </a:moveTo>
                  <a:cubicBezTo>
                    <a:pt x="7340" y="0"/>
                    <a:pt x="7251" y="2"/>
                    <a:pt x="7161" y="7"/>
                  </a:cubicBezTo>
                  <a:cubicBezTo>
                    <a:pt x="2484" y="254"/>
                    <a:pt x="708" y="3110"/>
                    <a:pt x="225" y="5493"/>
                  </a:cubicBezTo>
                  <a:cubicBezTo>
                    <a:pt x="0" y="6593"/>
                    <a:pt x="303" y="6888"/>
                    <a:pt x="693" y="6888"/>
                  </a:cubicBezTo>
                  <a:cubicBezTo>
                    <a:pt x="1143" y="6888"/>
                    <a:pt x="1709" y="6494"/>
                    <a:pt x="1709" y="6494"/>
                  </a:cubicBezTo>
                  <a:cubicBezTo>
                    <a:pt x="1742" y="6404"/>
                    <a:pt x="2345" y="1929"/>
                    <a:pt x="6718" y="1929"/>
                  </a:cubicBezTo>
                  <a:cubicBezTo>
                    <a:pt x="6735" y="1929"/>
                    <a:pt x="6751" y="1929"/>
                    <a:pt x="6768" y="1929"/>
                  </a:cubicBezTo>
                  <a:cubicBezTo>
                    <a:pt x="11175" y="1963"/>
                    <a:pt x="12366" y="6336"/>
                    <a:pt x="12366" y="6336"/>
                  </a:cubicBezTo>
                  <a:lnTo>
                    <a:pt x="14188" y="5797"/>
                  </a:lnTo>
                  <a:cubicBezTo>
                    <a:pt x="14188" y="5797"/>
                    <a:pt x="11938" y="0"/>
                    <a:pt x="74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9"/>
            <p:cNvSpPr/>
            <p:nvPr/>
          </p:nvSpPr>
          <p:spPr>
            <a:xfrm rot="717654" flipH="1">
              <a:off x="1893118" y="6587873"/>
              <a:ext cx="136656" cy="462351"/>
            </a:xfrm>
            <a:custGeom>
              <a:avLst/>
              <a:gdLst/>
              <a:ahLst/>
              <a:cxnLst/>
              <a:rect l="l" t="t" r="r" b="b"/>
              <a:pathLst>
                <a:path w="1135" h="3840" extrusionOk="0">
                  <a:moveTo>
                    <a:pt x="1048" y="1"/>
                  </a:moveTo>
                  <a:cubicBezTo>
                    <a:pt x="1020" y="1"/>
                    <a:pt x="992" y="15"/>
                    <a:pt x="979" y="50"/>
                  </a:cubicBezTo>
                  <a:cubicBezTo>
                    <a:pt x="765" y="657"/>
                    <a:pt x="563" y="1276"/>
                    <a:pt x="394" y="1894"/>
                  </a:cubicBezTo>
                  <a:cubicBezTo>
                    <a:pt x="304" y="2209"/>
                    <a:pt x="225" y="2513"/>
                    <a:pt x="147" y="2816"/>
                  </a:cubicBezTo>
                  <a:cubicBezTo>
                    <a:pt x="45" y="3131"/>
                    <a:pt x="0" y="3457"/>
                    <a:pt x="23" y="3772"/>
                  </a:cubicBezTo>
                  <a:cubicBezTo>
                    <a:pt x="29" y="3817"/>
                    <a:pt x="65" y="3839"/>
                    <a:pt x="99" y="3839"/>
                  </a:cubicBezTo>
                  <a:cubicBezTo>
                    <a:pt x="133" y="3839"/>
                    <a:pt x="163" y="3817"/>
                    <a:pt x="158" y="3772"/>
                  </a:cubicBezTo>
                  <a:cubicBezTo>
                    <a:pt x="147" y="3457"/>
                    <a:pt x="192" y="3131"/>
                    <a:pt x="293" y="2827"/>
                  </a:cubicBezTo>
                  <a:cubicBezTo>
                    <a:pt x="371" y="2513"/>
                    <a:pt x="450" y="2209"/>
                    <a:pt x="540" y="1905"/>
                  </a:cubicBezTo>
                  <a:cubicBezTo>
                    <a:pt x="709" y="1287"/>
                    <a:pt x="900" y="680"/>
                    <a:pt x="1113" y="84"/>
                  </a:cubicBezTo>
                  <a:cubicBezTo>
                    <a:pt x="1134" y="36"/>
                    <a:pt x="1092" y="1"/>
                    <a:pt x="10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9"/>
            <p:cNvSpPr/>
            <p:nvPr/>
          </p:nvSpPr>
          <p:spPr>
            <a:xfrm rot="717654" flipH="1">
              <a:off x="1795194" y="6177264"/>
              <a:ext cx="148455" cy="197944"/>
            </a:xfrm>
            <a:custGeom>
              <a:avLst/>
              <a:gdLst/>
              <a:ahLst/>
              <a:cxnLst/>
              <a:rect l="l" t="t" r="r" b="b"/>
              <a:pathLst>
                <a:path w="1233" h="1644" extrusionOk="0">
                  <a:moveTo>
                    <a:pt x="1132" y="1"/>
                  </a:moveTo>
                  <a:cubicBezTo>
                    <a:pt x="1117" y="1"/>
                    <a:pt x="1101" y="7"/>
                    <a:pt x="1088" y="23"/>
                  </a:cubicBezTo>
                  <a:cubicBezTo>
                    <a:pt x="683" y="484"/>
                    <a:pt x="324" y="1001"/>
                    <a:pt x="31" y="1541"/>
                  </a:cubicBezTo>
                  <a:cubicBezTo>
                    <a:pt x="1" y="1594"/>
                    <a:pt x="49" y="1643"/>
                    <a:pt x="97" y="1643"/>
                  </a:cubicBezTo>
                  <a:cubicBezTo>
                    <a:pt x="119" y="1643"/>
                    <a:pt x="141" y="1633"/>
                    <a:pt x="155" y="1608"/>
                  </a:cubicBezTo>
                  <a:cubicBezTo>
                    <a:pt x="447" y="1080"/>
                    <a:pt x="785" y="574"/>
                    <a:pt x="1189" y="124"/>
                  </a:cubicBezTo>
                  <a:cubicBezTo>
                    <a:pt x="1232" y="72"/>
                    <a:pt x="1183" y="1"/>
                    <a:pt x="11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9"/>
            <p:cNvSpPr/>
            <p:nvPr/>
          </p:nvSpPr>
          <p:spPr>
            <a:xfrm rot="717654" flipH="1">
              <a:off x="1674546" y="5936363"/>
              <a:ext cx="106435" cy="92350"/>
            </a:xfrm>
            <a:custGeom>
              <a:avLst/>
              <a:gdLst/>
              <a:ahLst/>
              <a:cxnLst/>
              <a:rect l="l" t="t" r="r" b="b"/>
              <a:pathLst>
                <a:path w="884" h="767" extrusionOk="0">
                  <a:moveTo>
                    <a:pt x="778" y="0"/>
                  </a:moveTo>
                  <a:cubicBezTo>
                    <a:pt x="762" y="0"/>
                    <a:pt x="745" y="5"/>
                    <a:pt x="730" y="18"/>
                  </a:cubicBezTo>
                  <a:lnTo>
                    <a:pt x="44" y="648"/>
                  </a:lnTo>
                  <a:cubicBezTo>
                    <a:pt x="0" y="700"/>
                    <a:pt x="45" y="766"/>
                    <a:pt x="99" y="766"/>
                  </a:cubicBezTo>
                  <a:cubicBezTo>
                    <a:pt x="114" y="766"/>
                    <a:pt x="130" y="761"/>
                    <a:pt x="145" y="749"/>
                  </a:cubicBezTo>
                  <a:lnTo>
                    <a:pt x="831" y="108"/>
                  </a:lnTo>
                  <a:cubicBezTo>
                    <a:pt x="883" y="64"/>
                    <a:pt x="834" y="0"/>
                    <a:pt x="7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19"/>
            <p:cNvSpPr/>
            <p:nvPr/>
          </p:nvSpPr>
          <p:spPr>
            <a:xfrm rot="717654" flipH="1">
              <a:off x="1332051" y="5612036"/>
              <a:ext cx="296549" cy="189034"/>
            </a:xfrm>
            <a:custGeom>
              <a:avLst/>
              <a:gdLst/>
              <a:ahLst/>
              <a:cxnLst/>
              <a:rect l="l" t="t" r="r" b="b"/>
              <a:pathLst>
                <a:path w="2463" h="1570" extrusionOk="0">
                  <a:moveTo>
                    <a:pt x="2362" y="0"/>
                  </a:moveTo>
                  <a:cubicBezTo>
                    <a:pt x="2351" y="0"/>
                    <a:pt x="2340" y="3"/>
                    <a:pt x="2328" y="10"/>
                  </a:cubicBezTo>
                  <a:cubicBezTo>
                    <a:pt x="1889" y="224"/>
                    <a:pt x="1474" y="460"/>
                    <a:pt x="1058" y="696"/>
                  </a:cubicBezTo>
                  <a:cubicBezTo>
                    <a:pt x="855" y="819"/>
                    <a:pt x="653" y="943"/>
                    <a:pt x="450" y="1067"/>
                  </a:cubicBezTo>
                  <a:cubicBezTo>
                    <a:pt x="282" y="1168"/>
                    <a:pt x="124" y="1303"/>
                    <a:pt x="23" y="1471"/>
                  </a:cubicBezTo>
                  <a:cubicBezTo>
                    <a:pt x="0" y="1526"/>
                    <a:pt x="41" y="1569"/>
                    <a:pt x="86" y="1569"/>
                  </a:cubicBezTo>
                  <a:cubicBezTo>
                    <a:pt x="107" y="1569"/>
                    <a:pt x="129" y="1560"/>
                    <a:pt x="147" y="1539"/>
                  </a:cubicBezTo>
                  <a:cubicBezTo>
                    <a:pt x="259" y="1370"/>
                    <a:pt x="405" y="1235"/>
                    <a:pt x="597" y="1145"/>
                  </a:cubicBezTo>
                  <a:cubicBezTo>
                    <a:pt x="788" y="1022"/>
                    <a:pt x="979" y="909"/>
                    <a:pt x="1181" y="786"/>
                  </a:cubicBezTo>
                  <a:cubicBezTo>
                    <a:pt x="1575" y="561"/>
                    <a:pt x="1991" y="336"/>
                    <a:pt x="2395" y="134"/>
                  </a:cubicBezTo>
                  <a:cubicBezTo>
                    <a:pt x="2462" y="95"/>
                    <a:pt x="2424" y="0"/>
                    <a:pt x="23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19"/>
            <p:cNvSpPr/>
            <p:nvPr/>
          </p:nvSpPr>
          <p:spPr>
            <a:xfrm rot="717654" flipH="1">
              <a:off x="1044094" y="5447004"/>
              <a:ext cx="166756" cy="49606"/>
            </a:xfrm>
            <a:custGeom>
              <a:avLst/>
              <a:gdLst/>
              <a:ahLst/>
              <a:cxnLst/>
              <a:rect l="l" t="t" r="r" b="b"/>
              <a:pathLst>
                <a:path w="1385" h="412" extrusionOk="0">
                  <a:moveTo>
                    <a:pt x="1306" y="0"/>
                  </a:moveTo>
                  <a:cubicBezTo>
                    <a:pt x="879" y="11"/>
                    <a:pt x="452" y="101"/>
                    <a:pt x="69" y="281"/>
                  </a:cubicBezTo>
                  <a:cubicBezTo>
                    <a:pt x="1" y="320"/>
                    <a:pt x="43" y="411"/>
                    <a:pt x="108" y="411"/>
                  </a:cubicBezTo>
                  <a:cubicBezTo>
                    <a:pt x="117" y="411"/>
                    <a:pt x="127" y="409"/>
                    <a:pt x="137" y="405"/>
                  </a:cubicBezTo>
                  <a:cubicBezTo>
                    <a:pt x="508" y="236"/>
                    <a:pt x="901" y="146"/>
                    <a:pt x="1306" y="146"/>
                  </a:cubicBezTo>
                  <a:cubicBezTo>
                    <a:pt x="1385" y="135"/>
                    <a:pt x="1385" y="11"/>
                    <a:pt x="13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9"/>
            <p:cNvSpPr/>
            <p:nvPr/>
          </p:nvSpPr>
          <p:spPr>
            <a:xfrm rot="717654" flipH="1">
              <a:off x="514043" y="5304443"/>
              <a:ext cx="356027" cy="28897"/>
            </a:xfrm>
            <a:custGeom>
              <a:avLst/>
              <a:gdLst/>
              <a:ahLst/>
              <a:cxnLst/>
              <a:rect l="l" t="t" r="r" b="b"/>
              <a:pathLst>
                <a:path w="2957" h="240" extrusionOk="0">
                  <a:moveTo>
                    <a:pt x="1758" y="1"/>
                  </a:moveTo>
                  <a:cubicBezTo>
                    <a:pt x="1200" y="1"/>
                    <a:pt x="645" y="36"/>
                    <a:pt x="90" y="104"/>
                  </a:cubicBezTo>
                  <a:cubicBezTo>
                    <a:pt x="4" y="114"/>
                    <a:pt x="0" y="239"/>
                    <a:pt x="80" y="239"/>
                  </a:cubicBezTo>
                  <a:cubicBezTo>
                    <a:pt x="83" y="239"/>
                    <a:pt x="86" y="239"/>
                    <a:pt x="90" y="239"/>
                  </a:cubicBezTo>
                  <a:cubicBezTo>
                    <a:pt x="619" y="174"/>
                    <a:pt x="1148" y="143"/>
                    <a:pt x="1679" y="143"/>
                  </a:cubicBezTo>
                  <a:cubicBezTo>
                    <a:pt x="2074" y="143"/>
                    <a:pt x="2469" y="160"/>
                    <a:pt x="2867" y="194"/>
                  </a:cubicBezTo>
                  <a:cubicBezTo>
                    <a:pt x="2957" y="194"/>
                    <a:pt x="2957" y="59"/>
                    <a:pt x="2867" y="47"/>
                  </a:cubicBezTo>
                  <a:cubicBezTo>
                    <a:pt x="2496" y="16"/>
                    <a:pt x="2126" y="1"/>
                    <a:pt x="17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9"/>
            <p:cNvSpPr/>
            <p:nvPr/>
          </p:nvSpPr>
          <p:spPr>
            <a:xfrm rot="717654" flipH="1">
              <a:off x="177436" y="5238859"/>
              <a:ext cx="131238" cy="50449"/>
            </a:xfrm>
            <a:custGeom>
              <a:avLst/>
              <a:gdLst/>
              <a:ahLst/>
              <a:cxnLst/>
              <a:rect l="l" t="t" r="r" b="b"/>
              <a:pathLst>
                <a:path w="1090" h="419" extrusionOk="0">
                  <a:moveTo>
                    <a:pt x="91" y="1"/>
                  </a:moveTo>
                  <a:cubicBezTo>
                    <a:pt x="1" y="1"/>
                    <a:pt x="1" y="147"/>
                    <a:pt x="91" y="147"/>
                  </a:cubicBezTo>
                  <a:cubicBezTo>
                    <a:pt x="394" y="169"/>
                    <a:pt x="687" y="259"/>
                    <a:pt x="945" y="405"/>
                  </a:cubicBezTo>
                  <a:cubicBezTo>
                    <a:pt x="960" y="415"/>
                    <a:pt x="975" y="419"/>
                    <a:pt x="988" y="419"/>
                  </a:cubicBezTo>
                  <a:cubicBezTo>
                    <a:pt x="1054" y="419"/>
                    <a:pt x="1089" y="319"/>
                    <a:pt x="1024" y="282"/>
                  </a:cubicBezTo>
                  <a:cubicBezTo>
                    <a:pt x="732" y="124"/>
                    <a:pt x="417" y="34"/>
                    <a:pt x="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9"/>
            <p:cNvSpPr/>
            <p:nvPr/>
          </p:nvSpPr>
          <p:spPr>
            <a:xfrm rot="717654" flipH="1">
              <a:off x="-11796" y="5263116"/>
              <a:ext cx="61044" cy="41660"/>
            </a:xfrm>
            <a:custGeom>
              <a:avLst/>
              <a:gdLst/>
              <a:ahLst/>
              <a:cxnLst/>
              <a:rect l="l" t="t" r="r" b="b"/>
              <a:pathLst>
                <a:path w="507" h="346" extrusionOk="0">
                  <a:moveTo>
                    <a:pt x="495" y="248"/>
                  </a:moveTo>
                  <a:cubicBezTo>
                    <a:pt x="496" y="252"/>
                    <a:pt x="497" y="256"/>
                    <a:pt x="497" y="259"/>
                  </a:cubicBezTo>
                  <a:lnTo>
                    <a:pt x="497" y="259"/>
                  </a:lnTo>
                  <a:cubicBezTo>
                    <a:pt x="501" y="267"/>
                    <a:pt x="504" y="274"/>
                    <a:pt x="507" y="282"/>
                  </a:cubicBezTo>
                  <a:lnTo>
                    <a:pt x="495" y="248"/>
                  </a:lnTo>
                  <a:close/>
                  <a:moveTo>
                    <a:pt x="94" y="0"/>
                  </a:moveTo>
                  <a:cubicBezTo>
                    <a:pt x="86" y="0"/>
                    <a:pt x="77" y="1"/>
                    <a:pt x="68" y="1"/>
                  </a:cubicBezTo>
                  <a:cubicBezTo>
                    <a:pt x="34" y="1"/>
                    <a:pt x="1" y="24"/>
                    <a:pt x="1" y="69"/>
                  </a:cubicBezTo>
                  <a:cubicBezTo>
                    <a:pt x="1" y="102"/>
                    <a:pt x="34" y="136"/>
                    <a:pt x="68" y="136"/>
                  </a:cubicBezTo>
                  <a:lnTo>
                    <a:pt x="203" y="136"/>
                  </a:lnTo>
                  <a:cubicBezTo>
                    <a:pt x="226" y="147"/>
                    <a:pt x="237" y="147"/>
                    <a:pt x="248" y="159"/>
                  </a:cubicBezTo>
                  <a:lnTo>
                    <a:pt x="270" y="181"/>
                  </a:lnTo>
                  <a:lnTo>
                    <a:pt x="282" y="181"/>
                  </a:lnTo>
                  <a:cubicBezTo>
                    <a:pt x="293" y="192"/>
                    <a:pt x="304" y="215"/>
                    <a:pt x="327" y="226"/>
                  </a:cubicBezTo>
                  <a:lnTo>
                    <a:pt x="327" y="237"/>
                  </a:lnTo>
                  <a:lnTo>
                    <a:pt x="349" y="260"/>
                  </a:lnTo>
                  <a:lnTo>
                    <a:pt x="360" y="282"/>
                  </a:lnTo>
                  <a:lnTo>
                    <a:pt x="360" y="293"/>
                  </a:lnTo>
                  <a:cubicBezTo>
                    <a:pt x="369" y="329"/>
                    <a:pt x="396" y="346"/>
                    <a:pt x="424" y="346"/>
                  </a:cubicBezTo>
                  <a:cubicBezTo>
                    <a:pt x="463" y="346"/>
                    <a:pt x="504" y="313"/>
                    <a:pt x="497" y="259"/>
                  </a:cubicBezTo>
                  <a:lnTo>
                    <a:pt x="497" y="259"/>
                  </a:lnTo>
                  <a:cubicBezTo>
                    <a:pt x="427" y="101"/>
                    <a:pt x="267" y="0"/>
                    <a:pt x="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9"/>
            <p:cNvSpPr/>
            <p:nvPr/>
          </p:nvSpPr>
          <p:spPr>
            <a:xfrm rot="717654" flipH="1">
              <a:off x="-463919" y="5323005"/>
              <a:ext cx="288482" cy="231055"/>
            </a:xfrm>
            <a:custGeom>
              <a:avLst/>
              <a:gdLst/>
              <a:ahLst/>
              <a:cxnLst/>
              <a:rect l="l" t="t" r="r" b="b"/>
              <a:pathLst>
                <a:path w="2396" h="1919" extrusionOk="0">
                  <a:moveTo>
                    <a:pt x="87" y="1"/>
                  </a:moveTo>
                  <a:cubicBezTo>
                    <a:pt x="18" y="1"/>
                    <a:pt x="0" y="112"/>
                    <a:pt x="81" y="152"/>
                  </a:cubicBezTo>
                  <a:cubicBezTo>
                    <a:pt x="969" y="478"/>
                    <a:pt x="1553" y="1288"/>
                    <a:pt x="2239" y="1906"/>
                  </a:cubicBezTo>
                  <a:cubicBezTo>
                    <a:pt x="2252" y="1914"/>
                    <a:pt x="2266" y="1918"/>
                    <a:pt x="2279" y="1918"/>
                  </a:cubicBezTo>
                  <a:cubicBezTo>
                    <a:pt x="2339" y="1918"/>
                    <a:pt x="2395" y="1848"/>
                    <a:pt x="2340" y="1793"/>
                  </a:cubicBezTo>
                  <a:cubicBezTo>
                    <a:pt x="1643" y="1164"/>
                    <a:pt x="1036" y="354"/>
                    <a:pt x="114" y="6"/>
                  </a:cubicBezTo>
                  <a:cubicBezTo>
                    <a:pt x="104" y="2"/>
                    <a:pt x="95" y="1"/>
                    <a:pt x="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9"/>
            <p:cNvSpPr/>
            <p:nvPr/>
          </p:nvSpPr>
          <p:spPr>
            <a:xfrm rot="717654" flipH="1">
              <a:off x="-667018" y="5589988"/>
              <a:ext cx="69712" cy="88015"/>
            </a:xfrm>
            <a:custGeom>
              <a:avLst/>
              <a:gdLst/>
              <a:ahLst/>
              <a:cxnLst/>
              <a:rect l="l" t="t" r="r" b="b"/>
              <a:pathLst>
                <a:path w="579" h="731" extrusionOk="0">
                  <a:moveTo>
                    <a:pt x="93" y="0"/>
                  </a:moveTo>
                  <a:cubicBezTo>
                    <a:pt x="46" y="0"/>
                    <a:pt x="0" y="54"/>
                    <a:pt x="39" y="108"/>
                  </a:cubicBezTo>
                  <a:lnTo>
                    <a:pt x="443" y="692"/>
                  </a:lnTo>
                  <a:cubicBezTo>
                    <a:pt x="452" y="718"/>
                    <a:pt x="479" y="730"/>
                    <a:pt x="507" y="730"/>
                  </a:cubicBezTo>
                  <a:cubicBezTo>
                    <a:pt x="516" y="730"/>
                    <a:pt x="525" y="729"/>
                    <a:pt x="533" y="726"/>
                  </a:cubicBezTo>
                  <a:cubicBezTo>
                    <a:pt x="567" y="704"/>
                    <a:pt x="578" y="659"/>
                    <a:pt x="556" y="625"/>
                  </a:cubicBezTo>
                  <a:lnTo>
                    <a:pt x="151" y="40"/>
                  </a:lnTo>
                  <a:cubicBezTo>
                    <a:pt x="137" y="12"/>
                    <a:pt x="115" y="0"/>
                    <a:pt x="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9"/>
            <p:cNvSpPr/>
            <p:nvPr/>
          </p:nvSpPr>
          <p:spPr>
            <a:xfrm rot="717654" flipH="1">
              <a:off x="-877942" y="5735594"/>
              <a:ext cx="120040" cy="241049"/>
            </a:xfrm>
            <a:custGeom>
              <a:avLst/>
              <a:gdLst/>
              <a:ahLst/>
              <a:cxnLst/>
              <a:rect l="l" t="t" r="r" b="b"/>
              <a:pathLst>
                <a:path w="997" h="2002" extrusionOk="0">
                  <a:moveTo>
                    <a:pt x="97" y="0"/>
                  </a:moveTo>
                  <a:cubicBezTo>
                    <a:pt x="49" y="0"/>
                    <a:pt x="1" y="49"/>
                    <a:pt x="31" y="103"/>
                  </a:cubicBezTo>
                  <a:cubicBezTo>
                    <a:pt x="357" y="699"/>
                    <a:pt x="627" y="1317"/>
                    <a:pt x="841" y="1958"/>
                  </a:cubicBezTo>
                  <a:cubicBezTo>
                    <a:pt x="854" y="1988"/>
                    <a:pt x="882" y="2002"/>
                    <a:pt x="910" y="2002"/>
                  </a:cubicBezTo>
                  <a:cubicBezTo>
                    <a:pt x="954" y="2002"/>
                    <a:pt x="996" y="1968"/>
                    <a:pt x="976" y="1913"/>
                  </a:cubicBezTo>
                  <a:cubicBezTo>
                    <a:pt x="751" y="1261"/>
                    <a:pt x="481" y="642"/>
                    <a:pt x="155" y="35"/>
                  </a:cubicBezTo>
                  <a:cubicBezTo>
                    <a:pt x="141" y="11"/>
                    <a:pt x="119" y="0"/>
                    <a:pt x="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19"/>
            <p:cNvSpPr/>
            <p:nvPr/>
          </p:nvSpPr>
          <p:spPr>
            <a:xfrm rot="717654" flipH="1">
              <a:off x="-1022686" y="6118179"/>
              <a:ext cx="39371" cy="86811"/>
            </a:xfrm>
            <a:custGeom>
              <a:avLst/>
              <a:gdLst/>
              <a:ahLst/>
              <a:cxnLst/>
              <a:rect l="l" t="t" r="r" b="b"/>
              <a:pathLst>
                <a:path w="327" h="721" extrusionOk="0">
                  <a:moveTo>
                    <a:pt x="84" y="0"/>
                  </a:moveTo>
                  <a:cubicBezTo>
                    <a:pt x="70" y="0"/>
                    <a:pt x="57" y="4"/>
                    <a:pt x="45" y="12"/>
                  </a:cubicBezTo>
                  <a:cubicBezTo>
                    <a:pt x="11" y="35"/>
                    <a:pt x="0" y="80"/>
                    <a:pt x="23" y="113"/>
                  </a:cubicBezTo>
                  <a:cubicBezTo>
                    <a:pt x="101" y="282"/>
                    <a:pt x="157" y="462"/>
                    <a:pt x="180" y="653"/>
                  </a:cubicBezTo>
                  <a:cubicBezTo>
                    <a:pt x="180" y="687"/>
                    <a:pt x="214" y="720"/>
                    <a:pt x="247" y="720"/>
                  </a:cubicBezTo>
                  <a:cubicBezTo>
                    <a:pt x="292" y="720"/>
                    <a:pt x="326" y="687"/>
                    <a:pt x="326" y="653"/>
                  </a:cubicBezTo>
                  <a:cubicBezTo>
                    <a:pt x="292" y="439"/>
                    <a:pt x="236" y="226"/>
                    <a:pt x="146" y="35"/>
                  </a:cubicBezTo>
                  <a:cubicBezTo>
                    <a:pt x="132" y="13"/>
                    <a:pt x="108" y="0"/>
                    <a:pt x="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19"/>
            <p:cNvSpPr/>
            <p:nvPr/>
          </p:nvSpPr>
          <p:spPr>
            <a:xfrm rot="717654" flipH="1">
              <a:off x="1445445" y="5740983"/>
              <a:ext cx="89458" cy="53098"/>
            </a:xfrm>
            <a:custGeom>
              <a:avLst/>
              <a:gdLst/>
              <a:ahLst/>
              <a:cxnLst/>
              <a:rect l="l" t="t" r="r" b="b"/>
              <a:pathLst>
                <a:path w="743" h="441" extrusionOk="0">
                  <a:moveTo>
                    <a:pt x="657" y="1"/>
                  </a:moveTo>
                  <a:cubicBezTo>
                    <a:pt x="644" y="1"/>
                    <a:pt x="631" y="5"/>
                    <a:pt x="619" y="12"/>
                  </a:cubicBezTo>
                  <a:lnTo>
                    <a:pt x="45" y="316"/>
                  </a:lnTo>
                  <a:cubicBezTo>
                    <a:pt x="12" y="327"/>
                    <a:pt x="0" y="372"/>
                    <a:pt x="12" y="406"/>
                  </a:cubicBezTo>
                  <a:cubicBezTo>
                    <a:pt x="26" y="428"/>
                    <a:pt x="50" y="440"/>
                    <a:pt x="74" y="440"/>
                  </a:cubicBezTo>
                  <a:cubicBezTo>
                    <a:pt x="87" y="440"/>
                    <a:pt x="101" y="436"/>
                    <a:pt x="113" y="428"/>
                  </a:cubicBezTo>
                  <a:lnTo>
                    <a:pt x="686" y="125"/>
                  </a:lnTo>
                  <a:cubicBezTo>
                    <a:pt x="720" y="114"/>
                    <a:pt x="742" y="69"/>
                    <a:pt x="720" y="35"/>
                  </a:cubicBezTo>
                  <a:cubicBezTo>
                    <a:pt x="705" y="13"/>
                    <a:pt x="681" y="1"/>
                    <a:pt x="6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19"/>
            <p:cNvSpPr/>
            <p:nvPr/>
          </p:nvSpPr>
          <p:spPr>
            <a:xfrm rot="717654" flipH="1">
              <a:off x="1787660" y="6218200"/>
              <a:ext cx="55746" cy="57794"/>
            </a:xfrm>
            <a:custGeom>
              <a:avLst/>
              <a:gdLst/>
              <a:ahLst/>
              <a:cxnLst/>
              <a:rect l="l" t="t" r="r" b="b"/>
              <a:pathLst>
                <a:path w="463" h="480" extrusionOk="0">
                  <a:moveTo>
                    <a:pt x="377" y="0"/>
                  </a:moveTo>
                  <a:cubicBezTo>
                    <a:pt x="364" y="0"/>
                    <a:pt x="351" y="4"/>
                    <a:pt x="339" y="12"/>
                  </a:cubicBezTo>
                  <a:cubicBezTo>
                    <a:pt x="215" y="102"/>
                    <a:pt x="114" y="226"/>
                    <a:pt x="46" y="372"/>
                  </a:cubicBezTo>
                  <a:cubicBezTo>
                    <a:pt x="0" y="426"/>
                    <a:pt x="54" y="479"/>
                    <a:pt x="103" y="479"/>
                  </a:cubicBezTo>
                  <a:cubicBezTo>
                    <a:pt x="126" y="479"/>
                    <a:pt x="148" y="468"/>
                    <a:pt x="159" y="439"/>
                  </a:cubicBezTo>
                  <a:cubicBezTo>
                    <a:pt x="181" y="405"/>
                    <a:pt x="193" y="372"/>
                    <a:pt x="215" y="349"/>
                  </a:cubicBezTo>
                  <a:lnTo>
                    <a:pt x="238" y="304"/>
                  </a:lnTo>
                  <a:lnTo>
                    <a:pt x="260" y="282"/>
                  </a:lnTo>
                  <a:cubicBezTo>
                    <a:pt x="283" y="248"/>
                    <a:pt x="305" y="226"/>
                    <a:pt x="328" y="203"/>
                  </a:cubicBezTo>
                  <a:lnTo>
                    <a:pt x="373" y="169"/>
                  </a:lnTo>
                  <a:lnTo>
                    <a:pt x="384" y="147"/>
                  </a:lnTo>
                  <a:lnTo>
                    <a:pt x="395" y="147"/>
                  </a:lnTo>
                  <a:cubicBezTo>
                    <a:pt x="440" y="124"/>
                    <a:pt x="462" y="68"/>
                    <a:pt x="440" y="34"/>
                  </a:cubicBezTo>
                  <a:cubicBezTo>
                    <a:pt x="425" y="13"/>
                    <a:pt x="402" y="0"/>
                    <a:pt x="3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19"/>
            <p:cNvSpPr/>
            <p:nvPr/>
          </p:nvSpPr>
          <p:spPr>
            <a:xfrm rot="717654" flipH="1">
              <a:off x="1869058" y="6608865"/>
              <a:ext cx="96080" cy="272595"/>
            </a:xfrm>
            <a:custGeom>
              <a:avLst/>
              <a:gdLst/>
              <a:ahLst/>
              <a:cxnLst/>
              <a:rect l="l" t="t" r="r" b="b"/>
              <a:pathLst>
                <a:path w="798" h="2264" extrusionOk="0">
                  <a:moveTo>
                    <a:pt x="707" y="1"/>
                  </a:moveTo>
                  <a:cubicBezTo>
                    <a:pt x="679" y="1"/>
                    <a:pt x="650" y="14"/>
                    <a:pt x="637" y="45"/>
                  </a:cubicBezTo>
                  <a:cubicBezTo>
                    <a:pt x="368" y="742"/>
                    <a:pt x="154" y="1450"/>
                    <a:pt x="8" y="2170"/>
                  </a:cubicBezTo>
                  <a:cubicBezTo>
                    <a:pt x="1" y="2225"/>
                    <a:pt x="50" y="2264"/>
                    <a:pt x="93" y="2264"/>
                  </a:cubicBezTo>
                  <a:cubicBezTo>
                    <a:pt x="120" y="2264"/>
                    <a:pt x="145" y="2249"/>
                    <a:pt x="154" y="2215"/>
                  </a:cubicBezTo>
                  <a:cubicBezTo>
                    <a:pt x="300" y="1484"/>
                    <a:pt x="502" y="776"/>
                    <a:pt x="783" y="90"/>
                  </a:cubicBezTo>
                  <a:cubicBezTo>
                    <a:pt x="797" y="35"/>
                    <a:pt x="752" y="1"/>
                    <a:pt x="7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19"/>
            <p:cNvSpPr/>
            <p:nvPr/>
          </p:nvSpPr>
          <p:spPr>
            <a:xfrm rot="717654" flipH="1">
              <a:off x="591662" y="5360698"/>
              <a:ext cx="179398" cy="34195"/>
            </a:xfrm>
            <a:custGeom>
              <a:avLst/>
              <a:gdLst/>
              <a:ahLst/>
              <a:cxnLst/>
              <a:rect l="l" t="t" r="r" b="b"/>
              <a:pathLst>
                <a:path w="1490" h="284" extrusionOk="0">
                  <a:moveTo>
                    <a:pt x="526" y="0"/>
                  </a:moveTo>
                  <a:cubicBezTo>
                    <a:pt x="380" y="0"/>
                    <a:pt x="234" y="11"/>
                    <a:pt x="90" y="33"/>
                  </a:cubicBezTo>
                  <a:cubicBezTo>
                    <a:pt x="0" y="45"/>
                    <a:pt x="34" y="168"/>
                    <a:pt x="124" y="168"/>
                  </a:cubicBezTo>
                  <a:cubicBezTo>
                    <a:pt x="252" y="151"/>
                    <a:pt x="380" y="142"/>
                    <a:pt x="509" y="142"/>
                  </a:cubicBezTo>
                  <a:cubicBezTo>
                    <a:pt x="800" y="142"/>
                    <a:pt x="1091" y="187"/>
                    <a:pt x="1372" y="281"/>
                  </a:cubicBezTo>
                  <a:cubicBezTo>
                    <a:pt x="1379" y="282"/>
                    <a:pt x="1385" y="283"/>
                    <a:pt x="1392" y="283"/>
                  </a:cubicBezTo>
                  <a:cubicBezTo>
                    <a:pt x="1466" y="283"/>
                    <a:pt x="1490" y="167"/>
                    <a:pt x="1417" y="146"/>
                  </a:cubicBezTo>
                  <a:cubicBezTo>
                    <a:pt x="1130" y="47"/>
                    <a:pt x="827" y="0"/>
                    <a:pt x="5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19"/>
            <p:cNvSpPr/>
            <p:nvPr/>
          </p:nvSpPr>
          <p:spPr>
            <a:xfrm rot="717654" flipH="1">
              <a:off x="-347619" y="5410965"/>
              <a:ext cx="132803" cy="114384"/>
            </a:xfrm>
            <a:custGeom>
              <a:avLst/>
              <a:gdLst/>
              <a:ahLst/>
              <a:cxnLst/>
              <a:rect l="l" t="t" r="r" b="b"/>
              <a:pathLst>
                <a:path w="1103" h="950" extrusionOk="0">
                  <a:moveTo>
                    <a:pt x="101" y="1"/>
                  </a:moveTo>
                  <a:cubicBezTo>
                    <a:pt x="39" y="1"/>
                    <a:pt x="0" y="96"/>
                    <a:pt x="67" y="134"/>
                  </a:cubicBezTo>
                  <a:cubicBezTo>
                    <a:pt x="405" y="336"/>
                    <a:pt x="697" y="595"/>
                    <a:pt x="944" y="910"/>
                  </a:cubicBezTo>
                  <a:cubicBezTo>
                    <a:pt x="955" y="938"/>
                    <a:pt x="977" y="950"/>
                    <a:pt x="1000" y="950"/>
                  </a:cubicBezTo>
                  <a:cubicBezTo>
                    <a:pt x="1049" y="950"/>
                    <a:pt x="1103" y="896"/>
                    <a:pt x="1057" y="842"/>
                  </a:cubicBezTo>
                  <a:cubicBezTo>
                    <a:pt x="809" y="505"/>
                    <a:pt x="495" y="224"/>
                    <a:pt x="135" y="10"/>
                  </a:cubicBezTo>
                  <a:cubicBezTo>
                    <a:pt x="123" y="4"/>
                    <a:pt x="112" y="1"/>
                    <a:pt x="1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19"/>
            <p:cNvSpPr/>
            <p:nvPr/>
          </p:nvSpPr>
          <p:spPr>
            <a:xfrm rot="717654" flipH="1">
              <a:off x="-822405" y="5839097"/>
              <a:ext cx="58034" cy="105113"/>
            </a:xfrm>
            <a:custGeom>
              <a:avLst/>
              <a:gdLst/>
              <a:ahLst/>
              <a:cxnLst/>
              <a:rect l="l" t="t" r="r" b="b"/>
              <a:pathLst>
                <a:path w="482" h="873" extrusionOk="0">
                  <a:moveTo>
                    <a:pt x="68" y="0"/>
                  </a:moveTo>
                  <a:cubicBezTo>
                    <a:pt x="23" y="11"/>
                    <a:pt x="1" y="56"/>
                    <a:pt x="12" y="90"/>
                  </a:cubicBezTo>
                  <a:cubicBezTo>
                    <a:pt x="113" y="337"/>
                    <a:pt x="214" y="596"/>
                    <a:pt x="327" y="832"/>
                  </a:cubicBezTo>
                  <a:cubicBezTo>
                    <a:pt x="341" y="861"/>
                    <a:pt x="363" y="872"/>
                    <a:pt x="385" y="872"/>
                  </a:cubicBezTo>
                  <a:cubicBezTo>
                    <a:pt x="433" y="872"/>
                    <a:pt x="481" y="818"/>
                    <a:pt x="450" y="765"/>
                  </a:cubicBezTo>
                  <a:cubicBezTo>
                    <a:pt x="338" y="528"/>
                    <a:pt x="237" y="292"/>
                    <a:pt x="147" y="56"/>
                  </a:cubicBezTo>
                  <a:cubicBezTo>
                    <a:pt x="136" y="11"/>
                    <a:pt x="102" y="0"/>
                    <a:pt x="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19"/>
            <p:cNvSpPr/>
            <p:nvPr/>
          </p:nvSpPr>
          <p:spPr>
            <a:xfrm rot="717654" flipH="1">
              <a:off x="-1022890" y="6212697"/>
              <a:ext cx="34676" cy="135093"/>
            </a:xfrm>
            <a:custGeom>
              <a:avLst/>
              <a:gdLst/>
              <a:ahLst/>
              <a:cxnLst/>
              <a:rect l="l" t="t" r="r" b="b"/>
              <a:pathLst>
                <a:path w="288" h="1122" extrusionOk="0">
                  <a:moveTo>
                    <a:pt x="86" y="1"/>
                  </a:moveTo>
                  <a:cubicBezTo>
                    <a:pt x="44" y="1"/>
                    <a:pt x="0" y="34"/>
                    <a:pt x="7" y="87"/>
                  </a:cubicBezTo>
                  <a:cubicBezTo>
                    <a:pt x="74" y="402"/>
                    <a:pt x="119" y="728"/>
                    <a:pt x="153" y="1054"/>
                  </a:cubicBezTo>
                  <a:cubicBezTo>
                    <a:pt x="153" y="1099"/>
                    <a:pt x="187" y="1122"/>
                    <a:pt x="220" y="1122"/>
                  </a:cubicBezTo>
                  <a:cubicBezTo>
                    <a:pt x="254" y="1122"/>
                    <a:pt x="288" y="1099"/>
                    <a:pt x="288" y="1054"/>
                  </a:cubicBezTo>
                  <a:cubicBezTo>
                    <a:pt x="265" y="717"/>
                    <a:pt x="220" y="380"/>
                    <a:pt x="153" y="54"/>
                  </a:cubicBezTo>
                  <a:cubicBezTo>
                    <a:pt x="144" y="17"/>
                    <a:pt x="116" y="1"/>
                    <a:pt x="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8" name="Google Shape;978;p19"/>
          <p:cNvGrpSpPr/>
          <p:nvPr/>
        </p:nvGrpSpPr>
        <p:grpSpPr>
          <a:xfrm flipH="1">
            <a:off x="-767569" y="4606095"/>
            <a:ext cx="1662816" cy="752173"/>
            <a:chOff x="5935450" y="921661"/>
            <a:chExt cx="739786" cy="334641"/>
          </a:xfrm>
        </p:grpSpPr>
        <p:sp>
          <p:nvSpPr>
            <p:cNvPr id="979" name="Google Shape;979;p19"/>
            <p:cNvSpPr/>
            <p:nvPr/>
          </p:nvSpPr>
          <p:spPr>
            <a:xfrm>
              <a:off x="5935450" y="921661"/>
              <a:ext cx="739786" cy="334641"/>
            </a:xfrm>
            <a:custGeom>
              <a:avLst/>
              <a:gdLst/>
              <a:ahLst/>
              <a:cxnLst/>
              <a:rect l="l" t="t" r="r" b="b"/>
              <a:pathLst>
                <a:path w="6263" h="2833" extrusionOk="0">
                  <a:moveTo>
                    <a:pt x="2871" y="1"/>
                  </a:moveTo>
                  <a:cubicBezTo>
                    <a:pt x="2673" y="1"/>
                    <a:pt x="2473" y="50"/>
                    <a:pt x="2291" y="148"/>
                  </a:cubicBezTo>
                  <a:cubicBezTo>
                    <a:pt x="1571" y="519"/>
                    <a:pt x="1717" y="1160"/>
                    <a:pt x="1717" y="1160"/>
                  </a:cubicBezTo>
                  <a:cubicBezTo>
                    <a:pt x="1717" y="1160"/>
                    <a:pt x="1364" y="1022"/>
                    <a:pt x="996" y="1022"/>
                  </a:cubicBezTo>
                  <a:cubicBezTo>
                    <a:pt x="675" y="1022"/>
                    <a:pt x="342" y="1127"/>
                    <a:pt x="222" y="1520"/>
                  </a:cubicBezTo>
                  <a:cubicBezTo>
                    <a:pt x="0" y="2243"/>
                    <a:pt x="581" y="2594"/>
                    <a:pt x="1290" y="2594"/>
                  </a:cubicBezTo>
                  <a:cubicBezTo>
                    <a:pt x="1407" y="2594"/>
                    <a:pt x="1528" y="2585"/>
                    <a:pt x="1650" y="2566"/>
                  </a:cubicBezTo>
                  <a:cubicBezTo>
                    <a:pt x="1650" y="2566"/>
                    <a:pt x="2679" y="2833"/>
                    <a:pt x="3721" y="2833"/>
                  </a:cubicBezTo>
                  <a:cubicBezTo>
                    <a:pt x="4603" y="2833"/>
                    <a:pt x="5492" y="2642"/>
                    <a:pt x="5776" y="1936"/>
                  </a:cubicBezTo>
                  <a:cubicBezTo>
                    <a:pt x="6262" y="754"/>
                    <a:pt x="5178" y="50"/>
                    <a:pt x="4281" y="50"/>
                  </a:cubicBezTo>
                  <a:cubicBezTo>
                    <a:pt x="4018" y="50"/>
                    <a:pt x="3770" y="111"/>
                    <a:pt x="3583" y="238"/>
                  </a:cubicBezTo>
                  <a:cubicBezTo>
                    <a:pt x="3375" y="81"/>
                    <a:pt x="3125" y="1"/>
                    <a:pt x="2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6282962" y="966429"/>
              <a:ext cx="44531" cy="25396"/>
            </a:xfrm>
            <a:custGeom>
              <a:avLst/>
              <a:gdLst/>
              <a:ahLst/>
              <a:cxnLst/>
              <a:rect l="l" t="t" r="r" b="b"/>
              <a:pathLst>
                <a:path w="377" h="215" extrusionOk="0">
                  <a:moveTo>
                    <a:pt x="149" y="1"/>
                  </a:moveTo>
                  <a:cubicBezTo>
                    <a:pt x="114" y="1"/>
                    <a:pt x="79" y="10"/>
                    <a:pt x="46" y="28"/>
                  </a:cubicBezTo>
                  <a:cubicBezTo>
                    <a:pt x="12" y="50"/>
                    <a:pt x="1" y="95"/>
                    <a:pt x="23" y="129"/>
                  </a:cubicBezTo>
                  <a:cubicBezTo>
                    <a:pt x="40" y="146"/>
                    <a:pt x="62" y="156"/>
                    <a:pt x="86" y="156"/>
                  </a:cubicBezTo>
                  <a:cubicBezTo>
                    <a:pt x="95" y="156"/>
                    <a:pt x="104" y="155"/>
                    <a:pt x="113" y="152"/>
                  </a:cubicBezTo>
                  <a:lnTo>
                    <a:pt x="181" y="152"/>
                  </a:lnTo>
                  <a:lnTo>
                    <a:pt x="203" y="163"/>
                  </a:lnTo>
                  <a:lnTo>
                    <a:pt x="214" y="174"/>
                  </a:lnTo>
                  <a:cubicBezTo>
                    <a:pt x="232" y="203"/>
                    <a:pt x="257" y="214"/>
                    <a:pt x="280" y="214"/>
                  </a:cubicBezTo>
                  <a:cubicBezTo>
                    <a:pt x="331" y="214"/>
                    <a:pt x="376" y="160"/>
                    <a:pt x="338" y="107"/>
                  </a:cubicBezTo>
                  <a:cubicBezTo>
                    <a:pt x="292" y="38"/>
                    <a:pt x="221" y="1"/>
                    <a:pt x="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19"/>
            <p:cNvSpPr/>
            <p:nvPr/>
          </p:nvSpPr>
          <p:spPr>
            <a:xfrm>
              <a:off x="6171456" y="969973"/>
              <a:ext cx="77132" cy="98042"/>
            </a:xfrm>
            <a:custGeom>
              <a:avLst/>
              <a:gdLst/>
              <a:ahLst/>
              <a:cxnLst/>
              <a:rect l="l" t="t" r="r" b="b"/>
              <a:pathLst>
                <a:path w="653" h="830" extrusionOk="0">
                  <a:moveTo>
                    <a:pt x="488" y="1"/>
                  </a:moveTo>
                  <a:cubicBezTo>
                    <a:pt x="370" y="1"/>
                    <a:pt x="241" y="98"/>
                    <a:pt x="180" y="189"/>
                  </a:cubicBezTo>
                  <a:cubicBezTo>
                    <a:pt x="57" y="358"/>
                    <a:pt x="0" y="560"/>
                    <a:pt x="0" y="762"/>
                  </a:cubicBezTo>
                  <a:cubicBezTo>
                    <a:pt x="0" y="796"/>
                    <a:pt x="34" y="830"/>
                    <a:pt x="79" y="830"/>
                  </a:cubicBezTo>
                  <a:cubicBezTo>
                    <a:pt x="113" y="830"/>
                    <a:pt x="146" y="796"/>
                    <a:pt x="146" y="762"/>
                  </a:cubicBezTo>
                  <a:cubicBezTo>
                    <a:pt x="146" y="605"/>
                    <a:pt x="180" y="448"/>
                    <a:pt x="259" y="313"/>
                  </a:cubicBezTo>
                  <a:cubicBezTo>
                    <a:pt x="293" y="257"/>
                    <a:pt x="338" y="212"/>
                    <a:pt x="394" y="178"/>
                  </a:cubicBezTo>
                  <a:cubicBezTo>
                    <a:pt x="428" y="155"/>
                    <a:pt x="450" y="144"/>
                    <a:pt x="484" y="144"/>
                  </a:cubicBezTo>
                  <a:lnTo>
                    <a:pt x="529" y="144"/>
                  </a:lnTo>
                  <a:cubicBezTo>
                    <a:pt x="536" y="166"/>
                    <a:pt x="557" y="178"/>
                    <a:pt x="581" y="178"/>
                  </a:cubicBezTo>
                  <a:cubicBezTo>
                    <a:pt x="593" y="178"/>
                    <a:pt x="607" y="175"/>
                    <a:pt x="619" y="167"/>
                  </a:cubicBezTo>
                  <a:cubicBezTo>
                    <a:pt x="652" y="144"/>
                    <a:pt x="652" y="110"/>
                    <a:pt x="641" y="77"/>
                  </a:cubicBezTo>
                  <a:cubicBezTo>
                    <a:pt x="598" y="22"/>
                    <a:pt x="544" y="1"/>
                    <a:pt x="4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19"/>
            <p:cNvSpPr/>
            <p:nvPr/>
          </p:nvSpPr>
          <p:spPr>
            <a:xfrm>
              <a:off x="6508809" y="1003047"/>
              <a:ext cx="74416" cy="136904"/>
            </a:xfrm>
            <a:custGeom>
              <a:avLst/>
              <a:gdLst/>
              <a:ahLst/>
              <a:cxnLst/>
              <a:rect l="l" t="t" r="r" b="b"/>
              <a:pathLst>
                <a:path w="630" h="1159" extrusionOk="0">
                  <a:moveTo>
                    <a:pt x="100" y="1"/>
                  </a:moveTo>
                  <a:cubicBezTo>
                    <a:pt x="39" y="1"/>
                    <a:pt x="1" y="94"/>
                    <a:pt x="67" y="123"/>
                  </a:cubicBezTo>
                  <a:cubicBezTo>
                    <a:pt x="416" y="291"/>
                    <a:pt x="562" y="707"/>
                    <a:pt x="393" y="1056"/>
                  </a:cubicBezTo>
                  <a:cubicBezTo>
                    <a:pt x="370" y="1110"/>
                    <a:pt x="416" y="1158"/>
                    <a:pt x="461" y="1158"/>
                  </a:cubicBezTo>
                  <a:cubicBezTo>
                    <a:pt x="482" y="1158"/>
                    <a:pt x="503" y="1148"/>
                    <a:pt x="517" y="1123"/>
                  </a:cubicBezTo>
                  <a:cubicBezTo>
                    <a:pt x="618" y="921"/>
                    <a:pt x="629" y="674"/>
                    <a:pt x="551" y="460"/>
                  </a:cubicBezTo>
                  <a:cubicBezTo>
                    <a:pt x="472" y="258"/>
                    <a:pt x="326" y="100"/>
                    <a:pt x="135" y="10"/>
                  </a:cubicBezTo>
                  <a:cubicBezTo>
                    <a:pt x="123" y="4"/>
                    <a:pt x="111" y="1"/>
                    <a:pt x="1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5997582" y="1091992"/>
              <a:ext cx="63785" cy="54454"/>
            </a:xfrm>
            <a:custGeom>
              <a:avLst/>
              <a:gdLst/>
              <a:ahLst/>
              <a:cxnLst/>
              <a:rect l="l" t="t" r="r" b="b"/>
              <a:pathLst>
                <a:path w="540" h="461" extrusionOk="0">
                  <a:moveTo>
                    <a:pt x="395" y="1"/>
                  </a:moveTo>
                  <a:cubicBezTo>
                    <a:pt x="183" y="1"/>
                    <a:pt x="1" y="175"/>
                    <a:pt x="11" y="393"/>
                  </a:cubicBezTo>
                  <a:cubicBezTo>
                    <a:pt x="11" y="438"/>
                    <a:pt x="45" y="460"/>
                    <a:pt x="78" y="460"/>
                  </a:cubicBezTo>
                  <a:cubicBezTo>
                    <a:pt x="112" y="460"/>
                    <a:pt x="146" y="438"/>
                    <a:pt x="146" y="393"/>
                  </a:cubicBezTo>
                  <a:cubicBezTo>
                    <a:pt x="146" y="382"/>
                    <a:pt x="146" y="370"/>
                    <a:pt x="146" y="359"/>
                  </a:cubicBezTo>
                  <a:lnTo>
                    <a:pt x="146" y="337"/>
                  </a:lnTo>
                  <a:lnTo>
                    <a:pt x="157" y="303"/>
                  </a:lnTo>
                  <a:cubicBezTo>
                    <a:pt x="157" y="303"/>
                    <a:pt x="157" y="303"/>
                    <a:pt x="157" y="292"/>
                  </a:cubicBezTo>
                  <a:cubicBezTo>
                    <a:pt x="157" y="280"/>
                    <a:pt x="168" y="280"/>
                    <a:pt x="168" y="269"/>
                  </a:cubicBezTo>
                  <a:lnTo>
                    <a:pt x="179" y="258"/>
                  </a:lnTo>
                  <a:lnTo>
                    <a:pt x="179" y="247"/>
                  </a:lnTo>
                  <a:cubicBezTo>
                    <a:pt x="191" y="224"/>
                    <a:pt x="213" y="213"/>
                    <a:pt x="224" y="202"/>
                  </a:cubicBezTo>
                  <a:lnTo>
                    <a:pt x="236" y="190"/>
                  </a:lnTo>
                  <a:lnTo>
                    <a:pt x="269" y="168"/>
                  </a:lnTo>
                  <a:lnTo>
                    <a:pt x="292" y="168"/>
                  </a:lnTo>
                  <a:cubicBezTo>
                    <a:pt x="303" y="168"/>
                    <a:pt x="314" y="157"/>
                    <a:pt x="326" y="157"/>
                  </a:cubicBezTo>
                  <a:lnTo>
                    <a:pt x="427" y="157"/>
                  </a:lnTo>
                  <a:cubicBezTo>
                    <a:pt x="433" y="159"/>
                    <a:pt x="439" y="160"/>
                    <a:pt x="445" y="160"/>
                  </a:cubicBezTo>
                  <a:cubicBezTo>
                    <a:pt x="475" y="160"/>
                    <a:pt x="507" y="139"/>
                    <a:pt x="517" y="112"/>
                  </a:cubicBezTo>
                  <a:cubicBezTo>
                    <a:pt x="539" y="78"/>
                    <a:pt x="517" y="22"/>
                    <a:pt x="483" y="11"/>
                  </a:cubicBezTo>
                  <a:cubicBezTo>
                    <a:pt x="454" y="4"/>
                    <a:pt x="424" y="1"/>
                    <a:pt x="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6381238" y="947648"/>
              <a:ext cx="91779" cy="39571"/>
            </a:xfrm>
            <a:custGeom>
              <a:avLst/>
              <a:gdLst/>
              <a:ahLst/>
              <a:cxnLst/>
              <a:rect l="l" t="t" r="r" b="b"/>
              <a:pathLst>
                <a:path w="777" h="335" extrusionOk="0">
                  <a:moveTo>
                    <a:pt x="422" y="0"/>
                  </a:moveTo>
                  <a:cubicBezTo>
                    <a:pt x="267" y="0"/>
                    <a:pt x="111" y="81"/>
                    <a:pt x="23" y="232"/>
                  </a:cubicBezTo>
                  <a:cubicBezTo>
                    <a:pt x="0" y="286"/>
                    <a:pt x="45" y="334"/>
                    <a:pt x="91" y="334"/>
                  </a:cubicBezTo>
                  <a:cubicBezTo>
                    <a:pt x="112" y="334"/>
                    <a:pt x="133" y="324"/>
                    <a:pt x="147" y="299"/>
                  </a:cubicBezTo>
                  <a:cubicBezTo>
                    <a:pt x="203" y="194"/>
                    <a:pt x="310" y="136"/>
                    <a:pt x="418" y="136"/>
                  </a:cubicBezTo>
                  <a:cubicBezTo>
                    <a:pt x="505" y="136"/>
                    <a:pt x="592" y="174"/>
                    <a:pt x="653" y="254"/>
                  </a:cubicBezTo>
                  <a:cubicBezTo>
                    <a:pt x="670" y="266"/>
                    <a:pt x="689" y="271"/>
                    <a:pt x="707" y="271"/>
                  </a:cubicBezTo>
                  <a:cubicBezTo>
                    <a:pt x="726" y="271"/>
                    <a:pt x="743" y="266"/>
                    <a:pt x="754" y="254"/>
                  </a:cubicBezTo>
                  <a:cubicBezTo>
                    <a:pt x="776" y="221"/>
                    <a:pt x="776" y="176"/>
                    <a:pt x="754" y="153"/>
                  </a:cubicBezTo>
                  <a:cubicBezTo>
                    <a:pt x="665" y="50"/>
                    <a:pt x="544" y="0"/>
                    <a:pt x="4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26"/>
          <p:cNvSpPr/>
          <p:nvPr/>
        </p:nvSpPr>
        <p:spPr>
          <a:xfrm>
            <a:off x="-2575" y="-6425"/>
            <a:ext cx="9146700" cy="5149800"/>
          </a:xfrm>
          <a:prstGeom prst="rect">
            <a:avLst/>
          </a:prstGeom>
          <a:gradFill>
            <a:gsLst>
              <a:gs pos="0">
                <a:srgbClr val="CCEBEF">
                  <a:alpha val="55294"/>
                </a:srgbClr>
              </a:gs>
              <a:gs pos="100000">
                <a:srgbClr val="599FA8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5" name="Google Shape;1155;p26"/>
          <p:cNvSpPr/>
          <p:nvPr/>
        </p:nvSpPr>
        <p:spPr>
          <a:xfrm>
            <a:off x="-136625" y="-516626"/>
            <a:ext cx="9571093" cy="5990838"/>
          </a:xfrm>
          <a:custGeom>
            <a:avLst/>
            <a:gdLst/>
            <a:ahLst/>
            <a:cxnLst/>
            <a:rect l="l" t="t" r="r" b="b"/>
            <a:pathLst>
              <a:path w="18756" h="12277" extrusionOk="0">
                <a:moveTo>
                  <a:pt x="10452" y="0"/>
                </a:moveTo>
                <a:cubicBezTo>
                  <a:pt x="8309" y="0"/>
                  <a:pt x="7598" y="2260"/>
                  <a:pt x="7598" y="2260"/>
                </a:cubicBezTo>
                <a:cubicBezTo>
                  <a:pt x="7302" y="1340"/>
                  <a:pt x="6272" y="505"/>
                  <a:pt x="5103" y="505"/>
                </a:cubicBezTo>
                <a:cubicBezTo>
                  <a:pt x="4629" y="505"/>
                  <a:pt x="4132" y="642"/>
                  <a:pt x="3652" y="967"/>
                </a:cubicBezTo>
                <a:cubicBezTo>
                  <a:pt x="1977" y="2091"/>
                  <a:pt x="3225" y="4508"/>
                  <a:pt x="3225" y="4508"/>
                </a:cubicBezTo>
                <a:cubicBezTo>
                  <a:pt x="2873" y="4382"/>
                  <a:pt x="2437" y="4297"/>
                  <a:pt x="2001" y="4297"/>
                </a:cubicBezTo>
                <a:cubicBezTo>
                  <a:pt x="1000" y="4297"/>
                  <a:pt x="1" y="4744"/>
                  <a:pt x="32" y="6161"/>
                </a:cubicBezTo>
                <a:cubicBezTo>
                  <a:pt x="58" y="7741"/>
                  <a:pt x="1373" y="7918"/>
                  <a:pt x="1959" y="7918"/>
                </a:cubicBezTo>
                <a:cubicBezTo>
                  <a:pt x="2127" y="7918"/>
                  <a:pt x="2235" y="7903"/>
                  <a:pt x="2236" y="7903"/>
                </a:cubicBezTo>
                <a:lnTo>
                  <a:pt x="2236" y="7903"/>
                </a:lnTo>
                <a:cubicBezTo>
                  <a:pt x="2235" y="7903"/>
                  <a:pt x="268" y="9826"/>
                  <a:pt x="2191" y="10950"/>
                </a:cubicBezTo>
                <a:cubicBezTo>
                  <a:pt x="2543" y="11156"/>
                  <a:pt x="2854" y="11240"/>
                  <a:pt x="3127" y="11240"/>
                </a:cubicBezTo>
                <a:cubicBezTo>
                  <a:pt x="4345" y="11240"/>
                  <a:pt x="4810" y="9567"/>
                  <a:pt x="4810" y="9567"/>
                </a:cubicBezTo>
                <a:lnTo>
                  <a:pt x="4810" y="9567"/>
                </a:lnTo>
                <a:cubicBezTo>
                  <a:pt x="4810" y="9567"/>
                  <a:pt x="4394" y="11906"/>
                  <a:pt x="6890" y="12243"/>
                </a:cubicBezTo>
                <a:cubicBezTo>
                  <a:pt x="7062" y="12266"/>
                  <a:pt x="7223" y="12277"/>
                  <a:pt x="7375" y="12277"/>
                </a:cubicBezTo>
                <a:cubicBezTo>
                  <a:pt x="9440" y="12277"/>
                  <a:pt x="9723" y="10287"/>
                  <a:pt x="9723" y="10287"/>
                </a:cubicBezTo>
                <a:cubicBezTo>
                  <a:pt x="9723" y="10287"/>
                  <a:pt x="10125" y="12102"/>
                  <a:pt x="11875" y="12102"/>
                </a:cubicBezTo>
                <a:cubicBezTo>
                  <a:pt x="11998" y="12102"/>
                  <a:pt x="12127" y="12093"/>
                  <a:pt x="12264" y="12074"/>
                </a:cubicBezTo>
                <a:cubicBezTo>
                  <a:pt x="14344" y="11782"/>
                  <a:pt x="13973" y="9579"/>
                  <a:pt x="13973" y="9578"/>
                </a:cubicBezTo>
                <a:lnTo>
                  <a:pt x="13973" y="9578"/>
                </a:lnTo>
                <a:cubicBezTo>
                  <a:pt x="14662" y="10528"/>
                  <a:pt x="15551" y="10939"/>
                  <a:pt x="16363" y="10939"/>
                </a:cubicBezTo>
                <a:cubicBezTo>
                  <a:pt x="17656" y="10939"/>
                  <a:pt x="18755" y="9898"/>
                  <a:pt x="18548" y="8331"/>
                </a:cubicBezTo>
                <a:cubicBezTo>
                  <a:pt x="18294" y="6416"/>
                  <a:pt x="16911" y="6180"/>
                  <a:pt x="16244" y="6180"/>
                </a:cubicBezTo>
                <a:cubicBezTo>
                  <a:pt x="16025" y="6180"/>
                  <a:pt x="15884" y="6206"/>
                  <a:pt x="15884" y="6206"/>
                </a:cubicBezTo>
                <a:cubicBezTo>
                  <a:pt x="15884" y="6206"/>
                  <a:pt x="17424" y="4508"/>
                  <a:pt x="16210" y="3294"/>
                </a:cubicBezTo>
                <a:cubicBezTo>
                  <a:pt x="15721" y="2805"/>
                  <a:pt x="15203" y="2659"/>
                  <a:pt x="14762" y="2659"/>
                </a:cubicBezTo>
                <a:cubicBezTo>
                  <a:pt x="14118" y="2659"/>
                  <a:pt x="13635" y="2968"/>
                  <a:pt x="13635" y="2968"/>
                </a:cubicBezTo>
                <a:cubicBezTo>
                  <a:pt x="13635" y="2968"/>
                  <a:pt x="13961" y="719"/>
                  <a:pt x="11218" y="90"/>
                </a:cubicBezTo>
                <a:cubicBezTo>
                  <a:pt x="10944" y="28"/>
                  <a:pt x="10689" y="0"/>
                  <a:pt x="10452" y="0"/>
                </a:cubicBezTo>
                <a:close/>
              </a:path>
            </a:pathLst>
          </a:custGeom>
          <a:solidFill>
            <a:srgbClr val="CCEBEF">
              <a:alpha val="301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6" name="Google Shape;1156;p26"/>
          <p:cNvSpPr txBox="1">
            <a:spLocks noGrp="1"/>
          </p:cNvSpPr>
          <p:nvPr>
            <p:ph type="title"/>
          </p:nvPr>
        </p:nvSpPr>
        <p:spPr>
          <a:xfrm>
            <a:off x="2290025" y="2984550"/>
            <a:ext cx="45639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157" name="Google Shape;1157;p26"/>
          <p:cNvSpPr txBox="1">
            <a:spLocks noGrp="1"/>
          </p:cNvSpPr>
          <p:nvPr>
            <p:ph type="subTitle" idx="1"/>
          </p:nvPr>
        </p:nvSpPr>
        <p:spPr>
          <a:xfrm>
            <a:off x="1458125" y="1627050"/>
            <a:ext cx="6227700" cy="13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158" name="Google Shape;1158;p26"/>
          <p:cNvSpPr/>
          <p:nvPr/>
        </p:nvSpPr>
        <p:spPr>
          <a:xfrm flipH="1">
            <a:off x="5044774" y="327094"/>
            <a:ext cx="66397" cy="69931"/>
          </a:xfrm>
          <a:custGeom>
            <a:avLst/>
            <a:gdLst/>
            <a:ahLst/>
            <a:cxnLst/>
            <a:rect l="l" t="t" r="r" b="b"/>
            <a:pathLst>
              <a:path w="620" h="653" extrusionOk="0">
                <a:moveTo>
                  <a:pt x="226" y="0"/>
                </a:moveTo>
                <a:lnTo>
                  <a:pt x="203" y="225"/>
                </a:lnTo>
                <a:lnTo>
                  <a:pt x="1" y="337"/>
                </a:lnTo>
                <a:lnTo>
                  <a:pt x="203" y="427"/>
                </a:lnTo>
                <a:lnTo>
                  <a:pt x="248" y="652"/>
                </a:lnTo>
                <a:lnTo>
                  <a:pt x="394" y="483"/>
                </a:lnTo>
                <a:lnTo>
                  <a:pt x="619" y="517"/>
                </a:lnTo>
                <a:lnTo>
                  <a:pt x="619" y="517"/>
                </a:lnTo>
                <a:lnTo>
                  <a:pt x="507" y="326"/>
                </a:lnTo>
                <a:lnTo>
                  <a:pt x="608" y="112"/>
                </a:lnTo>
                <a:lnTo>
                  <a:pt x="608" y="112"/>
                </a:lnTo>
                <a:lnTo>
                  <a:pt x="383" y="157"/>
                </a:lnTo>
                <a:lnTo>
                  <a:pt x="22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9" name="Google Shape;1159;p26"/>
          <p:cNvSpPr/>
          <p:nvPr/>
        </p:nvSpPr>
        <p:spPr>
          <a:xfrm flipH="1">
            <a:off x="305707" y="727519"/>
            <a:ext cx="80748" cy="85567"/>
          </a:xfrm>
          <a:custGeom>
            <a:avLst/>
            <a:gdLst/>
            <a:ahLst/>
            <a:cxnLst/>
            <a:rect l="l" t="t" r="r" b="b"/>
            <a:pathLst>
              <a:path w="754" h="799" extrusionOk="0">
                <a:moveTo>
                  <a:pt x="282" y="0"/>
                </a:moveTo>
                <a:lnTo>
                  <a:pt x="248" y="281"/>
                </a:lnTo>
                <a:lnTo>
                  <a:pt x="1" y="405"/>
                </a:lnTo>
                <a:lnTo>
                  <a:pt x="248" y="517"/>
                </a:lnTo>
                <a:lnTo>
                  <a:pt x="293" y="798"/>
                </a:lnTo>
                <a:lnTo>
                  <a:pt x="484" y="596"/>
                </a:lnTo>
                <a:lnTo>
                  <a:pt x="754" y="641"/>
                </a:lnTo>
                <a:lnTo>
                  <a:pt x="619" y="394"/>
                </a:lnTo>
                <a:lnTo>
                  <a:pt x="743" y="146"/>
                </a:lnTo>
                <a:lnTo>
                  <a:pt x="473" y="203"/>
                </a:lnTo>
                <a:lnTo>
                  <a:pt x="28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0" name="Google Shape;1160;p26"/>
          <p:cNvSpPr/>
          <p:nvPr/>
        </p:nvSpPr>
        <p:spPr>
          <a:xfrm flipH="1">
            <a:off x="2133829" y="255882"/>
            <a:ext cx="67575" cy="71217"/>
          </a:xfrm>
          <a:custGeom>
            <a:avLst/>
            <a:gdLst/>
            <a:ahLst/>
            <a:cxnLst/>
            <a:rect l="l" t="t" r="r" b="b"/>
            <a:pathLst>
              <a:path w="631" h="665" extrusionOk="0">
                <a:moveTo>
                  <a:pt x="394" y="1"/>
                </a:moveTo>
                <a:lnTo>
                  <a:pt x="237" y="169"/>
                </a:lnTo>
                <a:lnTo>
                  <a:pt x="1" y="124"/>
                </a:lnTo>
                <a:lnTo>
                  <a:pt x="1" y="124"/>
                </a:lnTo>
                <a:lnTo>
                  <a:pt x="113" y="327"/>
                </a:lnTo>
                <a:lnTo>
                  <a:pt x="1" y="540"/>
                </a:lnTo>
                <a:lnTo>
                  <a:pt x="1" y="540"/>
                </a:lnTo>
                <a:lnTo>
                  <a:pt x="237" y="495"/>
                </a:lnTo>
                <a:lnTo>
                  <a:pt x="394" y="664"/>
                </a:lnTo>
                <a:lnTo>
                  <a:pt x="428" y="439"/>
                </a:lnTo>
                <a:lnTo>
                  <a:pt x="630" y="327"/>
                </a:lnTo>
                <a:lnTo>
                  <a:pt x="428" y="226"/>
                </a:lnTo>
                <a:lnTo>
                  <a:pt x="39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1" name="Google Shape;1161;p26"/>
          <p:cNvSpPr/>
          <p:nvPr/>
        </p:nvSpPr>
        <p:spPr>
          <a:xfrm flipH="1">
            <a:off x="3612221" y="4761303"/>
            <a:ext cx="54296" cy="55474"/>
          </a:xfrm>
          <a:custGeom>
            <a:avLst/>
            <a:gdLst/>
            <a:ahLst/>
            <a:cxnLst/>
            <a:rect l="l" t="t" r="r" b="b"/>
            <a:pathLst>
              <a:path w="507" h="518" extrusionOk="0">
                <a:moveTo>
                  <a:pt x="214" y="0"/>
                </a:moveTo>
                <a:lnTo>
                  <a:pt x="169" y="180"/>
                </a:lnTo>
                <a:lnTo>
                  <a:pt x="0" y="237"/>
                </a:lnTo>
                <a:lnTo>
                  <a:pt x="147" y="338"/>
                </a:lnTo>
                <a:lnTo>
                  <a:pt x="147" y="518"/>
                </a:lnTo>
                <a:lnTo>
                  <a:pt x="293" y="405"/>
                </a:lnTo>
                <a:lnTo>
                  <a:pt x="473" y="461"/>
                </a:lnTo>
                <a:lnTo>
                  <a:pt x="473" y="461"/>
                </a:lnTo>
                <a:lnTo>
                  <a:pt x="405" y="293"/>
                </a:lnTo>
                <a:lnTo>
                  <a:pt x="506" y="135"/>
                </a:lnTo>
                <a:lnTo>
                  <a:pt x="506" y="135"/>
                </a:lnTo>
                <a:lnTo>
                  <a:pt x="326" y="147"/>
                </a:lnTo>
                <a:lnTo>
                  <a:pt x="21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2" name="Google Shape;1162;p26"/>
          <p:cNvSpPr/>
          <p:nvPr/>
        </p:nvSpPr>
        <p:spPr>
          <a:xfrm flipH="1">
            <a:off x="302059" y="3207716"/>
            <a:ext cx="88030" cy="85567"/>
          </a:xfrm>
          <a:custGeom>
            <a:avLst/>
            <a:gdLst/>
            <a:ahLst/>
            <a:cxnLst/>
            <a:rect l="l" t="t" r="r" b="b"/>
            <a:pathLst>
              <a:path w="822" h="799" extrusionOk="0">
                <a:moveTo>
                  <a:pt x="383" y="1"/>
                </a:moveTo>
                <a:lnTo>
                  <a:pt x="282" y="270"/>
                </a:lnTo>
                <a:lnTo>
                  <a:pt x="1" y="327"/>
                </a:lnTo>
                <a:lnTo>
                  <a:pt x="226" y="518"/>
                </a:lnTo>
                <a:lnTo>
                  <a:pt x="192" y="799"/>
                </a:lnTo>
                <a:lnTo>
                  <a:pt x="439" y="641"/>
                </a:lnTo>
                <a:lnTo>
                  <a:pt x="698" y="754"/>
                </a:lnTo>
                <a:lnTo>
                  <a:pt x="698" y="754"/>
                </a:lnTo>
                <a:lnTo>
                  <a:pt x="631" y="484"/>
                </a:lnTo>
                <a:lnTo>
                  <a:pt x="822" y="259"/>
                </a:lnTo>
                <a:lnTo>
                  <a:pt x="529" y="248"/>
                </a:lnTo>
                <a:lnTo>
                  <a:pt x="38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3" name="Google Shape;1163;p26"/>
          <p:cNvSpPr/>
          <p:nvPr/>
        </p:nvSpPr>
        <p:spPr>
          <a:xfrm flipH="1">
            <a:off x="6853934" y="342200"/>
            <a:ext cx="39838" cy="39731"/>
          </a:xfrm>
          <a:custGeom>
            <a:avLst/>
            <a:gdLst/>
            <a:ahLst/>
            <a:cxnLst/>
            <a:rect l="l" t="t" r="r" b="b"/>
            <a:pathLst>
              <a:path w="372" h="371" extrusionOk="0">
                <a:moveTo>
                  <a:pt x="158" y="0"/>
                </a:moveTo>
                <a:lnTo>
                  <a:pt x="124" y="124"/>
                </a:lnTo>
                <a:lnTo>
                  <a:pt x="0" y="169"/>
                </a:lnTo>
                <a:lnTo>
                  <a:pt x="101" y="247"/>
                </a:lnTo>
                <a:lnTo>
                  <a:pt x="101" y="371"/>
                </a:lnTo>
                <a:lnTo>
                  <a:pt x="203" y="292"/>
                </a:lnTo>
                <a:lnTo>
                  <a:pt x="338" y="337"/>
                </a:lnTo>
                <a:lnTo>
                  <a:pt x="293" y="214"/>
                </a:lnTo>
                <a:lnTo>
                  <a:pt x="371" y="112"/>
                </a:lnTo>
                <a:lnTo>
                  <a:pt x="236" y="112"/>
                </a:lnTo>
                <a:lnTo>
                  <a:pt x="158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64" name="Google Shape;1164;p26"/>
          <p:cNvGrpSpPr/>
          <p:nvPr/>
        </p:nvGrpSpPr>
        <p:grpSpPr>
          <a:xfrm>
            <a:off x="7430892" y="124051"/>
            <a:ext cx="1713102" cy="1156456"/>
            <a:chOff x="2251342" y="373064"/>
            <a:chExt cx="1713102" cy="1156456"/>
          </a:xfrm>
        </p:grpSpPr>
        <p:sp>
          <p:nvSpPr>
            <p:cNvPr id="1165" name="Google Shape;1165;p26"/>
            <p:cNvSpPr/>
            <p:nvPr/>
          </p:nvSpPr>
          <p:spPr>
            <a:xfrm>
              <a:off x="2251342" y="373064"/>
              <a:ext cx="1713102" cy="1156456"/>
            </a:xfrm>
            <a:custGeom>
              <a:avLst/>
              <a:gdLst/>
              <a:ahLst/>
              <a:cxnLst/>
              <a:rect l="l" t="t" r="r" b="b"/>
              <a:pathLst>
                <a:path w="18416" h="12432" extrusionOk="0">
                  <a:moveTo>
                    <a:pt x="6845" y="0"/>
                  </a:moveTo>
                  <a:cubicBezTo>
                    <a:pt x="6533" y="0"/>
                    <a:pt x="6188" y="87"/>
                    <a:pt x="5813" y="290"/>
                  </a:cubicBezTo>
                  <a:cubicBezTo>
                    <a:pt x="4812" y="819"/>
                    <a:pt x="4205" y="1864"/>
                    <a:pt x="4239" y="2988"/>
                  </a:cubicBezTo>
                  <a:cubicBezTo>
                    <a:pt x="4239" y="2988"/>
                    <a:pt x="3653" y="2669"/>
                    <a:pt x="2949" y="2669"/>
                  </a:cubicBezTo>
                  <a:cubicBezTo>
                    <a:pt x="2230" y="2669"/>
                    <a:pt x="1388" y="3002"/>
                    <a:pt x="922" y="4349"/>
                  </a:cubicBezTo>
                  <a:cubicBezTo>
                    <a:pt x="0" y="7013"/>
                    <a:pt x="2271" y="7485"/>
                    <a:pt x="2271" y="7485"/>
                  </a:cubicBezTo>
                  <a:cubicBezTo>
                    <a:pt x="2271" y="7485"/>
                    <a:pt x="1046" y="11195"/>
                    <a:pt x="4059" y="12196"/>
                  </a:cubicBezTo>
                  <a:cubicBezTo>
                    <a:pt x="4554" y="12362"/>
                    <a:pt x="5013" y="12432"/>
                    <a:pt x="5436" y="12432"/>
                  </a:cubicBezTo>
                  <a:cubicBezTo>
                    <a:pt x="7587" y="12432"/>
                    <a:pt x="8781" y="10633"/>
                    <a:pt x="8781" y="10633"/>
                  </a:cubicBezTo>
                  <a:cubicBezTo>
                    <a:pt x="8781" y="10633"/>
                    <a:pt x="9436" y="11953"/>
                    <a:pt x="11076" y="11953"/>
                  </a:cubicBezTo>
                  <a:cubicBezTo>
                    <a:pt x="11271" y="11953"/>
                    <a:pt x="11480" y="11934"/>
                    <a:pt x="11704" y="11892"/>
                  </a:cubicBezTo>
                  <a:cubicBezTo>
                    <a:pt x="13795" y="11499"/>
                    <a:pt x="13615" y="9284"/>
                    <a:pt x="13615" y="9284"/>
                  </a:cubicBezTo>
                  <a:lnTo>
                    <a:pt x="13615" y="9284"/>
                  </a:lnTo>
                  <a:cubicBezTo>
                    <a:pt x="13615" y="9284"/>
                    <a:pt x="14680" y="9900"/>
                    <a:pt x="15733" y="9900"/>
                  </a:cubicBezTo>
                  <a:cubicBezTo>
                    <a:pt x="16490" y="9900"/>
                    <a:pt x="17240" y="9582"/>
                    <a:pt x="17584" y="8486"/>
                  </a:cubicBezTo>
                  <a:cubicBezTo>
                    <a:pt x="18416" y="5866"/>
                    <a:pt x="16324" y="4956"/>
                    <a:pt x="16324" y="4956"/>
                  </a:cubicBezTo>
                  <a:cubicBezTo>
                    <a:pt x="16324" y="4956"/>
                    <a:pt x="18112" y="2685"/>
                    <a:pt x="15672" y="897"/>
                  </a:cubicBezTo>
                  <a:cubicBezTo>
                    <a:pt x="15135" y="505"/>
                    <a:pt x="14640" y="352"/>
                    <a:pt x="14195" y="352"/>
                  </a:cubicBezTo>
                  <a:cubicBezTo>
                    <a:pt x="12611" y="352"/>
                    <a:pt x="11659" y="2291"/>
                    <a:pt x="11659" y="2291"/>
                  </a:cubicBezTo>
                  <a:cubicBezTo>
                    <a:pt x="11603" y="1538"/>
                    <a:pt x="11018" y="920"/>
                    <a:pt x="10254" y="852"/>
                  </a:cubicBezTo>
                  <a:cubicBezTo>
                    <a:pt x="10163" y="841"/>
                    <a:pt x="10077" y="836"/>
                    <a:pt x="9996" y="836"/>
                  </a:cubicBezTo>
                  <a:cubicBezTo>
                    <a:pt x="8877" y="836"/>
                    <a:pt x="8691" y="1853"/>
                    <a:pt x="8691" y="1853"/>
                  </a:cubicBezTo>
                  <a:cubicBezTo>
                    <a:pt x="8621" y="1073"/>
                    <a:pt x="7943" y="0"/>
                    <a:pt x="68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26"/>
            <p:cNvSpPr/>
            <p:nvPr/>
          </p:nvSpPr>
          <p:spPr>
            <a:xfrm>
              <a:off x="2394502" y="663011"/>
              <a:ext cx="169580" cy="101115"/>
            </a:xfrm>
            <a:custGeom>
              <a:avLst/>
              <a:gdLst/>
              <a:ahLst/>
              <a:cxnLst/>
              <a:rect l="l" t="t" r="r" b="b"/>
              <a:pathLst>
                <a:path w="1823" h="1087" extrusionOk="0">
                  <a:moveTo>
                    <a:pt x="1593" y="1"/>
                  </a:moveTo>
                  <a:cubicBezTo>
                    <a:pt x="927" y="1"/>
                    <a:pt x="318" y="374"/>
                    <a:pt x="24" y="973"/>
                  </a:cubicBezTo>
                  <a:cubicBezTo>
                    <a:pt x="1" y="1035"/>
                    <a:pt x="53" y="1087"/>
                    <a:pt x="102" y="1087"/>
                  </a:cubicBezTo>
                  <a:cubicBezTo>
                    <a:pt x="124" y="1087"/>
                    <a:pt x="145" y="1076"/>
                    <a:pt x="159" y="1052"/>
                  </a:cubicBezTo>
                  <a:cubicBezTo>
                    <a:pt x="417" y="504"/>
                    <a:pt x="971" y="156"/>
                    <a:pt x="1574" y="156"/>
                  </a:cubicBezTo>
                  <a:cubicBezTo>
                    <a:pt x="1627" y="156"/>
                    <a:pt x="1680" y="158"/>
                    <a:pt x="1733" y="164"/>
                  </a:cubicBezTo>
                  <a:cubicBezTo>
                    <a:pt x="1736" y="164"/>
                    <a:pt x="1739" y="164"/>
                    <a:pt x="1742" y="164"/>
                  </a:cubicBezTo>
                  <a:cubicBezTo>
                    <a:pt x="1823" y="164"/>
                    <a:pt x="1820" y="17"/>
                    <a:pt x="1733" y="6"/>
                  </a:cubicBezTo>
                  <a:cubicBezTo>
                    <a:pt x="1686" y="3"/>
                    <a:pt x="1640" y="1"/>
                    <a:pt x="1593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26"/>
            <p:cNvSpPr/>
            <p:nvPr/>
          </p:nvSpPr>
          <p:spPr>
            <a:xfrm>
              <a:off x="2599614" y="670918"/>
              <a:ext cx="53395" cy="27535"/>
            </a:xfrm>
            <a:custGeom>
              <a:avLst/>
              <a:gdLst/>
              <a:ahLst/>
              <a:cxnLst/>
              <a:rect l="l" t="t" r="r" b="b"/>
              <a:pathLst>
                <a:path w="574" h="296" extrusionOk="0">
                  <a:moveTo>
                    <a:pt x="79" y="0"/>
                  </a:moveTo>
                  <a:cubicBezTo>
                    <a:pt x="34" y="0"/>
                    <a:pt x="0" y="34"/>
                    <a:pt x="0" y="79"/>
                  </a:cubicBezTo>
                  <a:cubicBezTo>
                    <a:pt x="0" y="124"/>
                    <a:pt x="34" y="157"/>
                    <a:pt x="79" y="157"/>
                  </a:cubicBezTo>
                  <a:lnTo>
                    <a:pt x="169" y="157"/>
                  </a:lnTo>
                  <a:cubicBezTo>
                    <a:pt x="203" y="157"/>
                    <a:pt x="236" y="169"/>
                    <a:pt x="281" y="180"/>
                  </a:cubicBezTo>
                  <a:lnTo>
                    <a:pt x="304" y="191"/>
                  </a:lnTo>
                  <a:lnTo>
                    <a:pt x="315" y="202"/>
                  </a:lnTo>
                  <a:cubicBezTo>
                    <a:pt x="326" y="202"/>
                    <a:pt x="349" y="214"/>
                    <a:pt x="360" y="225"/>
                  </a:cubicBezTo>
                  <a:cubicBezTo>
                    <a:pt x="382" y="225"/>
                    <a:pt x="394" y="236"/>
                    <a:pt x="405" y="247"/>
                  </a:cubicBezTo>
                  <a:lnTo>
                    <a:pt x="427" y="270"/>
                  </a:lnTo>
                  <a:cubicBezTo>
                    <a:pt x="427" y="270"/>
                    <a:pt x="442" y="275"/>
                    <a:pt x="449" y="275"/>
                  </a:cubicBezTo>
                  <a:cubicBezTo>
                    <a:pt x="451" y="275"/>
                    <a:pt x="452" y="274"/>
                    <a:pt x="452" y="273"/>
                  </a:cubicBezTo>
                  <a:lnTo>
                    <a:pt x="452" y="273"/>
                  </a:lnTo>
                  <a:cubicBezTo>
                    <a:pt x="463" y="288"/>
                    <a:pt x="479" y="295"/>
                    <a:pt x="496" y="295"/>
                  </a:cubicBezTo>
                  <a:cubicBezTo>
                    <a:pt x="514" y="295"/>
                    <a:pt x="534" y="287"/>
                    <a:pt x="551" y="270"/>
                  </a:cubicBezTo>
                  <a:cubicBezTo>
                    <a:pt x="574" y="247"/>
                    <a:pt x="574" y="202"/>
                    <a:pt x="551" y="180"/>
                  </a:cubicBezTo>
                  <a:cubicBezTo>
                    <a:pt x="416" y="67"/>
                    <a:pt x="247" y="11"/>
                    <a:pt x="79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26"/>
            <p:cNvSpPr/>
            <p:nvPr/>
          </p:nvSpPr>
          <p:spPr>
            <a:xfrm>
              <a:off x="2342317" y="815846"/>
              <a:ext cx="40372" cy="99813"/>
            </a:xfrm>
            <a:custGeom>
              <a:avLst/>
              <a:gdLst/>
              <a:ahLst/>
              <a:cxnLst/>
              <a:rect l="l" t="t" r="r" b="b"/>
              <a:pathLst>
                <a:path w="434" h="1073" extrusionOk="0">
                  <a:moveTo>
                    <a:pt x="329" y="0"/>
                  </a:moveTo>
                  <a:cubicBezTo>
                    <a:pt x="310" y="0"/>
                    <a:pt x="289" y="8"/>
                    <a:pt x="270" y="27"/>
                  </a:cubicBezTo>
                  <a:cubicBezTo>
                    <a:pt x="0" y="275"/>
                    <a:pt x="34" y="668"/>
                    <a:pt x="68" y="1005"/>
                  </a:cubicBezTo>
                  <a:cubicBezTo>
                    <a:pt x="62" y="1050"/>
                    <a:pt x="102" y="1073"/>
                    <a:pt x="141" y="1073"/>
                  </a:cubicBezTo>
                  <a:cubicBezTo>
                    <a:pt x="180" y="1073"/>
                    <a:pt x="220" y="1050"/>
                    <a:pt x="214" y="1005"/>
                  </a:cubicBezTo>
                  <a:cubicBezTo>
                    <a:pt x="180" y="713"/>
                    <a:pt x="147" y="353"/>
                    <a:pt x="383" y="128"/>
                  </a:cubicBezTo>
                  <a:cubicBezTo>
                    <a:pt x="434" y="77"/>
                    <a:pt x="388" y="0"/>
                    <a:pt x="329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26"/>
            <p:cNvSpPr/>
            <p:nvPr/>
          </p:nvSpPr>
          <p:spPr>
            <a:xfrm>
              <a:off x="2690031" y="455202"/>
              <a:ext cx="143255" cy="169487"/>
            </a:xfrm>
            <a:custGeom>
              <a:avLst/>
              <a:gdLst/>
              <a:ahLst/>
              <a:cxnLst/>
              <a:rect l="l" t="t" r="r" b="b"/>
              <a:pathLst>
                <a:path w="1540" h="1822" extrusionOk="0">
                  <a:moveTo>
                    <a:pt x="1430" y="1"/>
                  </a:moveTo>
                  <a:cubicBezTo>
                    <a:pt x="1424" y="1"/>
                    <a:pt x="1418" y="1"/>
                    <a:pt x="1412" y="3"/>
                  </a:cubicBezTo>
                  <a:cubicBezTo>
                    <a:pt x="658" y="284"/>
                    <a:pt x="107" y="947"/>
                    <a:pt x="6" y="1746"/>
                  </a:cubicBezTo>
                  <a:cubicBezTo>
                    <a:pt x="1" y="1796"/>
                    <a:pt x="34" y="1822"/>
                    <a:pt x="71" y="1822"/>
                  </a:cubicBezTo>
                  <a:cubicBezTo>
                    <a:pt x="107" y="1822"/>
                    <a:pt x="147" y="1796"/>
                    <a:pt x="152" y="1746"/>
                  </a:cubicBezTo>
                  <a:cubicBezTo>
                    <a:pt x="254" y="1015"/>
                    <a:pt x="759" y="408"/>
                    <a:pt x="1445" y="149"/>
                  </a:cubicBezTo>
                  <a:cubicBezTo>
                    <a:pt x="1539" y="128"/>
                    <a:pt x="1507" y="1"/>
                    <a:pt x="1430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26"/>
            <p:cNvSpPr/>
            <p:nvPr/>
          </p:nvSpPr>
          <p:spPr>
            <a:xfrm>
              <a:off x="2895794" y="434272"/>
              <a:ext cx="68837" cy="29395"/>
            </a:xfrm>
            <a:custGeom>
              <a:avLst/>
              <a:gdLst/>
              <a:ahLst/>
              <a:cxnLst/>
              <a:rect l="l" t="t" r="r" b="b"/>
              <a:pathLst>
                <a:path w="740" h="316" extrusionOk="0">
                  <a:moveTo>
                    <a:pt x="159" y="0"/>
                  </a:moveTo>
                  <a:cubicBezTo>
                    <a:pt x="135" y="0"/>
                    <a:pt x="112" y="1"/>
                    <a:pt x="88" y="3"/>
                  </a:cubicBezTo>
                  <a:cubicBezTo>
                    <a:pt x="82" y="2"/>
                    <a:pt x="77" y="1"/>
                    <a:pt x="73" y="1"/>
                  </a:cubicBezTo>
                  <a:cubicBezTo>
                    <a:pt x="0" y="1"/>
                    <a:pt x="3" y="150"/>
                    <a:pt x="80" y="150"/>
                  </a:cubicBezTo>
                  <a:cubicBezTo>
                    <a:pt x="82" y="150"/>
                    <a:pt x="85" y="150"/>
                    <a:pt x="88" y="149"/>
                  </a:cubicBezTo>
                  <a:cubicBezTo>
                    <a:pt x="116" y="147"/>
                    <a:pt x="143" y="145"/>
                    <a:pt x="170" y="145"/>
                  </a:cubicBezTo>
                  <a:cubicBezTo>
                    <a:pt x="251" y="145"/>
                    <a:pt x="327" y="158"/>
                    <a:pt x="402" y="183"/>
                  </a:cubicBezTo>
                  <a:cubicBezTo>
                    <a:pt x="447" y="194"/>
                    <a:pt x="504" y="206"/>
                    <a:pt x="549" y="217"/>
                  </a:cubicBezTo>
                  <a:cubicBezTo>
                    <a:pt x="560" y="228"/>
                    <a:pt x="571" y="228"/>
                    <a:pt x="582" y="239"/>
                  </a:cubicBezTo>
                  <a:cubicBezTo>
                    <a:pt x="580" y="237"/>
                    <a:pt x="580" y="236"/>
                    <a:pt x="580" y="236"/>
                  </a:cubicBezTo>
                  <a:cubicBezTo>
                    <a:pt x="582" y="236"/>
                    <a:pt x="592" y="243"/>
                    <a:pt x="590" y="243"/>
                  </a:cubicBezTo>
                  <a:cubicBezTo>
                    <a:pt x="589" y="243"/>
                    <a:pt x="587" y="242"/>
                    <a:pt x="582" y="239"/>
                  </a:cubicBezTo>
                  <a:lnTo>
                    <a:pt x="582" y="239"/>
                  </a:lnTo>
                  <a:cubicBezTo>
                    <a:pt x="582" y="290"/>
                    <a:pt x="619" y="315"/>
                    <a:pt x="655" y="315"/>
                  </a:cubicBezTo>
                  <a:cubicBezTo>
                    <a:pt x="692" y="315"/>
                    <a:pt x="729" y="290"/>
                    <a:pt x="729" y="239"/>
                  </a:cubicBezTo>
                  <a:cubicBezTo>
                    <a:pt x="740" y="116"/>
                    <a:pt x="594" y="82"/>
                    <a:pt x="492" y="48"/>
                  </a:cubicBezTo>
                  <a:cubicBezTo>
                    <a:pt x="381" y="20"/>
                    <a:pt x="270" y="0"/>
                    <a:pt x="159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26"/>
            <p:cNvSpPr/>
            <p:nvPr/>
          </p:nvSpPr>
          <p:spPr>
            <a:xfrm>
              <a:off x="3094023" y="491015"/>
              <a:ext cx="107348" cy="66790"/>
            </a:xfrm>
            <a:custGeom>
              <a:avLst/>
              <a:gdLst/>
              <a:ahLst/>
              <a:cxnLst/>
              <a:rect l="l" t="t" r="r" b="b"/>
              <a:pathLst>
                <a:path w="1154" h="718" extrusionOk="0">
                  <a:moveTo>
                    <a:pt x="930" y="1"/>
                  </a:moveTo>
                  <a:cubicBezTo>
                    <a:pt x="773" y="1"/>
                    <a:pt x="621" y="49"/>
                    <a:pt x="498" y="146"/>
                  </a:cubicBezTo>
                  <a:cubicBezTo>
                    <a:pt x="329" y="259"/>
                    <a:pt x="183" y="416"/>
                    <a:pt x="59" y="585"/>
                  </a:cubicBezTo>
                  <a:cubicBezTo>
                    <a:pt x="0" y="636"/>
                    <a:pt x="55" y="718"/>
                    <a:pt x="114" y="718"/>
                  </a:cubicBezTo>
                  <a:cubicBezTo>
                    <a:pt x="134" y="718"/>
                    <a:pt x="155" y="709"/>
                    <a:pt x="171" y="686"/>
                  </a:cubicBezTo>
                  <a:cubicBezTo>
                    <a:pt x="354" y="453"/>
                    <a:pt x="601" y="146"/>
                    <a:pt x="920" y="146"/>
                  </a:cubicBezTo>
                  <a:cubicBezTo>
                    <a:pt x="954" y="146"/>
                    <a:pt x="990" y="150"/>
                    <a:pt x="1026" y="158"/>
                  </a:cubicBezTo>
                  <a:cubicBezTo>
                    <a:pt x="1032" y="159"/>
                    <a:pt x="1038" y="160"/>
                    <a:pt x="1044" y="160"/>
                  </a:cubicBezTo>
                  <a:cubicBezTo>
                    <a:pt x="1121" y="160"/>
                    <a:pt x="1154" y="32"/>
                    <a:pt x="1060" y="12"/>
                  </a:cubicBezTo>
                  <a:cubicBezTo>
                    <a:pt x="1016" y="4"/>
                    <a:pt x="973" y="1"/>
                    <a:pt x="930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26"/>
            <p:cNvSpPr/>
            <p:nvPr/>
          </p:nvSpPr>
          <p:spPr>
            <a:xfrm>
              <a:off x="3246950" y="506270"/>
              <a:ext cx="41860" cy="36093"/>
            </a:xfrm>
            <a:custGeom>
              <a:avLst/>
              <a:gdLst/>
              <a:ahLst/>
              <a:cxnLst/>
              <a:rect l="l" t="t" r="r" b="b"/>
              <a:pathLst>
                <a:path w="450" h="388" extrusionOk="0">
                  <a:moveTo>
                    <a:pt x="76" y="0"/>
                  </a:moveTo>
                  <a:cubicBezTo>
                    <a:pt x="70" y="0"/>
                    <a:pt x="63" y="2"/>
                    <a:pt x="56" y="5"/>
                  </a:cubicBezTo>
                  <a:cubicBezTo>
                    <a:pt x="45" y="5"/>
                    <a:pt x="23" y="27"/>
                    <a:pt x="11" y="39"/>
                  </a:cubicBezTo>
                  <a:cubicBezTo>
                    <a:pt x="0" y="72"/>
                    <a:pt x="11" y="117"/>
                    <a:pt x="45" y="140"/>
                  </a:cubicBezTo>
                  <a:cubicBezTo>
                    <a:pt x="68" y="151"/>
                    <a:pt x="101" y="162"/>
                    <a:pt x="124" y="185"/>
                  </a:cubicBezTo>
                  <a:lnTo>
                    <a:pt x="169" y="207"/>
                  </a:lnTo>
                  <a:lnTo>
                    <a:pt x="191" y="219"/>
                  </a:lnTo>
                  <a:cubicBezTo>
                    <a:pt x="214" y="241"/>
                    <a:pt x="236" y="264"/>
                    <a:pt x="259" y="286"/>
                  </a:cubicBezTo>
                  <a:lnTo>
                    <a:pt x="270" y="308"/>
                  </a:lnTo>
                  <a:cubicBezTo>
                    <a:pt x="281" y="320"/>
                    <a:pt x="293" y="342"/>
                    <a:pt x="293" y="353"/>
                  </a:cubicBezTo>
                  <a:cubicBezTo>
                    <a:pt x="307" y="375"/>
                    <a:pt x="331" y="388"/>
                    <a:pt x="358" y="388"/>
                  </a:cubicBezTo>
                  <a:cubicBezTo>
                    <a:pt x="373" y="388"/>
                    <a:pt x="389" y="384"/>
                    <a:pt x="405" y="376"/>
                  </a:cubicBezTo>
                  <a:cubicBezTo>
                    <a:pt x="439" y="365"/>
                    <a:pt x="450" y="320"/>
                    <a:pt x="439" y="286"/>
                  </a:cubicBezTo>
                  <a:cubicBezTo>
                    <a:pt x="360" y="162"/>
                    <a:pt x="248" y="72"/>
                    <a:pt x="124" y="16"/>
                  </a:cubicBezTo>
                  <a:cubicBezTo>
                    <a:pt x="108" y="8"/>
                    <a:pt x="92" y="0"/>
                    <a:pt x="76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26"/>
            <p:cNvSpPr/>
            <p:nvPr/>
          </p:nvSpPr>
          <p:spPr>
            <a:xfrm>
              <a:off x="3374762" y="505619"/>
              <a:ext cx="69953" cy="86604"/>
            </a:xfrm>
            <a:custGeom>
              <a:avLst/>
              <a:gdLst/>
              <a:ahLst/>
              <a:cxnLst/>
              <a:rect l="l" t="t" r="r" b="b"/>
              <a:pathLst>
                <a:path w="752" h="931" extrusionOk="0">
                  <a:moveTo>
                    <a:pt x="666" y="0"/>
                  </a:moveTo>
                  <a:cubicBezTo>
                    <a:pt x="653" y="0"/>
                    <a:pt x="639" y="4"/>
                    <a:pt x="627" y="12"/>
                  </a:cubicBezTo>
                  <a:cubicBezTo>
                    <a:pt x="335" y="214"/>
                    <a:pt x="121" y="507"/>
                    <a:pt x="20" y="844"/>
                  </a:cubicBezTo>
                  <a:cubicBezTo>
                    <a:pt x="0" y="897"/>
                    <a:pt x="43" y="931"/>
                    <a:pt x="86" y="931"/>
                  </a:cubicBezTo>
                  <a:cubicBezTo>
                    <a:pt x="116" y="931"/>
                    <a:pt x="146" y="914"/>
                    <a:pt x="155" y="878"/>
                  </a:cubicBezTo>
                  <a:cubicBezTo>
                    <a:pt x="256" y="585"/>
                    <a:pt x="448" y="327"/>
                    <a:pt x="695" y="147"/>
                  </a:cubicBezTo>
                  <a:cubicBezTo>
                    <a:pt x="740" y="124"/>
                    <a:pt x="751" y="79"/>
                    <a:pt x="729" y="34"/>
                  </a:cubicBezTo>
                  <a:cubicBezTo>
                    <a:pt x="714" y="13"/>
                    <a:pt x="690" y="0"/>
                    <a:pt x="666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26"/>
            <p:cNvSpPr/>
            <p:nvPr/>
          </p:nvSpPr>
          <p:spPr>
            <a:xfrm>
              <a:off x="3502108" y="449806"/>
              <a:ext cx="246882" cy="106883"/>
            </a:xfrm>
            <a:custGeom>
              <a:avLst/>
              <a:gdLst/>
              <a:ahLst/>
              <a:cxnLst/>
              <a:rect l="l" t="t" r="r" b="b"/>
              <a:pathLst>
                <a:path w="2654" h="1149" extrusionOk="0">
                  <a:moveTo>
                    <a:pt x="939" y="0"/>
                  </a:moveTo>
                  <a:cubicBezTo>
                    <a:pt x="635" y="0"/>
                    <a:pt x="334" y="81"/>
                    <a:pt x="68" y="241"/>
                  </a:cubicBezTo>
                  <a:cubicBezTo>
                    <a:pt x="1" y="289"/>
                    <a:pt x="48" y="386"/>
                    <a:pt x="112" y="386"/>
                  </a:cubicBezTo>
                  <a:cubicBezTo>
                    <a:pt x="123" y="386"/>
                    <a:pt x="135" y="383"/>
                    <a:pt x="147" y="376"/>
                  </a:cubicBezTo>
                  <a:cubicBezTo>
                    <a:pt x="383" y="227"/>
                    <a:pt x="652" y="152"/>
                    <a:pt x="924" y="152"/>
                  </a:cubicBezTo>
                  <a:cubicBezTo>
                    <a:pt x="1105" y="152"/>
                    <a:pt x="1287" y="185"/>
                    <a:pt x="1462" y="252"/>
                  </a:cubicBezTo>
                  <a:cubicBezTo>
                    <a:pt x="1676" y="320"/>
                    <a:pt x="1867" y="421"/>
                    <a:pt x="2047" y="567"/>
                  </a:cubicBezTo>
                  <a:cubicBezTo>
                    <a:pt x="2136" y="634"/>
                    <a:pt x="2215" y="713"/>
                    <a:pt x="2294" y="792"/>
                  </a:cubicBezTo>
                  <a:cubicBezTo>
                    <a:pt x="2361" y="859"/>
                    <a:pt x="2485" y="960"/>
                    <a:pt x="2496" y="1073"/>
                  </a:cubicBezTo>
                  <a:cubicBezTo>
                    <a:pt x="2502" y="1123"/>
                    <a:pt x="2541" y="1149"/>
                    <a:pt x="2579" y="1149"/>
                  </a:cubicBezTo>
                  <a:cubicBezTo>
                    <a:pt x="2617" y="1149"/>
                    <a:pt x="2654" y="1123"/>
                    <a:pt x="2654" y="1073"/>
                  </a:cubicBezTo>
                  <a:cubicBezTo>
                    <a:pt x="2631" y="960"/>
                    <a:pt x="2575" y="848"/>
                    <a:pt x="2485" y="769"/>
                  </a:cubicBezTo>
                  <a:cubicBezTo>
                    <a:pt x="2395" y="679"/>
                    <a:pt x="2305" y="578"/>
                    <a:pt x="2204" y="500"/>
                  </a:cubicBezTo>
                  <a:cubicBezTo>
                    <a:pt x="2013" y="342"/>
                    <a:pt x="1799" y="207"/>
                    <a:pt x="1563" y="117"/>
                  </a:cubicBezTo>
                  <a:cubicBezTo>
                    <a:pt x="1361" y="39"/>
                    <a:pt x="1149" y="0"/>
                    <a:pt x="939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26"/>
            <p:cNvSpPr/>
            <p:nvPr/>
          </p:nvSpPr>
          <p:spPr>
            <a:xfrm>
              <a:off x="3411319" y="1225512"/>
              <a:ext cx="82511" cy="178417"/>
            </a:xfrm>
            <a:custGeom>
              <a:avLst/>
              <a:gdLst/>
              <a:ahLst/>
              <a:cxnLst/>
              <a:rect l="l" t="t" r="r" b="b"/>
              <a:pathLst>
                <a:path w="887" h="1918" extrusionOk="0">
                  <a:moveTo>
                    <a:pt x="721" y="1"/>
                  </a:moveTo>
                  <a:cubicBezTo>
                    <a:pt x="675" y="1"/>
                    <a:pt x="630" y="37"/>
                    <a:pt x="650" y="98"/>
                  </a:cubicBezTo>
                  <a:cubicBezTo>
                    <a:pt x="729" y="412"/>
                    <a:pt x="684" y="750"/>
                    <a:pt x="538" y="1042"/>
                  </a:cubicBezTo>
                  <a:cubicBezTo>
                    <a:pt x="470" y="1188"/>
                    <a:pt x="414" y="1323"/>
                    <a:pt x="336" y="1469"/>
                  </a:cubicBezTo>
                  <a:cubicBezTo>
                    <a:pt x="279" y="1593"/>
                    <a:pt x="189" y="1694"/>
                    <a:pt x="77" y="1773"/>
                  </a:cubicBezTo>
                  <a:cubicBezTo>
                    <a:pt x="0" y="1821"/>
                    <a:pt x="46" y="1917"/>
                    <a:pt x="117" y="1917"/>
                  </a:cubicBezTo>
                  <a:cubicBezTo>
                    <a:pt x="129" y="1917"/>
                    <a:pt x="142" y="1914"/>
                    <a:pt x="156" y="1908"/>
                  </a:cubicBezTo>
                  <a:cubicBezTo>
                    <a:pt x="279" y="1829"/>
                    <a:pt x="381" y="1717"/>
                    <a:pt x="448" y="1582"/>
                  </a:cubicBezTo>
                  <a:cubicBezTo>
                    <a:pt x="538" y="1424"/>
                    <a:pt x="605" y="1267"/>
                    <a:pt x="684" y="1098"/>
                  </a:cubicBezTo>
                  <a:cubicBezTo>
                    <a:pt x="841" y="772"/>
                    <a:pt x="886" y="401"/>
                    <a:pt x="797" y="53"/>
                  </a:cubicBezTo>
                  <a:cubicBezTo>
                    <a:pt x="783" y="17"/>
                    <a:pt x="752" y="1"/>
                    <a:pt x="721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26"/>
            <p:cNvSpPr/>
            <p:nvPr/>
          </p:nvSpPr>
          <p:spPr>
            <a:xfrm>
              <a:off x="3220811" y="1436392"/>
              <a:ext cx="123813" cy="20465"/>
            </a:xfrm>
            <a:custGeom>
              <a:avLst/>
              <a:gdLst/>
              <a:ahLst/>
              <a:cxnLst/>
              <a:rect l="l" t="t" r="r" b="b"/>
              <a:pathLst>
                <a:path w="1331" h="220" extrusionOk="0">
                  <a:moveTo>
                    <a:pt x="113" y="0"/>
                  </a:moveTo>
                  <a:cubicBezTo>
                    <a:pt x="34" y="0"/>
                    <a:pt x="0" y="113"/>
                    <a:pt x="68" y="147"/>
                  </a:cubicBezTo>
                  <a:cubicBezTo>
                    <a:pt x="271" y="194"/>
                    <a:pt x="480" y="220"/>
                    <a:pt x="689" y="220"/>
                  </a:cubicBezTo>
                  <a:cubicBezTo>
                    <a:pt x="873" y="220"/>
                    <a:pt x="1058" y="200"/>
                    <a:pt x="1237" y="158"/>
                  </a:cubicBezTo>
                  <a:cubicBezTo>
                    <a:pt x="1331" y="147"/>
                    <a:pt x="1299" y="21"/>
                    <a:pt x="1222" y="21"/>
                  </a:cubicBezTo>
                  <a:cubicBezTo>
                    <a:pt x="1216" y="21"/>
                    <a:pt x="1210" y="21"/>
                    <a:pt x="1203" y="23"/>
                  </a:cubicBezTo>
                  <a:cubicBezTo>
                    <a:pt x="1041" y="58"/>
                    <a:pt x="877" y="76"/>
                    <a:pt x="712" y="76"/>
                  </a:cubicBezTo>
                  <a:cubicBezTo>
                    <a:pt x="512" y="76"/>
                    <a:pt x="310" y="50"/>
                    <a:pt x="113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26"/>
            <p:cNvSpPr/>
            <p:nvPr/>
          </p:nvSpPr>
          <p:spPr>
            <a:xfrm>
              <a:off x="2474128" y="1101794"/>
              <a:ext cx="56093" cy="223812"/>
            </a:xfrm>
            <a:custGeom>
              <a:avLst/>
              <a:gdLst/>
              <a:ahLst/>
              <a:cxnLst/>
              <a:rect l="l" t="t" r="r" b="b"/>
              <a:pathLst>
                <a:path w="603" h="2406" extrusionOk="0">
                  <a:moveTo>
                    <a:pt x="371" y="0"/>
                  </a:moveTo>
                  <a:cubicBezTo>
                    <a:pt x="353" y="0"/>
                    <a:pt x="333" y="7"/>
                    <a:pt x="315" y="22"/>
                  </a:cubicBezTo>
                  <a:cubicBezTo>
                    <a:pt x="180" y="157"/>
                    <a:pt x="101" y="326"/>
                    <a:pt x="79" y="517"/>
                  </a:cubicBezTo>
                  <a:cubicBezTo>
                    <a:pt x="34" y="753"/>
                    <a:pt x="11" y="989"/>
                    <a:pt x="11" y="1237"/>
                  </a:cubicBezTo>
                  <a:cubicBezTo>
                    <a:pt x="0" y="1653"/>
                    <a:pt x="157" y="2069"/>
                    <a:pt x="438" y="2383"/>
                  </a:cubicBezTo>
                  <a:cubicBezTo>
                    <a:pt x="454" y="2399"/>
                    <a:pt x="472" y="2405"/>
                    <a:pt x="489" y="2405"/>
                  </a:cubicBezTo>
                  <a:cubicBezTo>
                    <a:pt x="548" y="2405"/>
                    <a:pt x="603" y="2331"/>
                    <a:pt x="551" y="2271"/>
                  </a:cubicBezTo>
                  <a:cubicBezTo>
                    <a:pt x="292" y="1990"/>
                    <a:pt x="157" y="1619"/>
                    <a:pt x="157" y="1237"/>
                  </a:cubicBezTo>
                  <a:cubicBezTo>
                    <a:pt x="157" y="1023"/>
                    <a:pt x="180" y="809"/>
                    <a:pt x="214" y="607"/>
                  </a:cubicBezTo>
                  <a:cubicBezTo>
                    <a:pt x="225" y="427"/>
                    <a:pt x="304" y="258"/>
                    <a:pt x="427" y="124"/>
                  </a:cubicBezTo>
                  <a:cubicBezTo>
                    <a:pt x="479" y="72"/>
                    <a:pt x="431" y="0"/>
                    <a:pt x="371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26"/>
            <p:cNvSpPr/>
            <p:nvPr/>
          </p:nvSpPr>
          <p:spPr>
            <a:xfrm>
              <a:off x="2585940" y="1413137"/>
              <a:ext cx="89767" cy="53209"/>
            </a:xfrm>
            <a:custGeom>
              <a:avLst/>
              <a:gdLst/>
              <a:ahLst/>
              <a:cxnLst/>
              <a:rect l="l" t="t" r="r" b="b"/>
              <a:pathLst>
                <a:path w="965" h="572" extrusionOk="0">
                  <a:moveTo>
                    <a:pt x="79" y="0"/>
                  </a:moveTo>
                  <a:cubicBezTo>
                    <a:pt x="72" y="0"/>
                    <a:pt x="65" y="1"/>
                    <a:pt x="57" y="3"/>
                  </a:cubicBezTo>
                  <a:cubicBezTo>
                    <a:pt x="23" y="14"/>
                    <a:pt x="1" y="59"/>
                    <a:pt x="12" y="104"/>
                  </a:cubicBezTo>
                  <a:cubicBezTo>
                    <a:pt x="127" y="391"/>
                    <a:pt x="411" y="572"/>
                    <a:pt x="722" y="572"/>
                  </a:cubicBezTo>
                  <a:cubicBezTo>
                    <a:pt x="777" y="572"/>
                    <a:pt x="833" y="566"/>
                    <a:pt x="889" y="554"/>
                  </a:cubicBezTo>
                  <a:cubicBezTo>
                    <a:pt x="964" y="522"/>
                    <a:pt x="937" y="407"/>
                    <a:pt x="856" y="407"/>
                  </a:cubicBezTo>
                  <a:cubicBezTo>
                    <a:pt x="852" y="407"/>
                    <a:pt x="848" y="407"/>
                    <a:pt x="844" y="408"/>
                  </a:cubicBezTo>
                  <a:cubicBezTo>
                    <a:pt x="798" y="419"/>
                    <a:pt x="752" y="424"/>
                    <a:pt x="706" y="424"/>
                  </a:cubicBezTo>
                  <a:cubicBezTo>
                    <a:pt x="472" y="424"/>
                    <a:pt x="251" y="285"/>
                    <a:pt x="147" y="59"/>
                  </a:cubicBezTo>
                  <a:cubicBezTo>
                    <a:pt x="138" y="22"/>
                    <a:pt x="113" y="0"/>
                    <a:pt x="79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26"/>
            <p:cNvSpPr/>
            <p:nvPr/>
          </p:nvSpPr>
          <p:spPr>
            <a:xfrm>
              <a:off x="2782866" y="1466438"/>
              <a:ext cx="68837" cy="25488"/>
            </a:xfrm>
            <a:custGeom>
              <a:avLst/>
              <a:gdLst/>
              <a:ahLst/>
              <a:cxnLst/>
              <a:rect l="l" t="t" r="r" b="b"/>
              <a:pathLst>
                <a:path w="740" h="274" extrusionOk="0">
                  <a:moveTo>
                    <a:pt x="657" y="1"/>
                  </a:moveTo>
                  <a:cubicBezTo>
                    <a:pt x="650" y="1"/>
                    <a:pt x="644" y="2"/>
                    <a:pt x="638" y="4"/>
                  </a:cubicBezTo>
                  <a:cubicBezTo>
                    <a:pt x="459" y="60"/>
                    <a:pt x="267" y="93"/>
                    <a:pt x="88" y="116"/>
                  </a:cubicBezTo>
                  <a:cubicBezTo>
                    <a:pt x="85" y="116"/>
                    <a:pt x="82" y="115"/>
                    <a:pt x="80" y="115"/>
                  </a:cubicBezTo>
                  <a:cubicBezTo>
                    <a:pt x="0" y="115"/>
                    <a:pt x="0" y="274"/>
                    <a:pt x="80" y="274"/>
                  </a:cubicBezTo>
                  <a:cubicBezTo>
                    <a:pt x="82" y="274"/>
                    <a:pt x="85" y="274"/>
                    <a:pt x="88" y="273"/>
                  </a:cubicBezTo>
                  <a:cubicBezTo>
                    <a:pt x="290" y="251"/>
                    <a:pt x="481" y="206"/>
                    <a:pt x="672" y="150"/>
                  </a:cubicBezTo>
                  <a:cubicBezTo>
                    <a:pt x="717" y="138"/>
                    <a:pt x="740" y="93"/>
                    <a:pt x="728" y="60"/>
                  </a:cubicBezTo>
                  <a:cubicBezTo>
                    <a:pt x="719" y="22"/>
                    <a:pt x="687" y="1"/>
                    <a:pt x="657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26"/>
            <p:cNvSpPr/>
            <p:nvPr/>
          </p:nvSpPr>
          <p:spPr>
            <a:xfrm>
              <a:off x="3057652" y="981052"/>
              <a:ext cx="139255" cy="100092"/>
            </a:xfrm>
            <a:custGeom>
              <a:avLst/>
              <a:gdLst/>
              <a:ahLst/>
              <a:cxnLst/>
              <a:rect l="l" t="t" r="r" b="b"/>
              <a:pathLst>
                <a:path w="1497" h="1076" extrusionOk="0">
                  <a:moveTo>
                    <a:pt x="146" y="1"/>
                  </a:moveTo>
                  <a:cubicBezTo>
                    <a:pt x="107" y="1"/>
                    <a:pt x="62" y="26"/>
                    <a:pt x="57" y="72"/>
                  </a:cubicBezTo>
                  <a:cubicBezTo>
                    <a:pt x="0" y="421"/>
                    <a:pt x="146" y="770"/>
                    <a:pt x="439" y="972"/>
                  </a:cubicBezTo>
                  <a:cubicBezTo>
                    <a:pt x="544" y="1042"/>
                    <a:pt x="663" y="1076"/>
                    <a:pt x="783" y="1076"/>
                  </a:cubicBezTo>
                  <a:cubicBezTo>
                    <a:pt x="971" y="1076"/>
                    <a:pt x="1158" y="991"/>
                    <a:pt x="1282" y="826"/>
                  </a:cubicBezTo>
                  <a:cubicBezTo>
                    <a:pt x="1394" y="657"/>
                    <a:pt x="1383" y="443"/>
                    <a:pt x="1473" y="264"/>
                  </a:cubicBezTo>
                  <a:cubicBezTo>
                    <a:pt x="1496" y="210"/>
                    <a:pt x="1446" y="156"/>
                    <a:pt x="1397" y="156"/>
                  </a:cubicBezTo>
                  <a:cubicBezTo>
                    <a:pt x="1375" y="156"/>
                    <a:pt x="1352" y="168"/>
                    <a:pt x="1338" y="196"/>
                  </a:cubicBezTo>
                  <a:cubicBezTo>
                    <a:pt x="1248" y="365"/>
                    <a:pt x="1248" y="578"/>
                    <a:pt x="1147" y="736"/>
                  </a:cubicBezTo>
                  <a:cubicBezTo>
                    <a:pt x="1067" y="855"/>
                    <a:pt x="926" y="931"/>
                    <a:pt x="777" y="931"/>
                  </a:cubicBezTo>
                  <a:cubicBezTo>
                    <a:pt x="758" y="931"/>
                    <a:pt x="739" y="929"/>
                    <a:pt x="720" y="927"/>
                  </a:cubicBezTo>
                  <a:cubicBezTo>
                    <a:pt x="551" y="904"/>
                    <a:pt x="405" y="792"/>
                    <a:pt x="315" y="646"/>
                  </a:cubicBezTo>
                  <a:cubicBezTo>
                    <a:pt x="214" y="477"/>
                    <a:pt x="180" y="275"/>
                    <a:pt x="203" y="72"/>
                  </a:cubicBezTo>
                  <a:cubicBezTo>
                    <a:pt x="214" y="23"/>
                    <a:pt x="182" y="1"/>
                    <a:pt x="146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26"/>
            <p:cNvSpPr/>
            <p:nvPr/>
          </p:nvSpPr>
          <p:spPr>
            <a:xfrm>
              <a:off x="3098395" y="848496"/>
              <a:ext cx="30418" cy="38139"/>
            </a:xfrm>
            <a:custGeom>
              <a:avLst/>
              <a:gdLst/>
              <a:ahLst/>
              <a:cxnLst/>
              <a:rect l="l" t="t" r="r" b="b"/>
              <a:pathLst>
                <a:path w="327" h="410" extrusionOk="0">
                  <a:moveTo>
                    <a:pt x="196" y="1"/>
                  </a:moveTo>
                  <a:cubicBezTo>
                    <a:pt x="171" y="1"/>
                    <a:pt x="145" y="9"/>
                    <a:pt x="124" y="25"/>
                  </a:cubicBezTo>
                  <a:cubicBezTo>
                    <a:pt x="117" y="23"/>
                    <a:pt x="109" y="22"/>
                    <a:pt x="102" y="22"/>
                  </a:cubicBezTo>
                  <a:cubicBezTo>
                    <a:pt x="69" y="22"/>
                    <a:pt x="44" y="44"/>
                    <a:pt x="35" y="81"/>
                  </a:cubicBezTo>
                  <a:lnTo>
                    <a:pt x="12" y="193"/>
                  </a:lnTo>
                  <a:cubicBezTo>
                    <a:pt x="1" y="216"/>
                    <a:pt x="1" y="250"/>
                    <a:pt x="1" y="283"/>
                  </a:cubicBezTo>
                  <a:cubicBezTo>
                    <a:pt x="1" y="317"/>
                    <a:pt x="12" y="351"/>
                    <a:pt x="35" y="384"/>
                  </a:cubicBezTo>
                  <a:cubicBezTo>
                    <a:pt x="57" y="401"/>
                    <a:pt x="85" y="410"/>
                    <a:pt x="113" y="410"/>
                  </a:cubicBezTo>
                  <a:cubicBezTo>
                    <a:pt x="141" y="410"/>
                    <a:pt x="169" y="401"/>
                    <a:pt x="192" y="384"/>
                  </a:cubicBezTo>
                  <a:cubicBezTo>
                    <a:pt x="214" y="351"/>
                    <a:pt x="237" y="317"/>
                    <a:pt x="248" y="283"/>
                  </a:cubicBezTo>
                  <a:cubicBezTo>
                    <a:pt x="271" y="250"/>
                    <a:pt x="293" y="216"/>
                    <a:pt x="304" y="182"/>
                  </a:cubicBezTo>
                  <a:cubicBezTo>
                    <a:pt x="327" y="126"/>
                    <a:pt x="304" y="70"/>
                    <a:pt x="271" y="36"/>
                  </a:cubicBezTo>
                  <a:cubicBezTo>
                    <a:pt x="253" y="12"/>
                    <a:pt x="225" y="1"/>
                    <a:pt x="196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26"/>
            <p:cNvSpPr/>
            <p:nvPr/>
          </p:nvSpPr>
          <p:spPr>
            <a:xfrm>
              <a:off x="3164347" y="854915"/>
              <a:ext cx="24093" cy="46232"/>
            </a:xfrm>
            <a:custGeom>
              <a:avLst/>
              <a:gdLst/>
              <a:ahLst/>
              <a:cxnLst/>
              <a:rect l="l" t="t" r="r" b="b"/>
              <a:pathLst>
                <a:path w="259" h="497" extrusionOk="0">
                  <a:moveTo>
                    <a:pt x="79" y="1"/>
                  </a:moveTo>
                  <a:cubicBezTo>
                    <a:pt x="34" y="1"/>
                    <a:pt x="0" y="34"/>
                    <a:pt x="0" y="79"/>
                  </a:cubicBezTo>
                  <a:lnTo>
                    <a:pt x="0" y="259"/>
                  </a:lnTo>
                  <a:cubicBezTo>
                    <a:pt x="0" y="315"/>
                    <a:pt x="0" y="372"/>
                    <a:pt x="23" y="428"/>
                  </a:cubicBezTo>
                  <a:cubicBezTo>
                    <a:pt x="44" y="471"/>
                    <a:pt x="85" y="496"/>
                    <a:pt x="126" y="496"/>
                  </a:cubicBezTo>
                  <a:cubicBezTo>
                    <a:pt x="149" y="496"/>
                    <a:pt x="171" y="489"/>
                    <a:pt x="191" y="473"/>
                  </a:cubicBezTo>
                  <a:cubicBezTo>
                    <a:pt x="236" y="428"/>
                    <a:pt x="259" y="360"/>
                    <a:pt x="247" y="293"/>
                  </a:cubicBezTo>
                  <a:cubicBezTo>
                    <a:pt x="247" y="226"/>
                    <a:pt x="236" y="147"/>
                    <a:pt x="225" y="79"/>
                  </a:cubicBezTo>
                  <a:cubicBezTo>
                    <a:pt x="216" y="52"/>
                    <a:pt x="191" y="31"/>
                    <a:pt x="158" y="31"/>
                  </a:cubicBezTo>
                  <a:cubicBezTo>
                    <a:pt x="151" y="31"/>
                    <a:pt x="143" y="32"/>
                    <a:pt x="135" y="34"/>
                  </a:cubicBezTo>
                  <a:cubicBezTo>
                    <a:pt x="124" y="12"/>
                    <a:pt x="101" y="1"/>
                    <a:pt x="79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83" name="Google Shape;1183;p26"/>
          <p:cNvGrpSpPr/>
          <p:nvPr/>
        </p:nvGrpSpPr>
        <p:grpSpPr>
          <a:xfrm flipH="1">
            <a:off x="-1149118" y="3983223"/>
            <a:ext cx="3282946" cy="1485037"/>
            <a:chOff x="5935450" y="921661"/>
            <a:chExt cx="739786" cy="334641"/>
          </a:xfrm>
        </p:grpSpPr>
        <p:sp>
          <p:nvSpPr>
            <p:cNvPr id="1184" name="Google Shape;1184;p26"/>
            <p:cNvSpPr/>
            <p:nvPr/>
          </p:nvSpPr>
          <p:spPr>
            <a:xfrm>
              <a:off x="5935450" y="921661"/>
              <a:ext cx="739786" cy="334641"/>
            </a:xfrm>
            <a:custGeom>
              <a:avLst/>
              <a:gdLst/>
              <a:ahLst/>
              <a:cxnLst/>
              <a:rect l="l" t="t" r="r" b="b"/>
              <a:pathLst>
                <a:path w="6263" h="2833" extrusionOk="0">
                  <a:moveTo>
                    <a:pt x="2871" y="1"/>
                  </a:moveTo>
                  <a:cubicBezTo>
                    <a:pt x="2673" y="1"/>
                    <a:pt x="2473" y="50"/>
                    <a:pt x="2291" y="148"/>
                  </a:cubicBezTo>
                  <a:cubicBezTo>
                    <a:pt x="1571" y="519"/>
                    <a:pt x="1717" y="1160"/>
                    <a:pt x="1717" y="1160"/>
                  </a:cubicBezTo>
                  <a:cubicBezTo>
                    <a:pt x="1717" y="1160"/>
                    <a:pt x="1364" y="1022"/>
                    <a:pt x="996" y="1022"/>
                  </a:cubicBezTo>
                  <a:cubicBezTo>
                    <a:pt x="675" y="1022"/>
                    <a:pt x="342" y="1127"/>
                    <a:pt x="222" y="1520"/>
                  </a:cubicBezTo>
                  <a:cubicBezTo>
                    <a:pt x="0" y="2243"/>
                    <a:pt x="581" y="2594"/>
                    <a:pt x="1290" y="2594"/>
                  </a:cubicBezTo>
                  <a:cubicBezTo>
                    <a:pt x="1407" y="2594"/>
                    <a:pt x="1528" y="2585"/>
                    <a:pt x="1650" y="2566"/>
                  </a:cubicBezTo>
                  <a:cubicBezTo>
                    <a:pt x="1650" y="2566"/>
                    <a:pt x="2679" y="2833"/>
                    <a:pt x="3721" y="2833"/>
                  </a:cubicBezTo>
                  <a:cubicBezTo>
                    <a:pt x="4603" y="2833"/>
                    <a:pt x="5492" y="2642"/>
                    <a:pt x="5776" y="1936"/>
                  </a:cubicBezTo>
                  <a:cubicBezTo>
                    <a:pt x="6262" y="754"/>
                    <a:pt x="5178" y="50"/>
                    <a:pt x="4281" y="50"/>
                  </a:cubicBezTo>
                  <a:cubicBezTo>
                    <a:pt x="4018" y="50"/>
                    <a:pt x="3770" y="111"/>
                    <a:pt x="3583" y="238"/>
                  </a:cubicBezTo>
                  <a:cubicBezTo>
                    <a:pt x="3375" y="81"/>
                    <a:pt x="3125" y="1"/>
                    <a:pt x="2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26"/>
            <p:cNvSpPr/>
            <p:nvPr/>
          </p:nvSpPr>
          <p:spPr>
            <a:xfrm>
              <a:off x="6282962" y="966429"/>
              <a:ext cx="44531" cy="25396"/>
            </a:xfrm>
            <a:custGeom>
              <a:avLst/>
              <a:gdLst/>
              <a:ahLst/>
              <a:cxnLst/>
              <a:rect l="l" t="t" r="r" b="b"/>
              <a:pathLst>
                <a:path w="377" h="215" extrusionOk="0">
                  <a:moveTo>
                    <a:pt x="149" y="1"/>
                  </a:moveTo>
                  <a:cubicBezTo>
                    <a:pt x="114" y="1"/>
                    <a:pt x="79" y="10"/>
                    <a:pt x="46" y="28"/>
                  </a:cubicBezTo>
                  <a:cubicBezTo>
                    <a:pt x="12" y="50"/>
                    <a:pt x="1" y="95"/>
                    <a:pt x="23" y="129"/>
                  </a:cubicBezTo>
                  <a:cubicBezTo>
                    <a:pt x="40" y="146"/>
                    <a:pt x="62" y="156"/>
                    <a:pt x="86" y="156"/>
                  </a:cubicBezTo>
                  <a:cubicBezTo>
                    <a:pt x="95" y="156"/>
                    <a:pt x="104" y="155"/>
                    <a:pt x="113" y="152"/>
                  </a:cubicBezTo>
                  <a:lnTo>
                    <a:pt x="181" y="152"/>
                  </a:lnTo>
                  <a:lnTo>
                    <a:pt x="203" y="163"/>
                  </a:lnTo>
                  <a:lnTo>
                    <a:pt x="214" y="174"/>
                  </a:lnTo>
                  <a:cubicBezTo>
                    <a:pt x="232" y="203"/>
                    <a:pt x="257" y="214"/>
                    <a:pt x="280" y="214"/>
                  </a:cubicBezTo>
                  <a:cubicBezTo>
                    <a:pt x="331" y="214"/>
                    <a:pt x="376" y="160"/>
                    <a:pt x="338" y="107"/>
                  </a:cubicBezTo>
                  <a:cubicBezTo>
                    <a:pt x="292" y="38"/>
                    <a:pt x="221" y="1"/>
                    <a:pt x="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26"/>
            <p:cNvSpPr/>
            <p:nvPr/>
          </p:nvSpPr>
          <p:spPr>
            <a:xfrm>
              <a:off x="6171456" y="969973"/>
              <a:ext cx="77132" cy="98042"/>
            </a:xfrm>
            <a:custGeom>
              <a:avLst/>
              <a:gdLst/>
              <a:ahLst/>
              <a:cxnLst/>
              <a:rect l="l" t="t" r="r" b="b"/>
              <a:pathLst>
                <a:path w="653" h="830" extrusionOk="0">
                  <a:moveTo>
                    <a:pt x="488" y="1"/>
                  </a:moveTo>
                  <a:cubicBezTo>
                    <a:pt x="370" y="1"/>
                    <a:pt x="241" y="98"/>
                    <a:pt x="180" y="189"/>
                  </a:cubicBezTo>
                  <a:cubicBezTo>
                    <a:pt x="57" y="358"/>
                    <a:pt x="0" y="560"/>
                    <a:pt x="0" y="762"/>
                  </a:cubicBezTo>
                  <a:cubicBezTo>
                    <a:pt x="0" y="796"/>
                    <a:pt x="34" y="830"/>
                    <a:pt x="79" y="830"/>
                  </a:cubicBezTo>
                  <a:cubicBezTo>
                    <a:pt x="113" y="830"/>
                    <a:pt x="146" y="796"/>
                    <a:pt x="146" y="762"/>
                  </a:cubicBezTo>
                  <a:cubicBezTo>
                    <a:pt x="146" y="605"/>
                    <a:pt x="180" y="448"/>
                    <a:pt x="259" y="313"/>
                  </a:cubicBezTo>
                  <a:cubicBezTo>
                    <a:pt x="293" y="257"/>
                    <a:pt x="338" y="212"/>
                    <a:pt x="394" y="178"/>
                  </a:cubicBezTo>
                  <a:cubicBezTo>
                    <a:pt x="428" y="155"/>
                    <a:pt x="450" y="144"/>
                    <a:pt x="484" y="144"/>
                  </a:cubicBezTo>
                  <a:lnTo>
                    <a:pt x="529" y="144"/>
                  </a:lnTo>
                  <a:cubicBezTo>
                    <a:pt x="536" y="166"/>
                    <a:pt x="557" y="178"/>
                    <a:pt x="581" y="178"/>
                  </a:cubicBezTo>
                  <a:cubicBezTo>
                    <a:pt x="593" y="178"/>
                    <a:pt x="607" y="175"/>
                    <a:pt x="619" y="167"/>
                  </a:cubicBezTo>
                  <a:cubicBezTo>
                    <a:pt x="652" y="144"/>
                    <a:pt x="652" y="110"/>
                    <a:pt x="641" y="77"/>
                  </a:cubicBezTo>
                  <a:cubicBezTo>
                    <a:pt x="598" y="22"/>
                    <a:pt x="544" y="1"/>
                    <a:pt x="4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26"/>
            <p:cNvSpPr/>
            <p:nvPr/>
          </p:nvSpPr>
          <p:spPr>
            <a:xfrm>
              <a:off x="6508809" y="1003047"/>
              <a:ext cx="74416" cy="136904"/>
            </a:xfrm>
            <a:custGeom>
              <a:avLst/>
              <a:gdLst/>
              <a:ahLst/>
              <a:cxnLst/>
              <a:rect l="l" t="t" r="r" b="b"/>
              <a:pathLst>
                <a:path w="630" h="1159" extrusionOk="0">
                  <a:moveTo>
                    <a:pt x="100" y="1"/>
                  </a:moveTo>
                  <a:cubicBezTo>
                    <a:pt x="39" y="1"/>
                    <a:pt x="1" y="94"/>
                    <a:pt x="67" y="123"/>
                  </a:cubicBezTo>
                  <a:cubicBezTo>
                    <a:pt x="416" y="291"/>
                    <a:pt x="562" y="707"/>
                    <a:pt x="393" y="1056"/>
                  </a:cubicBezTo>
                  <a:cubicBezTo>
                    <a:pt x="370" y="1110"/>
                    <a:pt x="416" y="1158"/>
                    <a:pt x="461" y="1158"/>
                  </a:cubicBezTo>
                  <a:cubicBezTo>
                    <a:pt x="482" y="1158"/>
                    <a:pt x="503" y="1148"/>
                    <a:pt x="517" y="1123"/>
                  </a:cubicBezTo>
                  <a:cubicBezTo>
                    <a:pt x="618" y="921"/>
                    <a:pt x="629" y="674"/>
                    <a:pt x="551" y="460"/>
                  </a:cubicBezTo>
                  <a:cubicBezTo>
                    <a:pt x="472" y="258"/>
                    <a:pt x="326" y="100"/>
                    <a:pt x="135" y="10"/>
                  </a:cubicBezTo>
                  <a:cubicBezTo>
                    <a:pt x="123" y="4"/>
                    <a:pt x="111" y="1"/>
                    <a:pt x="1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26"/>
            <p:cNvSpPr/>
            <p:nvPr/>
          </p:nvSpPr>
          <p:spPr>
            <a:xfrm>
              <a:off x="5997582" y="1091992"/>
              <a:ext cx="63785" cy="54454"/>
            </a:xfrm>
            <a:custGeom>
              <a:avLst/>
              <a:gdLst/>
              <a:ahLst/>
              <a:cxnLst/>
              <a:rect l="l" t="t" r="r" b="b"/>
              <a:pathLst>
                <a:path w="540" h="461" extrusionOk="0">
                  <a:moveTo>
                    <a:pt x="395" y="1"/>
                  </a:moveTo>
                  <a:cubicBezTo>
                    <a:pt x="183" y="1"/>
                    <a:pt x="1" y="175"/>
                    <a:pt x="11" y="393"/>
                  </a:cubicBezTo>
                  <a:cubicBezTo>
                    <a:pt x="11" y="438"/>
                    <a:pt x="45" y="460"/>
                    <a:pt x="78" y="460"/>
                  </a:cubicBezTo>
                  <a:cubicBezTo>
                    <a:pt x="112" y="460"/>
                    <a:pt x="146" y="438"/>
                    <a:pt x="146" y="393"/>
                  </a:cubicBezTo>
                  <a:cubicBezTo>
                    <a:pt x="146" y="382"/>
                    <a:pt x="146" y="370"/>
                    <a:pt x="146" y="359"/>
                  </a:cubicBezTo>
                  <a:lnTo>
                    <a:pt x="146" y="337"/>
                  </a:lnTo>
                  <a:lnTo>
                    <a:pt x="157" y="303"/>
                  </a:lnTo>
                  <a:cubicBezTo>
                    <a:pt x="157" y="303"/>
                    <a:pt x="157" y="303"/>
                    <a:pt x="157" y="292"/>
                  </a:cubicBezTo>
                  <a:cubicBezTo>
                    <a:pt x="157" y="280"/>
                    <a:pt x="168" y="280"/>
                    <a:pt x="168" y="269"/>
                  </a:cubicBezTo>
                  <a:lnTo>
                    <a:pt x="179" y="258"/>
                  </a:lnTo>
                  <a:lnTo>
                    <a:pt x="179" y="247"/>
                  </a:lnTo>
                  <a:cubicBezTo>
                    <a:pt x="191" y="224"/>
                    <a:pt x="213" y="213"/>
                    <a:pt x="224" y="202"/>
                  </a:cubicBezTo>
                  <a:lnTo>
                    <a:pt x="236" y="190"/>
                  </a:lnTo>
                  <a:lnTo>
                    <a:pt x="269" y="168"/>
                  </a:lnTo>
                  <a:lnTo>
                    <a:pt x="292" y="168"/>
                  </a:lnTo>
                  <a:cubicBezTo>
                    <a:pt x="303" y="168"/>
                    <a:pt x="314" y="157"/>
                    <a:pt x="326" y="157"/>
                  </a:cubicBezTo>
                  <a:lnTo>
                    <a:pt x="427" y="157"/>
                  </a:lnTo>
                  <a:cubicBezTo>
                    <a:pt x="433" y="159"/>
                    <a:pt x="439" y="160"/>
                    <a:pt x="445" y="160"/>
                  </a:cubicBezTo>
                  <a:cubicBezTo>
                    <a:pt x="475" y="160"/>
                    <a:pt x="507" y="139"/>
                    <a:pt x="517" y="112"/>
                  </a:cubicBezTo>
                  <a:cubicBezTo>
                    <a:pt x="539" y="78"/>
                    <a:pt x="517" y="22"/>
                    <a:pt x="483" y="11"/>
                  </a:cubicBezTo>
                  <a:cubicBezTo>
                    <a:pt x="454" y="4"/>
                    <a:pt x="424" y="1"/>
                    <a:pt x="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26"/>
            <p:cNvSpPr/>
            <p:nvPr/>
          </p:nvSpPr>
          <p:spPr>
            <a:xfrm>
              <a:off x="6381238" y="947648"/>
              <a:ext cx="91779" cy="39571"/>
            </a:xfrm>
            <a:custGeom>
              <a:avLst/>
              <a:gdLst/>
              <a:ahLst/>
              <a:cxnLst/>
              <a:rect l="l" t="t" r="r" b="b"/>
              <a:pathLst>
                <a:path w="777" h="335" extrusionOk="0">
                  <a:moveTo>
                    <a:pt x="422" y="0"/>
                  </a:moveTo>
                  <a:cubicBezTo>
                    <a:pt x="267" y="0"/>
                    <a:pt x="111" y="81"/>
                    <a:pt x="23" y="232"/>
                  </a:cubicBezTo>
                  <a:cubicBezTo>
                    <a:pt x="0" y="286"/>
                    <a:pt x="45" y="334"/>
                    <a:pt x="91" y="334"/>
                  </a:cubicBezTo>
                  <a:cubicBezTo>
                    <a:pt x="112" y="334"/>
                    <a:pt x="133" y="324"/>
                    <a:pt x="147" y="299"/>
                  </a:cubicBezTo>
                  <a:cubicBezTo>
                    <a:pt x="203" y="194"/>
                    <a:pt x="310" y="136"/>
                    <a:pt x="418" y="136"/>
                  </a:cubicBezTo>
                  <a:cubicBezTo>
                    <a:pt x="505" y="136"/>
                    <a:pt x="592" y="174"/>
                    <a:pt x="653" y="254"/>
                  </a:cubicBezTo>
                  <a:cubicBezTo>
                    <a:pt x="670" y="266"/>
                    <a:pt x="689" y="271"/>
                    <a:pt x="707" y="271"/>
                  </a:cubicBezTo>
                  <a:cubicBezTo>
                    <a:pt x="726" y="271"/>
                    <a:pt x="743" y="266"/>
                    <a:pt x="754" y="254"/>
                  </a:cubicBezTo>
                  <a:cubicBezTo>
                    <a:pt x="776" y="221"/>
                    <a:pt x="776" y="176"/>
                    <a:pt x="754" y="153"/>
                  </a:cubicBezTo>
                  <a:cubicBezTo>
                    <a:pt x="665" y="50"/>
                    <a:pt x="544" y="0"/>
                    <a:pt x="4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34"/>
          <p:cNvSpPr/>
          <p:nvPr/>
        </p:nvSpPr>
        <p:spPr>
          <a:xfrm>
            <a:off x="-2575" y="-6425"/>
            <a:ext cx="9146700" cy="5149800"/>
          </a:xfrm>
          <a:prstGeom prst="rect">
            <a:avLst/>
          </a:prstGeom>
          <a:gradFill>
            <a:gsLst>
              <a:gs pos="0">
                <a:srgbClr val="CCEBEF">
                  <a:alpha val="55294"/>
                </a:srgbClr>
              </a:gs>
              <a:gs pos="100000">
                <a:srgbClr val="599FA8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4" name="Google Shape;1684;p34"/>
          <p:cNvSpPr txBox="1">
            <a:spLocks noGrp="1"/>
          </p:cNvSpPr>
          <p:nvPr>
            <p:ph type="title"/>
          </p:nvPr>
        </p:nvSpPr>
        <p:spPr>
          <a:xfrm>
            <a:off x="720000" y="2609572"/>
            <a:ext cx="2336400" cy="390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85" name="Google Shape;1685;p34"/>
          <p:cNvSpPr txBox="1">
            <a:spLocks noGrp="1"/>
          </p:cNvSpPr>
          <p:nvPr>
            <p:ph type="subTitle" idx="1"/>
          </p:nvPr>
        </p:nvSpPr>
        <p:spPr>
          <a:xfrm>
            <a:off x="720000" y="2941950"/>
            <a:ext cx="2336400" cy="71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6" name="Google Shape;1686;p34"/>
          <p:cNvSpPr txBox="1">
            <a:spLocks noGrp="1"/>
          </p:cNvSpPr>
          <p:nvPr>
            <p:ph type="title" idx="2"/>
          </p:nvPr>
        </p:nvSpPr>
        <p:spPr>
          <a:xfrm>
            <a:off x="3403800" y="2609572"/>
            <a:ext cx="2336400" cy="390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87" name="Google Shape;1687;p34"/>
          <p:cNvSpPr txBox="1">
            <a:spLocks noGrp="1"/>
          </p:cNvSpPr>
          <p:nvPr>
            <p:ph type="subTitle" idx="3"/>
          </p:nvPr>
        </p:nvSpPr>
        <p:spPr>
          <a:xfrm>
            <a:off x="3403800" y="2941950"/>
            <a:ext cx="2336400" cy="71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8" name="Google Shape;1688;p34"/>
          <p:cNvSpPr txBox="1">
            <a:spLocks noGrp="1"/>
          </p:cNvSpPr>
          <p:nvPr>
            <p:ph type="title" idx="4"/>
          </p:nvPr>
        </p:nvSpPr>
        <p:spPr>
          <a:xfrm>
            <a:off x="6087600" y="2609572"/>
            <a:ext cx="2336400" cy="390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89" name="Google Shape;1689;p34"/>
          <p:cNvSpPr txBox="1">
            <a:spLocks noGrp="1"/>
          </p:cNvSpPr>
          <p:nvPr>
            <p:ph type="subTitle" idx="5"/>
          </p:nvPr>
        </p:nvSpPr>
        <p:spPr>
          <a:xfrm>
            <a:off x="6087600" y="2941950"/>
            <a:ext cx="2336400" cy="717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0" name="Google Shape;1690;p34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691" name="Google Shape;1691;p34"/>
          <p:cNvSpPr/>
          <p:nvPr/>
        </p:nvSpPr>
        <p:spPr>
          <a:xfrm flipH="1">
            <a:off x="3593879" y="217032"/>
            <a:ext cx="67575" cy="71217"/>
          </a:xfrm>
          <a:custGeom>
            <a:avLst/>
            <a:gdLst/>
            <a:ahLst/>
            <a:cxnLst/>
            <a:rect l="l" t="t" r="r" b="b"/>
            <a:pathLst>
              <a:path w="631" h="665" extrusionOk="0">
                <a:moveTo>
                  <a:pt x="394" y="1"/>
                </a:moveTo>
                <a:lnTo>
                  <a:pt x="237" y="169"/>
                </a:lnTo>
                <a:lnTo>
                  <a:pt x="1" y="124"/>
                </a:lnTo>
                <a:lnTo>
                  <a:pt x="1" y="124"/>
                </a:lnTo>
                <a:lnTo>
                  <a:pt x="113" y="327"/>
                </a:lnTo>
                <a:lnTo>
                  <a:pt x="1" y="540"/>
                </a:lnTo>
                <a:lnTo>
                  <a:pt x="1" y="540"/>
                </a:lnTo>
                <a:lnTo>
                  <a:pt x="237" y="495"/>
                </a:lnTo>
                <a:lnTo>
                  <a:pt x="394" y="664"/>
                </a:lnTo>
                <a:lnTo>
                  <a:pt x="428" y="439"/>
                </a:lnTo>
                <a:lnTo>
                  <a:pt x="630" y="327"/>
                </a:lnTo>
                <a:lnTo>
                  <a:pt x="428" y="226"/>
                </a:lnTo>
                <a:lnTo>
                  <a:pt x="39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2" name="Google Shape;1692;p34"/>
          <p:cNvSpPr/>
          <p:nvPr/>
        </p:nvSpPr>
        <p:spPr>
          <a:xfrm flipH="1">
            <a:off x="6200796" y="4890290"/>
            <a:ext cx="54296" cy="55474"/>
          </a:xfrm>
          <a:custGeom>
            <a:avLst/>
            <a:gdLst/>
            <a:ahLst/>
            <a:cxnLst/>
            <a:rect l="l" t="t" r="r" b="b"/>
            <a:pathLst>
              <a:path w="507" h="518" extrusionOk="0">
                <a:moveTo>
                  <a:pt x="214" y="0"/>
                </a:moveTo>
                <a:lnTo>
                  <a:pt x="169" y="180"/>
                </a:lnTo>
                <a:lnTo>
                  <a:pt x="0" y="237"/>
                </a:lnTo>
                <a:lnTo>
                  <a:pt x="147" y="338"/>
                </a:lnTo>
                <a:lnTo>
                  <a:pt x="147" y="518"/>
                </a:lnTo>
                <a:lnTo>
                  <a:pt x="293" y="405"/>
                </a:lnTo>
                <a:lnTo>
                  <a:pt x="473" y="461"/>
                </a:lnTo>
                <a:lnTo>
                  <a:pt x="473" y="461"/>
                </a:lnTo>
                <a:lnTo>
                  <a:pt x="405" y="293"/>
                </a:lnTo>
                <a:lnTo>
                  <a:pt x="506" y="135"/>
                </a:lnTo>
                <a:lnTo>
                  <a:pt x="506" y="135"/>
                </a:lnTo>
                <a:lnTo>
                  <a:pt x="326" y="147"/>
                </a:lnTo>
                <a:lnTo>
                  <a:pt x="21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3" name="Google Shape;1693;p34"/>
          <p:cNvSpPr/>
          <p:nvPr/>
        </p:nvSpPr>
        <p:spPr>
          <a:xfrm flipH="1">
            <a:off x="8758592" y="1946551"/>
            <a:ext cx="132473" cy="134937"/>
          </a:xfrm>
          <a:custGeom>
            <a:avLst/>
            <a:gdLst/>
            <a:ahLst/>
            <a:cxnLst/>
            <a:rect l="l" t="t" r="r" b="b"/>
            <a:pathLst>
              <a:path w="1237" h="1260" extrusionOk="0">
                <a:moveTo>
                  <a:pt x="540" y="0"/>
                </a:moveTo>
                <a:lnTo>
                  <a:pt x="416" y="428"/>
                </a:lnTo>
                <a:lnTo>
                  <a:pt x="0" y="574"/>
                </a:lnTo>
                <a:lnTo>
                  <a:pt x="371" y="810"/>
                </a:lnTo>
                <a:lnTo>
                  <a:pt x="371" y="1260"/>
                </a:lnTo>
                <a:lnTo>
                  <a:pt x="720" y="978"/>
                </a:lnTo>
                <a:lnTo>
                  <a:pt x="1147" y="1113"/>
                </a:lnTo>
                <a:lnTo>
                  <a:pt x="1147" y="1113"/>
                </a:lnTo>
                <a:lnTo>
                  <a:pt x="990" y="697"/>
                </a:lnTo>
                <a:lnTo>
                  <a:pt x="1237" y="338"/>
                </a:lnTo>
                <a:lnTo>
                  <a:pt x="1237" y="338"/>
                </a:lnTo>
                <a:lnTo>
                  <a:pt x="799" y="360"/>
                </a:lnTo>
                <a:lnTo>
                  <a:pt x="54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4" name="Google Shape;1694;p34"/>
          <p:cNvSpPr/>
          <p:nvPr/>
        </p:nvSpPr>
        <p:spPr>
          <a:xfrm flipH="1">
            <a:off x="284559" y="3573378"/>
            <a:ext cx="88030" cy="85567"/>
          </a:xfrm>
          <a:custGeom>
            <a:avLst/>
            <a:gdLst/>
            <a:ahLst/>
            <a:cxnLst/>
            <a:rect l="l" t="t" r="r" b="b"/>
            <a:pathLst>
              <a:path w="822" h="799" extrusionOk="0">
                <a:moveTo>
                  <a:pt x="383" y="1"/>
                </a:moveTo>
                <a:lnTo>
                  <a:pt x="282" y="270"/>
                </a:lnTo>
                <a:lnTo>
                  <a:pt x="1" y="327"/>
                </a:lnTo>
                <a:lnTo>
                  <a:pt x="226" y="518"/>
                </a:lnTo>
                <a:lnTo>
                  <a:pt x="192" y="799"/>
                </a:lnTo>
                <a:lnTo>
                  <a:pt x="439" y="641"/>
                </a:lnTo>
                <a:lnTo>
                  <a:pt x="698" y="754"/>
                </a:lnTo>
                <a:lnTo>
                  <a:pt x="698" y="754"/>
                </a:lnTo>
                <a:lnTo>
                  <a:pt x="631" y="484"/>
                </a:lnTo>
                <a:lnTo>
                  <a:pt x="822" y="259"/>
                </a:lnTo>
                <a:lnTo>
                  <a:pt x="529" y="248"/>
                </a:lnTo>
                <a:lnTo>
                  <a:pt x="38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5" name="Google Shape;1695;p34"/>
          <p:cNvSpPr/>
          <p:nvPr/>
        </p:nvSpPr>
        <p:spPr>
          <a:xfrm flipH="1">
            <a:off x="3661459" y="4945775"/>
            <a:ext cx="39838" cy="39731"/>
          </a:xfrm>
          <a:custGeom>
            <a:avLst/>
            <a:gdLst/>
            <a:ahLst/>
            <a:cxnLst/>
            <a:rect l="l" t="t" r="r" b="b"/>
            <a:pathLst>
              <a:path w="372" h="371" extrusionOk="0">
                <a:moveTo>
                  <a:pt x="158" y="0"/>
                </a:moveTo>
                <a:lnTo>
                  <a:pt x="124" y="124"/>
                </a:lnTo>
                <a:lnTo>
                  <a:pt x="0" y="169"/>
                </a:lnTo>
                <a:lnTo>
                  <a:pt x="101" y="247"/>
                </a:lnTo>
                <a:lnTo>
                  <a:pt x="101" y="371"/>
                </a:lnTo>
                <a:lnTo>
                  <a:pt x="203" y="292"/>
                </a:lnTo>
                <a:lnTo>
                  <a:pt x="338" y="337"/>
                </a:lnTo>
                <a:lnTo>
                  <a:pt x="293" y="214"/>
                </a:lnTo>
                <a:lnTo>
                  <a:pt x="371" y="112"/>
                </a:lnTo>
                <a:lnTo>
                  <a:pt x="236" y="112"/>
                </a:lnTo>
                <a:lnTo>
                  <a:pt x="158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96" name="Google Shape;1696;p34"/>
          <p:cNvGrpSpPr/>
          <p:nvPr/>
        </p:nvGrpSpPr>
        <p:grpSpPr>
          <a:xfrm>
            <a:off x="-1123821" y="-296837"/>
            <a:ext cx="3677844" cy="1663668"/>
            <a:chOff x="5935450" y="921661"/>
            <a:chExt cx="739786" cy="334641"/>
          </a:xfrm>
        </p:grpSpPr>
        <p:sp>
          <p:nvSpPr>
            <p:cNvPr id="1697" name="Google Shape;1697;p34"/>
            <p:cNvSpPr/>
            <p:nvPr/>
          </p:nvSpPr>
          <p:spPr>
            <a:xfrm>
              <a:off x="5935450" y="921661"/>
              <a:ext cx="739786" cy="334641"/>
            </a:xfrm>
            <a:custGeom>
              <a:avLst/>
              <a:gdLst/>
              <a:ahLst/>
              <a:cxnLst/>
              <a:rect l="l" t="t" r="r" b="b"/>
              <a:pathLst>
                <a:path w="6263" h="2833" extrusionOk="0">
                  <a:moveTo>
                    <a:pt x="2871" y="1"/>
                  </a:moveTo>
                  <a:cubicBezTo>
                    <a:pt x="2673" y="1"/>
                    <a:pt x="2473" y="50"/>
                    <a:pt x="2291" y="148"/>
                  </a:cubicBezTo>
                  <a:cubicBezTo>
                    <a:pt x="1571" y="519"/>
                    <a:pt x="1717" y="1160"/>
                    <a:pt x="1717" y="1160"/>
                  </a:cubicBezTo>
                  <a:cubicBezTo>
                    <a:pt x="1717" y="1160"/>
                    <a:pt x="1364" y="1022"/>
                    <a:pt x="996" y="1022"/>
                  </a:cubicBezTo>
                  <a:cubicBezTo>
                    <a:pt x="675" y="1022"/>
                    <a:pt x="342" y="1127"/>
                    <a:pt x="222" y="1520"/>
                  </a:cubicBezTo>
                  <a:cubicBezTo>
                    <a:pt x="0" y="2243"/>
                    <a:pt x="581" y="2594"/>
                    <a:pt x="1290" y="2594"/>
                  </a:cubicBezTo>
                  <a:cubicBezTo>
                    <a:pt x="1407" y="2594"/>
                    <a:pt x="1528" y="2585"/>
                    <a:pt x="1650" y="2566"/>
                  </a:cubicBezTo>
                  <a:cubicBezTo>
                    <a:pt x="1650" y="2566"/>
                    <a:pt x="2679" y="2833"/>
                    <a:pt x="3721" y="2833"/>
                  </a:cubicBezTo>
                  <a:cubicBezTo>
                    <a:pt x="4603" y="2833"/>
                    <a:pt x="5492" y="2642"/>
                    <a:pt x="5776" y="1936"/>
                  </a:cubicBezTo>
                  <a:cubicBezTo>
                    <a:pt x="6262" y="754"/>
                    <a:pt x="5178" y="50"/>
                    <a:pt x="4281" y="50"/>
                  </a:cubicBezTo>
                  <a:cubicBezTo>
                    <a:pt x="4018" y="50"/>
                    <a:pt x="3770" y="111"/>
                    <a:pt x="3583" y="238"/>
                  </a:cubicBezTo>
                  <a:cubicBezTo>
                    <a:pt x="3375" y="81"/>
                    <a:pt x="3125" y="1"/>
                    <a:pt x="2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34"/>
            <p:cNvSpPr/>
            <p:nvPr/>
          </p:nvSpPr>
          <p:spPr>
            <a:xfrm>
              <a:off x="6282962" y="966429"/>
              <a:ext cx="44531" cy="25396"/>
            </a:xfrm>
            <a:custGeom>
              <a:avLst/>
              <a:gdLst/>
              <a:ahLst/>
              <a:cxnLst/>
              <a:rect l="l" t="t" r="r" b="b"/>
              <a:pathLst>
                <a:path w="377" h="215" extrusionOk="0">
                  <a:moveTo>
                    <a:pt x="149" y="1"/>
                  </a:moveTo>
                  <a:cubicBezTo>
                    <a:pt x="114" y="1"/>
                    <a:pt x="79" y="10"/>
                    <a:pt x="46" y="28"/>
                  </a:cubicBezTo>
                  <a:cubicBezTo>
                    <a:pt x="12" y="50"/>
                    <a:pt x="1" y="95"/>
                    <a:pt x="23" y="129"/>
                  </a:cubicBezTo>
                  <a:cubicBezTo>
                    <a:pt x="40" y="146"/>
                    <a:pt x="62" y="156"/>
                    <a:pt x="86" y="156"/>
                  </a:cubicBezTo>
                  <a:cubicBezTo>
                    <a:pt x="95" y="156"/>
                    <a:pt x="104" y="155"/>
                    <a:pt x="113" y="152"/>
                  </a:cubicBezTo>
                  <a:lnTo>
                    <a:pt x="181" y="152"/>
                  </a:lnTo>
                  <a:lnTo>
                    <a:pt x="203" y="163"/>
                  </a:lnTo>
                  <a:lnTo>
                    <a:pt x="214" y="174"/>
                  </a:lnTo>
                  <a:cubicBezTo>
                    <a:pt x="232" y="203"/>
                    <a:pt x="257" y="214"/>
                    <a:pt x="280" y="214"/>
                  </a:cubicBezTo>
                  <a:cubicBezTo>
                    <a:pt x="331" y="214"/>
                    <a:pt x="376" y="160"/>
                    <a:pt x="338" y="107"/>
                  </a:cubicBezTo>
                  <a:cubicBezTo>
                    <a:pt x="292" y="38"/>
                    <a:pt x="221" y="1"/>
                    <a:pt x="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34"/>
            <p:cNvSpPr/>
            <p:nvPr/>
          </p:nvSpPr>
          <p:spPr>
            <a:xfrm>
              <a:off x="6171456" y="969973"/>
              <a:ext cx="77132" cy="98042"/>
            </a:xfrm>
            <a:custGeom>
              <a:avLst/>
              <a:gdLst/>
              <a:ahLst/>
              <a:cxnLst/>
              <a:rect l="l" t="t" r="r" b="b"/>
              <a:pathLst>
                <a:path w="653" h="830" extrusionOk="0">
                  <a:moveTo>
                    <a:pt x="488" y="1"/>
                  </a:moveTo>
                  <a:cubicBezTo>
                    <a:pt x="370" y="1"/>
                    <a:pt x="241" y="98"/>
                    <a:pt x="180" y="189"/>
                  </a:cubicBezTo>
                  <a:cubicBezTo>
                    <a:pt x="57" y="358"/>
                    <a:pt x="0" y="560"/>
                    <a:pt x="0" y="762"/>
                  </a:cubicBezTo>
                  <a:cubicBezTo>
                    <a:pt x="0" y="796"/>
                    <a:pt x="34" y="830"/>
                    <a:pt x="79" y="830"/>
                  </a:cubicBezTo>
                  <a:cubicBezTo>
                    <a:pt x="113" y="830"/>
                    <a:pt x="146" y="796"/>
                    <a:pt x="146" y="762"/>
                  </a:cubicBezTo>
                  <a:cubicBezTo>
                    <a:pt x="146" y="605"/>
                    <a:pt x="180" y="448"/>
                    <a:pt x="259" y="313"/>
                  </a:cubicBezTo>
                  <a:cubicBezTo>
                    <a:pt x="293" y="257"/>
                    <a:pt x="338" y="212"/>
                    <a:pt x="394" y="178"/>
                  </a:cubicBezTo>
                  <a:cubicBezTo>
                    <a:pt x="428" y="155"/>
                    <a:pt x="450" y="144"/>
                    <a:pt x="484" y="144"/>
                  </a:cubicBezTo>
                  <a:lnTo>
                    <a:pt x="529" y="144"/>
                  </a:lnTo>
                  <a:cubicBezTo>
                    <a:pt x="536" y="166"/>
                    <a:pt x="557" y="178"/>
                    <a:pt x="581" y="178"/>
                  </a:cubicBezTo>
                  <a:cubicBezTo>
                    <a:pt x="593" y="178"/>
                    <a:pt x="607" y="175"/>
                    <a:pt x="619" y="167"/>
                  </a:cubicBezTo>
                  <a:cubicBezTo>
                    <a:pt x="652" y="144"/>
                    <a:pt x="652" y="110"/>
                    <a:pt x="641" y="77"/>
                  </a:cubicBezTo>
                  <a:cubicBezTo>
                    <a:pt x="598" y="22"/>
                    <a:pt x="544" y="1"/>
                    <a:pt x="4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34"/>
            <p:cNvSpPr/>
            <p:nvPr/>
          </p:nvSpPr>
          <p:spPr>
            <a:xfrm>
              <a:off x="6508809" y="1003047"/>
              <a:ext cx="74416" cy="136904"/>
            </a:xfrm>
            <a:custGeom>
              <a:avLst/>
              <a:gdLst/>
              <a:ahLst/>
              <a:cxnLst/>
              <a:rect l="l" t="t" r="r" b="b"/>
              <a:pathLst>
                <a:path w="630" h="1159" extrusionOk="0">
                  <a:moveTo>
                    <a:pt x="100" y="1"/>
                  </a:moveTo>
                  <a:cubicBezTo>
                    <a:pt x="39" y="1"/>
                    <a:pt x="1" y="94"/>
                    <a:pt x="67" y="123"/>
                  </a:cubicBezTo>
                  <a:cubicBezTo>
                    <a:pt x="416" y="291"/>
                    <a:pt x="562" y="707"/>
                    <a:pt x="393" y="1056"/>
                  </a:cubicBezTo>
                  <a:cubicBezTo>
                    <a:pt x="370" y="1110"/>
                    <a:pt x="416" y="1158"/>
                    <a:pt x="461" y="1158"/>
                  </a:cubicBezTo>
                  <a:cubicBezTo>
                    <a:pt x="482" y="1158"/>
                    <a:pt x="503" y="1148"/>
                    <a:pt x="517" y="1123"/>
                  </a:cubicBezTo>
                  <a:cubicBezTo>
                    <a:pt x="618" y="921"/>
                    <a:pt x="629" y="674"/>
                    <a:pt x="551" y="460"/>
                  </a:cubicBezTo>
                  <a:cubicBezTo>
                    <a:pt x="472" y="258"/>
                    <a:pt x="326" y="100"/>
                    <a:pt x="135" y="10"/>
                  </a:cubicBezTo>
                  <a:cubicBezTo>
                    <a:pt x="123" y="4"/>
                    <a:pt x="111" y="1"/>
                    <a:pt x="1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34"/>
            <p:cNvSpPr/>
            <p:nvPr/>
          </p:nvSpPr>
          <p:spPr>
            <a:xfrm>
              <a:off x="5997582" y="1091992"/>
              <a:ext cx="63785" cy="54454"/>
            </a:xfrm>
            <a:custGeom>
              <a:avLst/>
              <a:gdLst/>
              <a:ahLst/>
              <a:cxnLst/>
              <a:rect l="l" t="t" r="r" b="b"/>
              <a:pathLst>
                <a:path w="540" h="461" extrusionOk="0">
                  <a:moveTo>
                    <a:pt x="395" y="1"/>
                  </a:moveTo>
                  <a:cubicBezTo>
                    <a:pt x="183" y="1"/>
                    <a:pt x="1" y="175"/>
                    <a:pt x="11" y="393"/>
                  </a:cubicBezTo>
                  <a:cubicBezTo>
                    <a:pt x="11" y="438"/>
                    <a:pt x="45" y="460"/>
                    <a:pt x="78" y="460"/>
                  </a:cubicBezTo>
                  <a:cubicBezTo>
                    <a:pt x="112" y="460"/>
                    <a:pt x="146" y="438"/>
                    <a:pt x="146" y="393"/>
                  </a:cubicBezTo>
                  <a:cubicBezTo>
                    <a:pt x="146" y="382"/>
                    <a:pt x="146" y="370"/>
                    <a:pt x="146" y="359"/>
                  </a:cubicBezTo>
                  <a:lnTo>
                    <a:pt x="146" y="337"/>
                  </a:lnTo>
                  <a:lnTo>
                    <a:pt x="157" y="303"/>
                  </a:lnTo>
                  <a:cubicBezTo>
                    <a:pt x="157" y="303"/>
                    <a:pt x="157" y="303"/>
                    <a:pt x="157" y="292"/>
                  </a:cubicBezTo>
                  <a:cubicBezTo>
                    <a:pt x="157" y="280"/>
                    <a:pt x="168" y="280"/>
                    <a:pt x="168" y="269"/>
                  </a:cubicBezTo>
                  <a:lnTo>
                    <a:pt x="179" y="258"/>
                  </a:lnTo>
                  <a:lnTo>
                    <a:pt x="179" y="247"/>
                  </a:lnTo>
                  <a:cubicBezTo>
                    <a:pt x="191" y="224"/>
                    <a:pt x="213" y="213"/>
                    <a:pt x="224" y="202"/>
                  </a:cubicBezTo>
                  <a:lnTo>
                    <a:pt x="236" y="190"/>
                  </a:lnTo>
                  <a:lnTo>
                    <a:pt x="269" y="168"/>
                  </a:lnTo>
                  <a:lnTo>
                    <a:pt x="292" y="168"/>
                  </a:lnTo>
                  <a:cubicBezTo>
                    <a:pt x="303" y="168"/>
                    <a:pt x="314" y="157"/>
                    <a:pt x="326" y="157"/>
                  </a:cubicBezTo>
                  <a:lnTo>
                    <a:pt x="427" y="157"/>
                  </a:lnTo>
                  <a:cubicBezTo>
                    <a:pt x="433" y="159"/>
                    <a:pt x="439" y="160"/>
                    <a:pt x="445" y="160"/>
                  </a:cubicBezTo>
                  <a:cubicBezTo>
                    <a:pt x="475" y="160"/>
                    <a:pt x="507" y="139"/>
                    <a:pt x="517" y="112"/>
                  </a:cubicBezTo>
                  <a:cubicBezTo>
                    <a:pt x="539" y="78"/>
                    <a:pt x="517" y="22"/>
                    <a:pt x="483" y="11"/>
                  </a:cubicBezTo>
                  <a:cubicBezTo>
                    <a:pt x="454" y="4"/>
                    <a:pt x="424" y="1"/>
                    <a:pt x="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34"/>
            <p:cNvSpPr/>
            <p:nvPr/>
          </p:nvSpPr>
          <p:spPr>
            <a:xfrm>
              <a:off x="6381238" y="947648"/>
              <a:ext cx="91779" cy="39571"/>
            </a:xfrm>
            <a:custGeom>
              <a:avLst/>
              <a:gdLst/>
              <a:ahLst/>
              <a:cxnLst/>
              <a:rect l="l" t="t" r="r" b="b"/>
              <a:pathLst>
                <a:path w="777" h="335" extrusionOk="0">
                  <a:moveTo>
                    <a:pt x="422" y="0"/>
                  </a:moveTo>
                  <a:cubicBezTo>
                    <a:pt x="267" y="0"/>
                    <a:pt x="111" y="81"/>
                    <a:pt x="23" y="232"/>
                  </a:cubicBezTo>
                  <a:cubicBezTo>
                    <a:pt x="0" y="286"/>
                    <a:pt x="45" y="334"/>
                    <a:pt x="91" y="334"/>
                  </a:cubicBezTo>
                  <a:cubicBezTo>
                    <a:pt x="112" y="334"/>
                    <a:pt x="133" y="324"/>
                    <a:pt x="147" y="299"/>
                  </a:cubicBezTo>
                  <a:cubicBezTo>
                    <a:pt x="203" y="194"/>
                    <a:pt x="310" y="136"/>
                    <a:pt x="418" y="136"/>
                  </a:cubicBezTo>
                  <a:cubicBezTo>
                    <a:pt x="505" y="136"/>
                    <a:pt x="592" y="174"/>
                    <a:pt x="653" y="254"/>
                  </a:cubicBezTo>
                  <a:cubicBezTo>
                    <a:pt x="670" y="266"/>
                    <a:pt x="689" y="271"/>
                    <a:pt x="707" y="271"/>
                  </a:cubicBezTo>
                  <a:cubicBezTo>
                    <a:pt x="726" y="271"/>
                    <a:pt x="743" y="266"/>
                    <a:pt x="754" y="254"/>
                  </a:cubicBezTo>
                  <a:cubicBezTo>
                    <a:pt x="776" y="221"/>
                    <a:pt x="776" y="176"/>
                    <a:pt x="754" y="153"/>
                  </a:cubicBezTo>
                  <a:cubicBezTo>
                    <a:pt x="665" y="50"/>
                    <a:pt x="544" y="0"/>
                    <a:pt x="4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03" name="Google Shape;1703;p34"/>
          <p:cNvGrpSpPr/>
          <p:nvPr/>
        </p:nvGrpSpPr>
        <p:grpSpPr>
          <a:xfrm flipH="1">
            <a:off x="-831726" y="4328464"/>
            <a:ext cx="2382435" cy="1477716"/>
            <a:chOff x="3764424" y="69889"/>
            <a:chExt cx="2382435" cy="1477716"/>
          </a:xfrm>
        </p:grpSpPr>
        <p:sp>
          <p:nvSpPr>
            <p:cNvPr id="1704" name="Google Shape;1704;p34"/>
            <p:cNvSpPr/>
            <p:nvPr/>
          </p:nvSpPr>
          <p:spPr>
            <a:xfrm rot="-516949">
              <a:off x="5477959" y="1093607"/>
              <a:ext cx="236511" cy="291133"/>
            </a:xfrm>
            <a:custGeom>
              <a:avLst/>
              <a:gdLst/>
              <a:ahLst/>
              <a:cxnLst/>
              <a:rect l="l" t="t" r="r" b="b"/>
              <a:pathLst>
                <a:path w="3018" h="3715" extrusionOk="0">
                  <a:moveTo>
                    <a:pt x="781" y="1"/>
                  </a:moveTo>
                  <a:cubicBezTo>
                    <a:pt x="750" y="1"/>
                    <a:pt x="719" y="16"/>
                    <a:pt x="698" y="53"/>
                  </a:cubicBezTo>
                  <a:cubicBezTo>
                    <a:pt x="382" y="584"/>
                    <a:pt x="166" y="1182"/>
                    <a:pt x="67" y="1797"/>
                  </a:cubicBezTo>
                  <a:cubicBezTo>
                    <a:pt x="0" y="2378"/>
                    <a:pt x="183" y="2960"/>
                    <a:pt x="598" y="3359"/>
                  </a:cubicBezTo>
                  <a:cubicBezTo>
                    <a:pt x="843" y="3592"/>
                    <a:pt x="1155" y="3714"/>
                    <a:pt x="1474" y="3714"/>
                  </a:cubicBezTo>
                  <a:cubicBezTo>
                    <a:pt x="1632" y="3714"/>
                    <a:pt x="1791" y="3685"/>
                    <a:pt x="1944" y="3624"/>
                  </a:cubicBezTo>
                  <a:cubicBezTo>
                    <a:pt x="3018" y="3183"/>
                    <a:pt x="2568" y="1700"/>
                    <a:pt x="1609" y="1700"/>
                  </a:cubicBezTo>
                  <a:cubicBezTo>
                    <a:pt x="1485" y="1700"/>
                    <a:pt x="1352" y="1725"/>
                    <a:pt x="1213" y="1780"/>
                  </a:cubicBezTo>
                  <a:cubicBezTo>
                    <a:pt x="1106" y="1826"/>
                    <a:pt x="1140" y="2000"/>
                    <a:pt x="1237" y="2000"/>
                  </a:cubicBezTo>
                  <a:cubicBezTo>
                    <a:pt x="1246" y="2000"/>
                    <a:pt x="1254" y="1999"/>
                    <a:pt x="1263" y="1996"/>
                  </a:cubicBezTo>
                  <a:cubicBezTo>
                    <a:pt x="1390" y="1939"/>
                    <a:pt x="1511" y="1913"/>
                    <a:pt x="1622" y="1913"/>
                  </a:cubicBezTo>
                  <a:cubicBezTo>
                    <a:pt x="2411" y="1913"/>
                    <a:pt x="2741" y="3196"/>
                    <a:pt x="1795" y="3458"/>
                  </a:cubicBezTo>
                  <a:cubicBezTo>
                    <a:pt x="1685" y="3495"/>
                    <a:pt x="1573" y="3512"/>
                    <a:pt x="1463" y="3512"/>
                  </a:cubicBezTo>
                  <a:cubicBezTo>
                    <a:pt x="1170" y="3512"/>
                    <a:pt x="886" y="3388"/>
                    <a:pt x="681" y="3159"/>
                  </a:cubicBezTo>
                  <a:cubicBezTo>
                    <a:pt x="349" y="2794"/>
                    <a:pt x="200" y="2295"/>
                    <a:pt x="266" y="1814"/>
                  </a:cubicBezTo>
                  <a:cubicBezTo>
                    <a:pt x="316" y="1215"/>
                    <a:pt x="598" y="684"/>
                    <a:pt x="881" y="152"/>
                  </a:cubicBezTo>
                  <a:cubicBezTo>
                    <a:pt x="915" y="73"/>
                    <a:pt x="848" y="1"/>
                    <a:pt x="781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34"/>
            <p:cNvSpPr/>
            <p:nvPr/>
          </p:nvSpPr>
          <p:spPr>
            <a:xfrm>
              <a:off x="3839892" y="696308"/>
              <a:ext cx="302342" cy="170057"/>
            </a:xfrm>
            <a:custGeom>
              <a:avLst/>
              <a:gdLst/>
              <a:ahLst/>
              <a:cxnLst/>
              <a:rect l="l" t="t" r="r" b="b"/>
              <a:pathLst>
                <a:path w="3858" h="2170" extrusionOk="0">
                  <a:moveTo>
                    <a:pt x="1140" y="1"/>
                  </a:moveTo>
                  <a:cubicBezTo>
                    <a:pt x="705" y="1"/>
                    <a:pt x="324" y="275"/>
                    <a:pt x="167" y="684"/>
                  </a:cubicBezTo>
                  <a:cubicBezTo>
                    <a:pt x="1" y="1100"/>
                    <a:pt x="117" y="1598"/>
                    <a:pt x="466" y="1897"/>
                  </a:cubicBezTo>
                  <a:cubicBezTo>
                    <a:pt x="695" y="2099"/>
                    <a:pt x="965" y="2169"/>
                    <a:pt x="1245" y="2169"/>
                  </a:cubicBezTo>
                  <a:cubicBezTo>
                    <a:pt x="1472" y="2169"/>
                    <a:pt x="1705" y="2123"/>
                    <a:pt x="1928" y="2063"/>
                  </a:cubicBezTo>
                  <a:cubicBezTo>
                    <a:pt x="2559" y="1914"/>
                    <a:pt x="3174" y="1665"/>
                    <a:pt x="3756" y="1366"/>
                  </a:cubicBezTo>
                  <a:cubicBezTo>
                    <a:pt x="3857" y="1308"/>
                    <a:pt x="3781" y="1174"/>
                    <a:pt x="3683" y="1174"/>
                  </a:cubicBezTo>
                  <a:cubicBezTo>
                    <a:pt x="3669" y="1174"/>
                    <a:pt x="3654" y="1176"/>
                    <a:pt x="3639" y="1183"/>
                  </a:cubicBezTo>
                  <a:lnTo>
                    <a:pt x="3656" y="1183"/>
                  </a:lnTo>
                  <a:cubicBezTo>
                    <a:pt x="3257" y="1399"/>
                    <a:pt x="2842" y="1565"/>
                    <a:pt x="2410" y="1714"/>
                  </a:cubicBezTo>
                  <a:cubicBezTo>
                    <a:pt x="2046" y="1831"/>
                    <a:pt x="1644" y="1973"/>
                    <a:pt x="1260" y="1973"/>
                  </a:cubicBezTo>
                  <a:cubicBezTo>
                    <a:pt x="1205" y="1973"/>
                    <a:pt x="1151" y="1970"/>
                    <a:pt x="1097" y="1964"/>
                  </a:cubicBezTo>
                  <a:cubicBezTo>
                    <a:pt x="715" y="1914"/>
                    <a:pt x="400" y="1631"/>
                    <a:pt x="317" y="1266"/>
                  </a:cubicBezTo>
                  <a:cubicBezTo>
                    <a:pt x="234" y="884"/>
                    <a:pt x="400" y="502"/>
                    <a:pt x="732" y="302"/>
                  </a:cubicBezTo>
                  <a:cubicBezTo>
                    <a:pt x="834" y="237"/>
                    <a:pt x="951" y="204"/>
                    <a:pt x="1070" y="204"/>
                  </a:cubicBezTo>
                  <a:cubicBezTo>
                    <a:pt x="1164" y="204"/>
                    <a:pt x="1258" y="225"/>
                    <a:pt x="1347" y="269"/>
                  </a:cubicBezTo>
                  <a:cubicBezTo>
                    <a:pt x="1513" y="369"/>
                    <a:pt x="1546" y="601"/>
                    <a:pt x="1396" y="751"/>
                  </a:cubicBezTo>
                  <a:cubicBezTo>
                    <a:pt x="1319" y="815"/>
                    <a:pt x="1392" y="910"/>
                    <a:pt x="1475" y="910"/>
                  </a:cubicBezTo>
                  <a:cubicBezTo>
                    <a:pt x="1499" y="910"/>
                    <a:pt x="1524" y="902"/>
                    <a:pt x="1546" y="884"/>
                  </a:cubicBezTo>
                  <a:cubicBezTo>
                    <a:pt x="1696" y="751"/>
                    <a:pt x="1745" y="551"/>
                    <a:pt x="1662" y="369"/>
                  </a:cubicBezTo>
                  <a:cubicBezTo>
                    <a:pt x="1596" y="169"/>
                    <a:pt x="1413" y="36"/>
                    <a:pt x="1214" y="3"/>
                  </a:cubicBezTo>
                  <a:cubicBezTo>
                    <a:pt x="1189" y="1"/>
                    <a:pt x="1164" y="1"/>
                    <a:pt x="1140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4"/>
            <p:cNvSpPr/>
            <p:nvPr/>
          </p:nvSpPr>
          <p:spPr>
            <a:xfrm>
              <a:off x="3764424" y="877494"/>
              <a:ext cx="287295" cy="111752"/>
            </a:xfrm>
            <a:custGeom>
              <a:avLst/>
              <a:gdLst/>
              <a:ahLst/>
              <a:cxnLst/>
              <a:rect l="l" t="t" r="r" b="b"/>
              <a:pathLst>
                <a:path w="3666" h="1426" extrusionOk="0">
                  <a:moveTo>
                    <a:pt x="3513" y="1"/>
                  </a:moveTo>
                  <a:cubicBezTo>
                    <a:pt x="3488" y="1"/>
                    <a:pt x="3463" y="11"/>
                    <a:pt x="3439" y="34"/>
                  </a:cubicBezTo>
                  <a:lnTo>
                    <a:pt x="3456" y="34"/>
                  </a:lnTo>
                  <a:cubicBezTo>
                    <a:pt x="2991" y="499"/>
                    <a:pt x="2426" y="848"/>
                    <a:pt x="1795" y="1047"/>
                  </a:cubicBezTo>
                  <a:cubicBezTo>
                    <a:pt x="1533" y="1149"/>
                    <a:pt x="1246" y="1200"/>
                    <a:pt x="956" y="1200"/>
                  </a:cubicBezTo>
                  <a:cubicBezTo>
                    <a:pt x="914" y="1200"/>
                    <a:pt x="873" y="1199"/>
                    <a:pt x="831" y="1197"/>
                  </a:cubicBezTo>
                  <a:cubicBezTo>
                    <a:pt x="532" y="1163"/>
                    <a:pt x="183" y="914"/>
                    <a:pt x="299" y="582"/>
                  </a:cubicBezTo>
                  <a:cubicBezTo>
                    <a:pt x="319" y="504"/>
                    <a:pt x="257" y="454"/>
                    <a:pt x="194" y="454"/>
                  </a:cubicBezTo>
                  <a:cubicBezTo>
                    <a:pt x="149" y="454"/>
                    <a:pt x="104" y="478"/>
                    <a:pt x="83" y="532"/>
                  </a:cubicBezTo>
                  <a:cubicBezTo>
                    <a:pt x="0" y="848"/>
                    <a:pt x="166" y="1180"/>
                    <a:pt x="482" y="1330"/>
                  </a:cubicBezTo>
                  <a:cubicBezTo>
                    <a:pt x="630" y="1400"/>
                    <a:pt x="789" y="1426"/>
                    <a:pt x="950" y="1426"/>
                  </a:cubicBezTo>
                  <a:cubicBezTo>
                    <a:pt x="1170" y="1426"/>
                    <a:pt x="1394" y="1378"/>
                    <a:pt x="1595" y="1330"/>
                  </a:cubicBezTo>
                  <a:cubicBezTo>
                    <a:pt x="2359" y="1130"/>
                    <a:pt x="3041" y="732"/>
                    <a:pt x="3589" y="183"/>
                  </a:cubicBezTo>
                  <a:cubicBezTo>
                    <a:pt x="3665" y="107"/>
                    <a:pt x="3595" y="1"/>
                    <a:pt x="3513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34"/>
            <p:cNvSpPr/>
            <p:nvPr/>
          </p:nvSpPr>
          <p:spPr>
            <a:xfrm rot="-516949">
              <a:off x="5424874" y="1271574"/>
              <a:ext cx="81423" cy="271463"/>
            </a:xfrm>
            <a:custGeom>
              <a:avLst/>
              <a:gdLst/>
              <a:ahLst/>
              <a:cxnLst/>
              <a:rect l="l" t="t" r="r" b="b"/>
              <a:pathLst>
                <a:path w="1039" h="3464" extrusionOk="0">
                  <a:moveTo>
                    <a:pt x="497" y="1"/>
                  </a:moveTo>
                  <a:cubicBezTo>
                    <a:pt x="454" y="1"/>
                    <a:pt x="408" y="21"/>
                    <a:pt x="382" y="66"/>
                  </a:cubicBezTo>
                  <a:lnTo>
                    <a:pt x="399" y="82"/>
                  </a:lnTo>
                  <a:cubicBezTo>
                    <a:pt x="0" y="1196"/>
                    <a:pt x="150" y="2425"/>
                    <a:pt x="814" y="3422"/>
                  </a:cubicBezTo>
                  <a:cubicBezTo>
                    <a:pt x="834" y="3451"/>
                    <a:pt x="863" y="3463"/>
                    <a:pt x="893" y="3463"/>
                  </a:cubicBezTo>
                  <a:cubicBezTo>
                    <a:pt x="965" y="3463"/>
                    <a:pt x="1039" y="3393"/>
                    <a:pt x="980" y="3322"/>
                  </a:cubicBezTo>
                  <a:cubicBezTo>
                    <a:pt x="366" y="2375"/>
                    <a:pt x="216" y="1196"/>
                    <a:pt x="598" y="132"/>
                  </a:cubicBezTo>
                  <a:cubicBezTo>
                    <a:pt x="629" y="51"/>
                    <a:pt x="566" y="1"/>
                    <a:pt x="497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34"/>
            <p:cNvSpPr/>
            <p:nvPr/>
          </p:nvSpPr>
          <p:spPr>
            <a:xfrm rot="-1858220">
              <a:off x="5873184" y="368532"/>
              <a:ext cx="230871" cy="230322"/>
            </a:xfrm>
            <a:custGeom>
              <a:avLst/>
              <a:gdLst/>
              <a:ahLst/>
              <a:cxnLst/>
              <a:rect l="l" t="t" r="r" b="b"/>
              <a:pathLst>
                <a:path w="2946" h="2939" extrusionOk="0">
                  <a:moveTo>
                    <a:pt x="306" y="0"/>
                  </a:moveTo>
                  <a:cubicBezTo>
                    <a:pt x="263" y="0"/>
                    <a:pt x="220" y="20"/>
                    <a:pt x="200" y="67"/>
                  </a:cubicBezTo>
                  <a:lnTo>
                    <a:pt x="217" y="83"/>
                  </a:lnTo>
                  <a:cubicBezTo>
                    <a:pt x="34" y="565"/>
                    <a:pt x="1" y="1097"/>
                    <a:pt x="134" y="1595"/>
                  </a:cubicBezTo>
                  <a:cubicBezTo>
                    <a:pt x="233" y="2077"/>
                    <a:pt x="516" y="2509"/>
                    <a:pt x="914" y="2791"/>
                  </a:cubicBezTo>
                  <a:cubicBezTo>
                    <a:pt x="1076" y="2893"/>
                    <a:pt x="1254" y="2938"/>
                    <a:pt x="1432" y="2938"/>
                  </a:cubicBezTo>
                  <a:cubicBezTo>
                    <a:pt x="2186" y="2938"/>
                    <a:pt x="2946" y="2129"/>
                    <a:pt x="2543" y="1363"/>
                  </a:cubicBezTo>
                  <a:cubicBezTo>
                    <a:pt x="2407" y="1101"/>
                    <a:pt x="2147" y="964"/>
                    <a:pt x="1885" y="964"/>
                  </a:cubicBezTo>
                  <a:cubicBezTo>
                    <a:pt x="1697" y="964"/>
                    <a:pt x="1509" y="1034"/>
                    <a:pt x="1363" y="1180"/>
                  </a:cubicBezTo>
                  <a:cubicBezTo>
                    <a:pt x="1286" y="1256"/>
                    <a:pt x="1357" y="1362"/>
                    <a:pt x="1439" y="1362"/>
                  </a:cubicBezTo>
                  <a:cubicBezTo>
                    <a:pt x="1463" y="1362"/>
                    <a:pt x="1489" y="1352"/>
                    <a:pt x="1512" y="1329"/>
                  </a:cubicBezTo>
                  <a:cubicBezTo>
                    <a:pt x="1612" y="1223"/>
                    <a:pt x="1746" y="1172"/>
                    <a:pt x="1881" y="1172"/>
                  </a:cubicBezTo>
                  <a:cubicBezTo>
                    <a:pt x="2083" y="1172"/>
                    <a:pt x="2287" y="1286"/>
                    <a:pt x="2376" y="1495"/>
                  </a:cubicBezTo>
                  <a:cubicBezTo>
                    <a:pt x="2526" y="1861"/>
                    <a:pt x="2410" y="2276"/>
                    <a:pt x="2077" y="2509"/>
                  </a:cubicBezTo>
                  <a:cubicBezTo>
                    <a:pt x="1898" y="2654"/>
                    <a:pt x="1683" y="2729"/>
                    <a:pt x="1469" y="2729"/>
                  </a:cubicBezTo>
                  <a:cubicBezTo>
                    <a:pt x="1268" y="2729"/>
                    <a:pt x="1067" y="2663"/>
                    <a:pt x="898" y="2525"/>
                  </a:cubicBezTo>
                  <a:cubicBezTo>
                    <a:pt x="599" y="2243"/>
                    <a:pt x="399" y="1878"/>
                    <a:pt x="333" y="1495"/>
                  </a:cubicBezTo>
                  <a:cubicBezTo>
                    <a:pt x="217" y="1030"/>
                    <a:pt x="250" y="565"/>
                    <a:pt x="416" y="116"/>
                  </a:cubicBezTo>
                  <a:cubicBezTo>
                    <a:pt x="436" y="46"/>
                    <a:pt x="372" y="0"/>
                    <a:pt x="306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09" name="Google Shape;1709;p34"/>
            <p:cNvGrpSpPr/>
            <p:nvPr/>
          </p:nvGrpSpPr>
          <p:grpSpPr>
            <a:xfrm>
              <a:off x="4142229" y="69889"/>
              <a:ext cx="1713102" cy="1156456"/>
              <a:chOff x="4142229" y="69889"/>
              <a:chExt cx="1713102" cy="1156456"/>
            </a:xfrm>
          </p:grpSpPr>
          <p:grpSp>
            <p:nvGrpSpPr>
              <p:cNvPr id="1710" name="Google Shape;1710;p34"/>
              <p:cNvGrpSpPr/>
              <p:nvPr/>
            </p:nvGrpSpPr>
            <p:grpSpPr>
              <a:xfrm>
                <a:off x="4142229" y="69889"/>
                <a:ext cx="1713102" cy="1156456"/>
                <a:chOff x="2251342" y="373064"/>
                <a:chExt cx="1713102" cy="1156456"/>
              </a:xfrm>
            </p:grpSpPr>
            <p:sp>
              <p:nvSpPr>
                <p:cNvPr id="1711" name="Google Shape;1711;p34"/>
                <p:cNvSpPr/>
                <p:nvPr/>
              </p:nvSpPr>
              <p:spPr>
                <a:xfrm>
                  <a:off x="2251342" y="373064"/>
                  <a:ext cx="1713102" cy="11564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16" h="12432" extrusionOk="0">
                      <a:moveTo>
                        <a:pt x="6845" y="0"/>
                      </a:moveTo>
                      <a:cubicBezTo>
                        <a:pt x="6533" y="0"/>
                        <a:pt x="6188" y="87"/>
                        <a:pt x="5813" y="290"/>
                      </a:cubicBezTo>
                      <a:cubicBezTo>
                        <a:pt x="4812" y="819"/>
                        <a:pt x="4205" y="1864"/>
                        <a:pt x="4239" y="2988"/>
                      </a:cubicBezTo>
                      <a:cubicBezTo>
                        <a:pt x="4239" y="2988"/>
                        <a:pt x="3653" y="2669"/>
                        <a:pt x="2949" y="2669"/>
                      </a:cubicBezTo>
                      <a:cubicBezTo>
                        <a:pt x="2230" y="2669"/>
                        <a:pt x="1388" y="3002"/>
                        <a:pt x="922" y="4349"/>
                      </a:cubicBezTo>
                      <a:cubicBezTo>
                        <a:pt x="0" y="7013"/>
                        <a:pt x="2271" y="7485"/>
                        <a:pt x="2271" y="7485"/>
                      </a:cubicBezTo>
                      <a:cubicBezTo>
                        <a:pt x="2271" y="7485"/>
                        <a:pt x="1046" y="11195"/>
                        <a:pt x="4059" y="12196"/>
                      </a:cubicBezTo>
                      <a:cubicBezTo>
                        <a:pt x="4554" y="12362"/>
                        <a:pt x="5013" y="12432"/>
                        <a:pt x="5436" y="12432"/>
                      </a:cubicBezTo>
                      <a:cubicBezTo>
                        <a:pt x="7587" y="12432"/>
                        <a:pt x="8781" y="10633"/>
                        <a:pt x="8781" y="10633"/>
                      </a:cubicBezTo>
                      <a:cubicBezTo>
                        <a:pt x="8781" y="10633"/>
                        <a:pt x="9436" y="11953"/>
                        <a:pt x="11076" y="11953"/>
                      </a:cubicBezTo>
                      <a:cubicBezTo>
                        <a:pt x="11271" y="11953"/>
                        <a:pt x="11480" y="11934"/>
                        <a:pt x="11704" y="11892"/>
                      </a:cubicBezTo>
                      <a:cubicBezTo>
                        <a:pt x="13795" y="11499"/>
                        <a:pt x="13615" y="9284"/>
                        <a:pt x="13615" y="9284"/>
                      </a:cubicBezTo>
                      <a:lnTo>
                        <a:pt x="13615" y="9284"/>
                      </a:lnTo>
                      <a:cubicBezTo>
                        <a:pt x="13615" y="9284"/>
                        <a:pt x="14680" y="9900"/>
                        <a:pt x="15733" y="9900"/>
                      </a:cubicBezTo>
                      <a:cubicBezTo>
                        <a:pt x="16490" y="9900"/>
                        <a:pt x="17240" y="9582"/>
                        <a:pt x="17584" y="8486"/>
                      </a:cubicBezTo>
                      <a:cubicBezTo>
                        <a:pt x="18416" y="5866"/>
                        <a:pt x="16324" y="4956"/>
                        <a:pt x="16324" y="4956"/>
                      </a:cubicBezTo>
                      <a:cubicBezTo>
                        <a:pt x="16324" y="4956"/>
                        <a:pt x="18112" y="2685"/>
                        <a:pt x="15672" y="897"/>
                      </a:cubicBezTo>
                      <a:cubicBezTo>
                        <a:pt x="15135" y="505"/>
                        <a:pt x="14640" y="352"/>
                        <a:pt x="14195" y="352"/>
                      </a:cubicBezTo>
                      <a:cubicBezTo>
                        <a:pt x="12611" y="352"/>
                        <a:pt x="11659" y="2291"/>
                        <a:pt x="11659" y="2291"/>
                      </a:cubicBezTo>
                      <a:cubicBezTo>
                        <a:pt x="11603" y="1538"/>
                        <a:pt x="11018" y="920"/>
                        <a:pt x="10254" y="852"/>
                      </a:cubicBezTo>
                      <a:cubicBezTo>
                        <a:pt x="10163" y="841"/>
                        <a:pt x="10077" y="836"/>
                        <a:pt x="9996" y="836"/>
                      </a:cubicBezTo>
                      <a:cubicBezTo>
                        <a:pt x="8877" y="836"/>
                        <a:pt x="8691" y="1853"/>
                        <a:pt x="8691" y="1853"/>
                      </a:cubicBezTo>
                      <a:cubicBezTo>
                        <a:pt x="8621" y="1073"/>
                        <a:pt x="7943" y="0"/>
                        <a:pt x="684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2" name="Google Shape;1712;p34"/>
                <p:cNvSpPr/>
                <p:nvPr/>
              </p:nvSpPr>
              <p:spPr>
                <a:xfrm>
                  <a:off x="2394502" y="663011"/>
                  <a:ext cx="169580" cy="101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3" h="1087" extrusionOk="0">
                      <a:moveTo>
                        <a:pt x="1593" y="1"/>
                      </a:moveTo>
                      <a:cubicBezTo>
                        <a:pt x="927" y="1"/>
                        <a:pt x="318" y="374"/>
                        <a:pt x="24" y="973"/>
                      </a:cubicBezTo>
                      <a:cubicBezTo>
                        <a:pt x="1" y="1035"/>
                        <a:pt x="53" y="1087"/>
                        <a:pt x="102" y="1087"/>
                      </a:cubicBezTo>
                      <a:cubicBezTo>
                        <a:pt x="124" y="1087"/>
                        <a:pt x="145" y="1076"/>
                        <a:pt x="159" y="1052"/>
                      </a:cubicBezTo>
                      <a:cubicBezTo>
                        <a:pt x="417" y="504"/>
                        <a:pt x="971" y="156"/>
                        <a:pt x="1574" y="156"/>
                      </a:cubicBezTo>
                      <a:cubicBezTo>
                        <a:pt x="1627" y="156"/>
                        <a:pt x="1680" y="158"/>
                        <a:pt x="1733" y="164"/>
                      </a:cubicBezTo>
                      <a:cubicBezTo>
                        <a:pt x="1736" y="164"/>
                        <a:pt x="1739" y="164"/>
                        <a:pt x="1742" y="164"/>
                      </a:cubicBezTo>
                      <a:cubicBezTo>
                        <a:pt x="1823" y="164"/>
                        <a:pt x="1820" y="17"/>
                        <a:pt x="1733" y="6"/>
                      </a:cubicBezTo>
                      <a:cubicBezTo>
                        <a:pt x="1686" y="3"/>
                        <a:pt x="1640" y="1"/>
                        <a:pt x="159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3" name="Google Shape;1713;p34"/>
                <p:cNvSpPr/>
                <p:nvPr/>
              </p:nvSpPr>
              <p:spPr>
                <a:xfrm>
                  <a:off x="2599614" y="670918"/>
                  <a:ext cx="53395" cy="275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4" h="296" extrusionOk="0">
                      <a:moveTo>
                        <a:pt x="79" y="0"/>
                      </a:moveTo>
                      <a:cubicBezTo>
                        <a:pt x="34" y="0"/>
                        <a:pt x="0" y="34"/>
                        <a:pt x="0" y="79"/>
                      </a:cubicBezTo>
                      <a:cubicBezTo>
                        <a:pt x="0" y="124"/>
                        <a:pt x="34" y="157"/>
                        <a:pt x="79" y="157"/>
                      </a:cubicBezTo>
                      <a:lnTo>
                        <a:pt x="169" y="157"/>
                      </a:lnTo>
                      <a:cubicBezTo>
                        <a:pt x="203" y="157"/>
                        <a:pt x="236" y="169"/>
                        <a:pt x="281" y="180"/>
                      </a:cubicBezTo>
                      <a:lnTo>
                        <a:pt x="304" y="191"/>
                      </a:lnTo>
                      <a:lnTo>
                        <a:pt x="315" y="202"/>
                      </a:lnTo>
                      <a:cubicBezTo>
                        <a:pt x="326" y="202"/>
                        <a:pt x="349" y="214"/>
                        <a:pt x="360" y="225"/>
                      </a:cubicBezTo>
                      <a:cubicBezTo>
                        <a:pt x="382" y="225"/>
                        <a:pt x="394" y="236"/>
                        <a:pt x="405" y="247"/>
                      </a:cubicBezTo>
                      <a:lnTo>
                        <a:pt x="427" y="270"/>
                      </a:lnTo>
                      <a:cubicBezTo>
                        <a:pt x="427" y="270"/>
                        <a:pt x="442" y="275"/>
                        <a:pt x="449" y="275"/>
                      </a:cubicBezTo>
                      <a:cubicBezTo>
                        <a:pt x="451" y="275"/>
                        <a:pt x="452" y="274"/>
                        <a:pt x="452" y="273"/>
                      </a:cubicBezTo>
                      <a:lnTo>
                        <a:pt x="452" y="273"/>
                      </a:lnTo>
                      <a:cubicBezTo>
                        <a:pt x="463" y="288"/>
                        <a:pt x="479" y="295"/>
                        <a:pt x="496" y="295"/>
                      </a:cubicBezTo>
                      <a:cubicBezTo>
                        <a:pt x="514" y="295"/>
                        <a:pt x="534" y="287"/>
                        <a:pt x="551" y="270"/>
                      </a:cubicBezTo>
                      <a:cubicBezTo>
                        <a:pt x="574" y="247"/>
                        <a:pt x="574" y="202"/>
                        <a:pt x="551" y="180"/>
                      </a:cubicBezTo>
                      <a:cubicBezTo>
                        <a:pt x="416" y="67"/>
                        <a:pt x="247" y="11"/>
                        <a:pt x="79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4" name="Google Shape;1714;p34"/>
                <p:cNvSpPr/>
                <p:nvPr/>
              </p:nvSpPr>
              <p:spPr>
                <a:xfrm>
                  <a:off x="2342317" y="815846"/>
                  <a:ext cx="40372" cy="99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4" h="1073" extrusionOk="0">
                      <a:moveTo>
                        <a:pt x="329" y="0"/>
                      </a:moveTo>
                      <a:cubicBezTo>
                        <a:pt x="310" y="0"/>
                        <a:pt x="289" y="8"/>
                        <a:pt x="270" y="27"/>
                      </a:cubicBezTo>
                      <a:cubicBezTo>
                        <a:pt x="0" y="275"/>
                        <a:pt x="34" y="668"/>
                        <a:pt x="68" y="1005"/>
                      </a:cubicBezTo>
                      <a:cubicBezTo>
                        <a:pt x="62" y="1050"/>
                        <a:pt x="102" y="1073"/>
                        <a:pt x="141" y="1073"/>
                      </a:cubicBezTo>
                      <a:cubicBezTo>
                        <a:pt x="180" y="1073"/>
                        <a:pt x="220" y="1050"/>
                        <a:pt x="214" y="1005"/>
                      </a:cubicBezTo>
                      <a:cubicBezTo>
                        <a:pt x="180" y="713"/>
                        <a:pt x="147" y="353"/>
                        <a:pt x="383" y="128"/>
                      </a:cubicBezTo>
                      <a:cubicBezTo>
                        <a:pt x="434" y="77"/>
                        <a:pt x="388" y="0"/>
                        <a:pt x="329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5" name="Google Shape;1715;p34"/>
                <p:cNvSpPr/>
                <p:nvPr/>
              </p:nvSpPr>
              <p:spPr>
                <a:xfrm>
                  <a:off x="2690031" y="455202"/>
                  <a:ext cx="143255" cy="169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0" h="1822" extrusionOk="0">
                      <a:moveTo>
                        <a:pt x="1430" y="1"/>
                      </a:moveTo>
                      <a:cubicBezTo>
                        <a:pt x="1424" y="1"/>
                        <a:pt x="1418" y="1"/>
                        <a:pt x="1412" y="3"/>
                      </a:cubicBezTo>
                      <a:cubicBezTo>
                        <a:pt x="658" y="284"/>
                        <a:pt x="107" y="947"/>
                        <a:pt x="6" y="1746"/>
                      </a:cubicBezTo>
                      <a:cubicBezTo>
                        <a:pt x="1" y="1796"/>
                        <a:pt x="34" y="1822"/>
                        <a:pt x="71" y="1822"/>
                      </a:cubicBezTo>
                      <a:cubicBezTo>
                        <a:pt x="107" y="1822"/>
                        <a:pt x="147" y="1796"/>
                        <a:pt x="152" y="1746"/>
                      </a:cubicBezTo>
                      <a:cubicBezTo>
                        <a:pt x="254" y="1015"/>
                        <a:pt x="759" y="408"/>
                        <a:pt x="1445" y="149"/>
                      </a:cubicBezTo>
                      <a:cubicBezTo>
                        <a:pt x="1539" y="128"/>
                        <a:pt x="1507" y="1"/>
                        <a:pt x="1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6" name="Google Shape;1716;p34"/>
                <p:cNvSpPr/>
                <p:nvPr/>
              </p:nvSpPr>
              <p:spPr>
                <a:xfrm>
                  <a:off x="2895794" y="434272"/>
                  <a:ext cx="68837" cy="293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316" extrusionOk="0">
                      <a:moveTo>
                        <a:pt x="159" y="0"/>
                      </a:moveTo>
                      <a:cubicBezTo>
                        <a:pt x="135" y="0"/>
                        <a:pt x="112" y="1"/>
                        <a:pt x="88" y="3"/>
                      </a:cubicBezTo>
                      <a:cubicBezTo>
                        <a:pt x="82" y="2"/>
                        <a:pt x="77" y="1"/>
                        <a:pt x="73" y="1"/>
                      </a:cubicBezTo>
                      <a:cubicBezTo>
                        <a:pt x="0" y="1"/>
                        <a:pt x="3" y="150"/>
                        <a:pt x="80" y="150"/>
                      </a:cubicBezTo>
                      <a:cubicBezTo>
                        <a:pt x="82" y="150"/>
                        <a:pt x="85" y="150"/>
                        <a:pt x="88" y="149"/>
                      </a:cubicBezTo>
                      <a:cubicBezTo>
                        <a:pt x="116" y="147"/>
                        <a:pt x="143" y="145"/>
                        <a:pt x="170" y="145"/>
                      </a:cubicBezTo>
                      <a:cubicBezTo>
                        <a:pt x="251" y="145"/>
                        <a:pt x="327" y="158"/>
                        <a:pt x="402" y="183"/>
                      </a:cubicBezTo>
                      <a:cubicBezTo>
                        <a:pt x="447" y="194"/>
                        <a:pt x="504" y="206"/>
                        <a:pt x="549" y="217"/>
                      </a:cubicBezTo>
                      <a:cubicBezTo>
                        <a:pt x="560" y="228"/>
                        <a:pt x="571" y="228"/>
                        <a:pt x="582" y="239"/>
                      </a:cubicBezTo>
                      <a:cubicBezTo>
                        <a:pt x="580" y="237"/>
                        <a:pt x="580" y="236"/>
                        <a:pt x="580" y="236"/>
                      </a:cubicBezTo>
                      <a:cubicBezTo>
                        <a:pt x="582" y="236"/>
                        <a:pt x="592" y="243"/>
                        <a:pt x="590" y="243"/>
                      </a:cubicBezTo>
                      <a:cubicBezTo>
                        <a:pt x="589" y="243"/>
                        <a:pt x="587" y="242"/>
                        <a:pt x="582" y="239"/>
                      </a:cubicBezTo>
                      <a:lnTo>
                        <a:pt x="582" y="239"/>
                      </a:lnTo>
                      <a:cubicBezTo>
                        <a:pt x="582" y="290"/>
                        <a:pt x="619" y="315"/>
                        <a:pt x="655" y="315"/>
                      </a:cubicBezTo>
                      <a:cubicBezTo>
                        <a:pt x="692" y="315"/>
                        <a:pt x="729" y="290"/>
                        <a:pt x="729" y="239"/>
                      </a:cubicBezTo>
                      <a:cubicBezTo>
                        <a:pt x="740" y="116"/>
                        <a:pt x="594" y="82"/>
                        <a:pt x="492" y="48"/>
                      </a:cubicBezTo>
                      <a:cubicBezTo>
                        <a:pt x="381" y="20"/>
                        <a:pt x="270" y="0"/>
                        <a:pt x="159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7" name="Google Shape;1717;p34"/>
                <p:cNvSpPr/>
                <p:nvPr/>
              </p:nvSpPr>
              <p:spPr>
                <a:xfrm>
                  <a:off x="3094023" y="491015"/>
                  <a:ext cx="107348" cy="667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4" h="718" extrusionOk="0">
                      <a:moveTo>
                        <a:pt x="930" y="1"/>
                      </a:moveTo>
                      <a:cubicBezTo>
                        <a:pt x="773" y="1"/>
                        <a:pt x="621" y="49"/>
                        <a:pt x="498" y="146"/>
                      </a:cubicBezTo>
                      <a:cubicBezTo>
                        <a:pt x="329" y="259"/>
                        <a:pt x="183" y="416"/>
                        <a:pt x="59" y="585"/>
                      </a:cubicBezTo>
                      <a:cubicBezTo>
                        <a:pt x="0" y="636"/>
                        <a:pt x="55" y="718"/>
                        <a:pt x="114" y="718"/>
                      </a:cubicBezTo>
                      <a:cubicBezTo>
                        <a:pt x="134" y="718"/>
                        <a:pt x="155" y="709"/>
                        <a:pt x="171" y="686"/>
                      </a:cubicBezTo>
                      <a:cubicBezTo>
                        <a:pt x="354" y="453"/>
                        <a:pt x="601" y="146"/>
                        <a:pt x="920" y="146"/>
                      </a:cubicBezTo>
                      <a:cubicBezTo>
                        <a:pt x="954" y="146"/>
                        <a:pt x="990" y="150"/>
                        <a:pt x="1026" y="158"/>
                      </a:cubicBezTo>
                      <a:cubicBezTo>
                        <a:pt x="1032" y="159"/>
                        <a:pt x="1038" y="160"/>
                        <a:pt x="1044" y="160"/>
                      </a:cubicBezTo>
                      <a:cubicBezTo>
                        <a:pt x="1121" y="160"/>
                        <a:pt x="1154" y="32"/>
                        <a:pt x="1060" y="12"/>
                      </a:cubicBezTo>
                      <a:cubicBezTo>
                        <a:pt x="1016" y="4"/>
                        <a:pt x="973" y="1"/>
                        <a:pt x="9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8" name="Google Shape;1718;p34"/>
                <p:cNvSpPr/>
                <p:nvPr/>
              </p:nvSpPr>
              <p:spPr>
                <a:xfrm>
                  <a:off x="3246950" y="506270"/>
                  <a:ext cx="41860" cy="36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0" h="388" extrusionOk="0">
                      <a:moveTo>
                        <a:pt x="76" y="0"/>
                      </a:moveTo>
                      <a:cubicBezTo>
                        <a:pt x="70" y="0"/>
                        <a:pt x="63" y="2"/>
                        <a:pt x="56" y="5"/>
                      </a:cubicBezTo>
                      <a:cubicBezTo>
                        <a:pt x="45" y="5"/>
                        <a:pt x="23" y="27"/>
                        <a:pt x="11" y="39"/>
                      </a:cubicBezTo>
                      <a:cubicBezTo>
                        <a:pt x="0" y="72"/>
                        <a:pt x="11" y="117"/>
                        <a:pt x="45" y="140"/>
                      </a:cubicBezTo>
                      <a:cubicBezTo>
                        <a:pt x="68" y="151"/>
                        <a:pt x="101" y="162"/>
                        <a:pt x="124" y="185"/>
                      </a:cubicBezTo>
                      <a:lnTo>
                        <a:pt x="169" y="207"/>
                      </a:lnTo>
                      <a:lnTo>
                        <a:pt x="191" y="219"/>
                      </a:lnTo>
                      <a:cubicBezTo>
                        <a:pt x="214" y="241"/>
                        <a:pt x="236" y="264"/>
                        <a:pt x="259" y="286"/>
                      </a:cubicBezTo>
                      <a:lnTo>
                        <a:pt x="270" y="308"/>
                      </a:lnTo>
                      <a:cubicBezTo>
                        <a:pt x="281" y="320"/>
                        <a:pt x="293" y="342"/>
                        <a:pt x="293" y="353"/>
                      </a:cubicBezTo>
                      <a:cubicBezTo>
                        <a:pt x="307" y="375"/>
                        <a:pt x="331" y="388"/>
                        <a:pt x="358" y="388"/>
                      </a:cubicBezTo>
                      <a:cubicBezTo>
                        <a:pt x="373" y="388"/>
                        <a:pt x="389" y="384"/>
                        <a:pt x="405" y="376"/>
                      </a:cubicBezTo>
                      <a:cubicBezTo>
                        <a:pt x="439" y="365"/>
                        <a:pt x="450" y="320"/>
                        <a:pt x="439" y="286"/>
                      </a:cubicBezTo>
                      <a:cubicBezTo>
                        <a:pt x="360" y="162"/>
                        <a:pt x="248" y="72"/>
                        <a:pt x="124" y="16"/>
                      </a:cubicBezTo>
                      <a:cubicBezTo>
                        <a:pt x="108" y="8"/>
                        <a:pt x="92" y="0"/>
                        <a:pt x="7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9" name="Google Shape;1719;p34"/>
                <p:cNvSpPr/>
                <p:nvPr/>
              </p:nvSpPr>
              <p:spPr>
                <a:xfrm>
                  <a:off x="3374762" y="505619"/>
                  <a:ext cx="69953" cy="86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2" h="931" extrusionOk="0">
                      <a:moveTo>
                        <a:pt x="666" y="0"/>
                      </a:moveTo>
                      <a:cubicBezTo>
                        <a:pt x="653" y="0"/>
                        <a:pt x="639" y="4"/>
                        <a:pt x="627" y="12"/>
                      </a:cubicBezTo>
                      <a:cubicBezTo>
                        <a:pt x="335" y="214"/>
                        <a:pt x="121" y="507"/>
                        <a:pt x="20" y="844"/>
                      </a:cubicBezTo>
                      <a:cubicBezTo>
                        <a:pt x="0" y="897"/>
                        <a:pt x="43" y="931"/>
                        <a:pt x="86" y="931"/>
                      </a:cubicBezTo>
                      <a:cubicBezTo>
                        <a:pt x="116" y="931"/>
                        <a:pt x="146" y="914"/>
                        <a:pt x="155" y="878"/>
                      </a:cubicBezTo>
                      <a:cubicBezTo>
                        <a:pt x="256" y="585"/>
                        <a:pt x="448" y="327"/>
                        <a:pt x="695" y="147"/>
                      </a:cubicBezTo>
                      <a:cubicBezTo>
                        <a:pt x="740" y="124"/>
                        <a:pt x="751" y="79"/>
                        <a:pt x="729" y="34"/>
                      </a:cubicBezTo>
                      <a:cubicBezTo>
                        <a:pt x="714" y="13"/>
                        <a:pt x="690" y="0"/>
                        <a:pt x="66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0" name="Google Shape;1720;p34"/>
                <p:cNvSpPr/>
                <p:nvPr/>
              </p:nvSpPr>
              <p:spPr>
                <a:xfrm>
                  <a:off x="3502108" y="449806"/>
                  <a:ext cx="246882" cy="1068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4" h="1149" extrusionOk="0">
                      <a:moveTo>
                        <a:pt x="939" y="0"/>
                      </a:moveTo>
                      <a:cubicBezTo>
                        <a:pt x="635" y="0"/>
                        <a:pt x="334" y="81"/>
                        <a:pt x="68" y="241"/>
                      </a:cubicBezTo>
                      <a:cubicBezTo>
                        <a:pt x="1" y="289"/>
                        <a:pt x="48" y="386"/>
                        <a:pt x="112" y="386"/>
                      </a:cubicBezTo>
                      <a:cubicBezTo>
                        <a:pt x="123" y="386"/>
                        <a:pt x="135" y="383"/>
                        <a:pt x="147" y="376"/>
                      </a:cubicBezTo>
                      <a:cubicBezTo>
                        <a:pt x="383" y="227"/>
                        <a:pt x="652" y="152"/>
                        <a:pt x="924" y="152"/>
                      </a:cubicBezTo>
                      <a:cubicBezTo>
                        <a:pt x="1105" y="152"/>
                        <a:pt x="1287" y="185"/>
                        <a:pt x="1462" y="252"/>
                      </a:cubicBezTo>
                      <a:cubicBezTo>
                        <a:pt x="1676" y="320"/>
                        <a:pt x="1867" y="421"/>
                        <a:pt x="2047" y="567"/>
                      </a:cubicBezTo>
                      <a:cubicBezTo>
                        <a:pt x="2136" y="634"/>
                        <a:pt x="2215" y="713"/>
                        <a:pt x="2294" y="792"/>
                      </a:cubicBezTo>
                      <a:cubicBezTo>
                        <a:pt x="2361" y="859"/>
                        <a:pt x="2485" y="960"/>
                        <a:pt x="2496" y="1073"/>
                      </a:cubicBezTo>
                      <a:cubicBezTo>
                        <a:pt x="2502" y="1123"/>
                        <a:pt x="2541" y="1149"/>
                        <a:pt x="2579" y="1149"/>
                      </a:cubicBezTo>
                      <a:cubicBezTo>
                        <a:pt x="2617" y="1149"/>
                        <a:pt x="2654" y="1123"/>
                        <a:pt x="2654" y="1073"/>
                      </a:cubicBezTo>
                      <a:cubicBezTo>
                        <a:pt x="2631" y="960"/>
                        <a:pt x="2575" y="848"/>
                        <a:pt x="2485" y="769"/>
                      </a:cubicBezTo>
                      <a:cubicBezTo>
                        <a:pt x="2395" y="679"/>
                        <a:pt x="2305" y="578"/>
                        <a:pt x="2204" y="500"/>
                      </a:cubicBezTo>
                      <a:cubicBezTo>
                        <a:pt x="2013" y="342"/>
                        <a:pt x="1799" y="207"/>
                        <a:pt x="1563" y="117"/>
                      </a:cubicBezTo>
                      <a:cubicBezTo>
                        <a:pt x="1361" y="39"/>
                        <a:pt x="1149" y="0"/>
                        <a:pt x="939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1" name="Google Shape;1721;p34"/>
                <p:cNvSpPr/>
                <p:nvPr/>
              </p:nvSpPr>
              <p:spPr>
                <a:xfrm>
                  <a:off x="3411319" y="1225512"/>
                  <a:ext cx="82511" cy="1784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7" h="1918" extrusionOk="0">
                      <a:moveTo>
                        <a:pt x="721" y="1"/>
                      </a:moveTo>
                      <a:cubicBezTo>
                        <a:pt x="675" y="1"/>
                        <a:pt x="630" y="37"/>
                        <a:pt x="650" y="98"/>
                      </a:cubicBezTo>
                      <a:cubicBezTo>
                        <a:pt x="729" y="412"/>
                        <a:pt x="684" y="750"/>
                        <a:pt x="538" y="1042"/>
                      </a:cubicBezTo>
                      <a:cubicBezTo>
                        <a:pt x="470" y="1188"/>
                        <a:pt x="414" y="1323"/>
                        <a:pt x="336" y="1469"/>
                      </a:cubicBezTo>
                      <a:cubicBezTo>
                        <a:pt x="279" y="1593"/>
                        <a:pt x="189" y="1694"/>
                        <a:pt x="77" y="1773"/>
                      </a:cubicBezTo>
                      <a:cubicBezTo>
                        <a:pt x="0" y="1821"/>
                        <a:pt x="46" y="1917"/>
                        <a:pt x="117" y="1917"/>
                      </a:cubicBezTo>
                      <a:cubicBezTo>
                        <a:pt x="129" y="1917"/>
                        <a:pt x="142" y="1914"/>
                        <a:pt x="156" y="1908"/>
                      </a:cubicBezTo>
                      <a:cubicBezTo>
                        <a:pt x="279" y="1829"/>
                        <a:pt x="381" y="1717"/>
                        <a:pt x="448" y="1582"/>
                      </a:cubicBezTo>
                      <a:cubicBezTo>
                        <a:pt x="538" y="1424"/>
                        <a:pt x="605" y="1267"/>
                        <a:pt x="684" y="1098"/>
                      </a:cubicBezTo>
                      <a:cubicBezTo>
                        <a:pt x="841" y="772"/>
                        <a:pt x="886" y="401"/>
                        <a:pt x="797" y="53"/>
                      </a:cubicBezTo>
                      <a:cubicBezTo>
                        <a:pt x="783" y="17"/>
                        <a:pt x="752" y="1"/>
                        <a:pt x="721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2" name="Google Shape;1722;p34"/>
                <p:cNvSpPr/>
                <p:nvPr/>
              </p:nvSpPr>
              <p:spPr>
                <a:xfrm>
                  <a:off x="3220811" y="1436392"/>
                  <a:ext cx="123813" cy="204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1" h="220" extrusionOk="0">
                      <a:moveTo>
                        <a:pt x="113" y="0"/>
                      </a:moveTo>
                      <a:cubicBezTo>
                        <a:pt x="34" y="0"/>
                        <a:pt x="0" y="113"/>
                        <a:pt x="68" y="147"/>
                      </a:cubicBezTo>
                      <a:cubicBezTo>
                        <a:pt x="271" y="194"/>
                        <a:pt x="480" y="220"/>
                        <a:pt x="689" y="220"/>
                      </a:cubicBezTo>
                      <a:cubicBezTo>
                        <a:pt x="873" y="220"/>
                        <a:pt x="1058" y="200"/>
                        <a:pt x="1237" y="158"/>
                      </a:cubicBezTo>
                      <a:cubicBezTo>
                        <a:pt x="1331" y="147"/>
                        <a:pt x="1299" y="21"/>
                        <a:pt x="1222" y="21"/>
                      </a:cubicBezTo>
                      <a:cubicBezTo>
                        <a:pt x="1216" y="21"/>
                        <a:pt x="1210" y="21"/>
                        <a:pt x="1203" y="23"/>
                      </a:cubicBezTo>
                      <a:cubicBezTo>
                        <a:pt x="1041" y="58"/>
                        <a:pt x="877" y="76"/>
                        <a:pt x="712" y="76"/>
                      </a:cubicBezTo>
                      <a:cubicBezTo>
                        <a:pt x="512" y="76"/>
                        <a:pt x="310" y="50"/>
                        <a:pt x="113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3" name="Google Shape;1723;p34"/>
                <p:cNvSpPr/>
                <p:nvPr/>
              </p:nvSpPr>
              <p:spPr>
                <a:xfrm>
                  <a:off x="2474128" y="1101794"/>
                  <a:ext cx="56093" cy="223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3" h="2406" extrusionOk="0">
                      <a:moveTo>
                        <a:pt x="371" y="0"/>
                      </a:moveTo>
                      <a:cubicBezTo>
                        <a:pt x="353" y="0"/>
                        <a:pt x="333" y="7"/>
                        <a:pt x="315" y="22"/>
                      </a:cubicBezTo>
                      <a:cubicBezTo>
                        <a:pt x="180" y="157"/>
                        <a:pt x="101" y="326"/>
                        <a:pt x="79" y="517"/>
                      </a:cubicBezTo>
                      <a:cubicBezTo>
                        <a:pt x="34" y="753"/>
                        <a:pt x="11" y="989"/>
                        <a:pt x="11" y="1237"/>
                      </a:cubicBezTo>
                      <a:cubicBezTo>
                        <a:pt x="0" y="1653"/>
                        <a:pt x="157" y="2069"/>
                        <a:pt x="438" y="2383"/>
                      </a:cubicBezTo>
                      <a:cubicBezTo>
                        <a:pt x="454" y="2399"/>
                        <a:pt x="472" y="2405"/>
                        <a:pt x="489" y="2405"/>
                      </a:cubicBezTo>
                      <a:cubicBezTo>
                        <a:pt x="548" y="2405"/>
                        <a:pt x="603" y="2331"/>
                        <a:pt x="551" y="2271"/>
                      </a:cubicBezTo>
                      <a:cubicBezTo>
                        <a:pt x="292" y="1990"/>
                        <a:pt x="157" y="1619"/>
                        <a:pt x="157" y="1237"/>
                      </a:cubicBezTo>
                      <a:cubicBezTo>
                        <a:pt x="157" y="1023"/>
                        <a:pt x="180" y="809"/>
                        <a:pt x="214" y="607"/>
                      </a:cubicBezTo>
                      <a:cubicBezTo>
                        <a:pt x="225" y="427"/>
                        <a:pt x="304" y="258"/>
                        <a:pt x="427" y="124"/>
                      </a:cubicBezTo>
                      <a:cubicBezTo>
                        <a:pt x="479" y="72"/>
                        <a:pt x="431" y="0"/>
                        <a:pt x="37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4" name="Google Shape;1724;p34"/>
                <p:cNvSpPr/>
                <p:nvPr/>
              </p:nvSpPr>
              <p:spPr>
                <a:xfrm>
                  <a:off x="2585940" y="1413137"/>
                  <a:ext cx="89767" cy="53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5" h="572" extrusionOk="0">
                      <a:moveTo>
                        <a:pt x="79" y="0"/>
                      </a:moveTo>
                      <a:cubicBezTo>
                        <a:pt x="72" y="0"/>
                        <a:pt x="65" y="1"/>
                        <a:pt x="57" y="3"/>
                      </a:cubicBezTo>
                      <a:cubicBezTo>
                        <a:pt x="23" y="14"/>
                        <a:pt x="1" y="59"/>
                        <a:pt x="12" y="104"/>
                      </a:cubicBezTo>
                      <a:cubicBezTo>
                        <a:pt x="127" y="391"/>
                        <a:pt x="411" y="572"/>
                        <a:pt x="722" y="572"/>
                      </a:cubicBezTo>
                      <a:cubicBezTo>
                        <a:pt x="777" y="572"/>
                        <a:pt x="833" y="566"/>
                        <a:pt x="889" y="554"/>
                      </a:cubicBezTo>
                      <a:cubicBezTo>
                        <a:pt x="964" y="522"/>
                        <a:pt x="937" y="407"/>
                        <a:pt x="856" y="407"/>
                      </a:cubicBezTo>
                      <a:cubicBezTo>
                        <a:pt x="852" y="407"/>
                        <a:pt x="848" y="407"/>
                        <a:pt x="844" y="408"/>
                      </a:cubicBezTo>
                      <a:cubicBezTo>
                        <a:pt x="798" y="419"/>
                        <a:pt x="752" y="424"/>
                        <a:pt x="706" y="424"/>
                      </a:cubicBezTo>
                      <a:cubicBezTo>
                        <a:pt x="472" y="424"/>
                        <a:pt x="251" y="285"/>
                        <a:pt x="147" y="59"/>
                      </a:cubicBezTo>
                      <a:cubicBezTo>
                        <a:pt x="138" y="22"/>
                        <a:pt x="113" y="0"/>
                        <a:pt x="79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5" name="Google Shape;1725;p34"/>
                <p:cNvSpPr/>
                <p:nvPr/>
              </p:nvSpPr>
              <p:spPr>
                <a:xfrm>
                  <a:off x="2782866" y="1466438"/>
                  <a:ext cx="68837" cy="254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274" extrusionOk="0">
                      <a:moveTo>
                        <a:pt x="657" y="1"/>
                      </a:moveTo>
                      <a:cubicBezTo>
                        <a:pt x="650" y="1"/>
                        <a:pt x="644" y="2"/>
                        <a:pt x="638" y="4"/>
                      </a:cubicBezTo>
                      <a:cubicBezTo>
                        <a:pt x="459" y="60"/>
                        <a:pt x="267" y="93"/>
                        <a:pt x="88" y="116"/>
                      </a:cubicBezTo>
                      <a:cubicBezTo>
                        <a:pt x="85" y="116"/>
                        <a:pt x="82" y="115"/>
                        <a:pt x="80" y="115"/>
                      </a:cubicBezTo>
                      <a:cubicBezTo>
                        <a:pt x="0" y="115"/>
                        <a:pt x="0" y="274"/>
                        <a:pt x="80" y="274"/>
                      </a:cubicBezTo>
                      <a:cubicBezTo>
                        <a:pt x="82" y="274"/>
                        <a:pt x="85" y="274"/>
                        <a:pt x="88" y="273"/>
                      </a:cubicBezTo>
                      <a:cubicBezTo>
                        <a:pt x="290" y="251"/>
                        <a:pt x="481" y="206"/>
                        <a:pt x="672" y="150"/>
                      </a:cubicBezTo>
                      <a:cubicBezTo>
                        <a:pt x="717" y="138"/>
                        <a:pt x="740" y="93"/>
                        <a:pt x="728" y="60"/>
                      </a:cubicBezTo>
                      <a:cubicBezTo>
                        <a:pt x="719" y="22"/>
                        <a:pt x="687" y="1"/>
                        <a:pt x="65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6" name="Google Shape;1726;p34"/>
                <p:cNvSpPr/>
                <p:nvPr/>
              </p:nvSpPr>
              <p:spPr>
                <a:xfrm>
                  <a:off x="3098395" y="848496"/>
                  <a:ext cx="30418" cy="381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" h="410" extrusionOk="0">
                      <a:moveTo>
                        <a:pt x="196" y="1"/>
                      </a:moveTo>
                      <a:cubicBezTo>
                        <a:pt x="171" y="1"/>
                        <a:pt x="145" y="9"/>
                        <a:pt x="124" y="25"/>
                      </a:cubicBezTo>
                      <a:cubicBezTo>
                        <a:pt x="117" y="23"/>
                        <a:pt x="109" y="22"/>
                        <a:pt x="102" y="22"/>
                      </a:cubicBezTo>
                      <a:cubicBezTo>
                        <a:pt x="69" y="22"/>
                        <a:pt x="44" y="44"/>
                        <a:pt x="35" y="81"/>
                      </a:cubicBezTo>
                      <a:lnTo>
                        <a:pt x="12" y="193"/>
                      </a:lnTo>
                      <a:cubicBezTo>
                        <a:pt x="1" y="216"/>
                        <a:pt x="1" y="250"/>
                        <a:pt x="1" y="283"/>
                      </a:cubicBezTo>
                      <a:cubicBezTo>
                        <a:pt x="1" y="317"/>
                        <a:pt x="12" y="351"/>
                        <a:pt x="35" y="384"/>
                      </a:cubicBezTo>
                      <a:cubicBezTo>
                        <a:pt x="57" y="401"/>
                        <a:pt x="85" y="410"/>
                        <a:pt x="113" y="410"/>
                      </a:cubicBezTo>
                      <a:cubicBezTo>
                        <a:pt x="141" y="410"/>
                        <a:pt x="169" y="401"/>
                        <a:pt x="192" y="384"/>
                      </a:cubicBezTo>
                      <a:cubicBezTo>
                        <a:pt x="214" y="351"/>
                        <a:pt x="237" y="317"/>
                        <a:pt x="248" y="283"/>
                      </a:cubicBezTo>
                      <a:cubicBezTo>
                        <a:pt x="271" y="250"/>
                        <a:pt x="293" y="216"/>
                        <a:pt x="304" y="182"/>
                      </a:cubicBezTo>
                      <a:cubicBezTo>
                        <a:pt x="327" y="126"/>
                        <a:pt x="304" y="70"/>
                        <a:pt x="271" y="36"/>
                      </a:cubicBezTo>
                      <a:cubicBezTo>
                        <a:pt x="253" y="12"/>
                        <a:pt x="225" y="1"/>
                        <a:pt x="19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7" name="Google Shape;1727;p34"/>
                <p:cNvSpPr/>
                <p:nvPr/>
              </p:nvSpPr>
              <p:spPr>
                <a:xfrm>
                  <a:off x="3164347" y="854915"/>
                  <a:ext cx="24093" cy="462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" h="497" extrusionOk="0">
                      <a:moveTo>
                        <a:pt x="79" y="1"/>
                      </a:moveTo>
                      <a:cubicBezTo>
                        <a:pt x="34" y="1"/>
                        <a:pt x="0" y="34"/>
                        <a:pt x="0" y="79"/>
                      </a:cubicBezTo>
                      <a:lnTo>
                        <a:pt x="0" y="259"/>
                      </a:lnTo>
                      <a:cubicBezTo>
                        <a:pt x="0" y="315"/>
                        <a:pt x="0" y="372"/>
                        <a:pt x="23" y="428"/>
                      </a:cubicBezTo>
                      <a:cubicBezTo>
                        <a:pt x="44" y="471"/>
                        <a:pt x="85" y="496"/>
                        <a:pt x="126" y="496"/>
                      </a:cubicBezTo>
                      <a:cubicBezTo>
                        <a:pt x="149" y="496"/>
                        <a:pt x="171" y="489"/>
                        <a:pt x="191" y="473"/>
                      </a:cubicBezTo>
                      <a:cubicBezTo>
                        <a:pt x="236" y="428"/>
                        <a:pt x="259" y="360"/>
                        <a:pt x="247" y="293"/>
                      </a:cubicBezTo>
                      <a:cubicBezTo>
                        <a:pt x="247" y="226"/>
                        <a:pt x="236" y="147"/>
                        <a:pt x="225" y="79"/>
                      </a:cubicBezTo>
                      <a:cubicBezTo>
                        <a:pt x="216" y="52"/>
                        <a:pt x="191" y="31"/>
                        <a:pt x="158" y="31"/>
                      </a:cubicBezTo>
                      <a:cubicBezTo>
                        <a:pt x="151" y="31"/>
                        <a:pt x="143" y="32"/>
                        <a:pt x="135" y="34"/>
                      </a:cubicBezTo>
                      <a:cubicBezTo>
                        <a:pt x="124" y="12"/>
                        <a:pt x="101" y="1"/>
                        <a:pt x="7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728" name="Google Shape;1728;p34"/>
              <p:cNvSpPr/>
              <p:nvPr/>
            </p:nvSpPr>
            <p:spPr>
              <a:xfrm>
                <a:off x="4982067" y="621065"/>
                <a:ext cx="81425" cy="102033"/>
              </a:xfrm>
              <a:custGeom>
                <a:avLst/>
                <a:gdLst/>
                <a:ahLst/>
                <a:cxnLst/>
                <a:rect l="l" t="t" r="r" b="b"/>
                <a:pathLst>
                  <a:path w="327" h="410" extrusionOk="0">
                    <a:moveTo>
                      <a:pt x="196" y="1"/>
                    </a:moveTo>
                    <a:cubicBezTo>
                      <a:pt x="171" y="1"/>
                      <a:pt x="145" y="9"/>
                      <a:pt x="124" y="25"/>
                    </a:cubicBezTo>
                    <a:cubicBezTo>
                      <a:pt x="117" y="23"/>
                      <a:pt x="109" y="22"/>
                      <a:pt x="102" y="22"/>
                    </a:cubicBezTo>
                    <a:cubicBezTo>
                      <a:pt x="69" y="22"/>
                      <a:pt x="44" y="44"/>
                      <a:pt x="35" y="81"/>
                    </a:cubicBezTo>
                    <a:lnTo>
                      <a:pt x="12" y="193"/>
                    </a:lnTo>
                    <a:cubicBezTo>
                      <a:pt x="1" y="216"/>
                      <a:pt x="1" y="250"/>
                      <a:pt x="1" y="283"/>
                    </a:cubicBezTo>
                    <a:cubicBezTo>
                      <a:pt x="1" y="317"/>
                      <a:pt x="12" y="351"/>
                      <a:pt x="35" y="384"/>
                    </a:cubicBezTo>
                    <a:cubicBezTo>
                      <a:pt x="57" y="401"/>
                      <a:pt x="85" y="410"/>
                      <a:pt x="113" y="410"/>
                    </a:cubicBezTo>
                    <a:cubicBezTo>
                      <a:pt x="141" y="410"/>
                      <a:pt x="169" y="401"/>
                      <a:pt x="192" y="384"/>
                    </a:cubicBezTo>
                    <a:cubicBezTo>
                      <a:pt x="214" y="351"/>
                      <a:pt x="237" y="317"/>
                      <a:pt x="248" y="283"/>
                    </a:cubicBezTo>
                    <a:cubicBezTo>
                      <a:pt x="271" y="250"/>
                      <a:pt x="293" y="216"/>
                      <a:pt x="304" y="182"/>
                    </a:cubicBezTo>
                    <a:cubicBezTo>
                      <a:pt x="327" y="126"/>
                      <a:pt x="304" y="70"/>
                      <a:pt x="271" y="36"/>
                    </a:cubicBezTo>
                    <a:cubicBezTo>
                      <a:pt x="253" y="12"/>
                      <a:pt x="225" y="1"/>
                      <a:pt x="1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29" name="Google Shape;1729;p34"/>
          <p:cNvGrpSpPr/>
          <p:nvPr/>
        </p:nvGrpSpPr>
        <p:grpSpPr>
          <a:xfrm>
            <a:off x="6918295" y="4544561"/>
            <a:ext cx="3282946" cy="1485037"/>
            <a:chOff x="5935450" y="921661"/>
            <a:chExt cx="739786" cy="334641"/>
          </a:xfrm>
        </p:grpSpPr>
        <p:sp>
          <p:nvSpPr>
            <p:cNvPr id="1730" name="Google Shape;1730;p34"/>
            <p:cNvSpPr/>
            <p:nvPr/>
          </p:nvSpPr>
          <p:spPr>
            <a:xfrm>
              <a:off x="5935450" y="921661"/>
              <a:ext cx="739786" cy="334641"/>
            </a:xfrm>
            <a:custGeom>
              <a:avLst/>
              <a:gdLst/>
              <a:ahLst/>
              <a:cxnLst/>
              <a:rect l="l" t="t" r="r" b="b"/>
              <a:pathLst>
                <a:path w="6263" h="2833" extrusionOk="0">
                  <a:moveTo>
                    <a:pt x="2871" y="1"/>
                  </a:moveTo>
                  <a:cubicBezTo>
                    <a:pt x="2673" y="1"/>
                    <a:pt x="2473" y="50"/>
                    <a:pt x="2291" y="148"/>
                  </a:cubicBezTo>
                  <a:cubicBezTo>
                    <a:pt x="1571" y="519"/>
                    <a:pt x="1717" y="1160"/>
                    <a:pt x="1717" y="1160"/>
                  </a:cubicBezTo>
                  <a:cubicBezTo>
                    <a:pt x="1717" y="1160"/>
                    <a:pt x="1364" y="1022"/>
                    <a:pt x="996" y="1022"/>
                  </a:cubicBezTo>
                  <a:cubicBezTo>
                    <a:pt x="675" y="1022"/>
                    <a:pt x="342" y="1127"/>
                    <a:pt x="222" y="1520"/>
                  </a:cubicBezTo>
                  <a:cubicBezTo>
                    <a:pt x="0" y="2243"/>
                    <a:pt x="581" y="2594"/>
                    <a:pt x="1290" y="2594"/>
                  </a:cubicBezTo>
                  <a:cubicBezTo>
                    <a:pt x="1407" y="2594"/>
                    <a:pt x="1528" y="2585"/>
                    <a:pt x="1650" y="2566"/>
                  </a:cubicBezTo>
                  <a:cubicBezTo>
                    <a:pt x="1650" y="2566"/>
                    <a:pt x="2679" y="2833"/>
                    <a:pt x="3721" y="2833"/>
                  </a:cubicBezTo>
                  <a:cubicBezTo>
                    <a:pt x="4603" y="2833"/>
                    <a:pt x="5492" y="2642"/>
                    <a:pt x="5776" y="1936"/>
                  </a:cubicBezTo>
                  <a:cubicBezTo>
                    <a:pt x="6262" y="754"/>
                    <a:pt x="5178" y="50"/>
                    <a:pt x="4281" y="50"/>
                  </a:cubicBezTo>
                  <a:cubicBezTo>
                    <a:pt x="4018" y="50"/>
                    <a:pt x="3770" y="111"/>
                    <a:pt x="3583" y="238"/>
                  </a:cubicBezTo>
                  <a:cubicBezTo>
                    <a:pt x="3375" y="81"/>
                    <a:pt x="3125" y="1"/>
                    <a:pt x="2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34"/>
            <p:cNvSpPr/>
            <p:nvPr/>
          </p:nvSpPr>
          <p:spPr>
            <a:xfrm>
              <a:off x="6282962" y="966429"/>
              <a:ext cx="44531" cy="25396"/>
            </a:xfrm>
            <a:custGeom>
              <a:avLst/>
              <a:gdLst/>
              <a:ahLst/>
              <a:cxnLst/>
              <a:rect l="l" t="t" r="r" b="b"/>
              <a:pathLst>
                <a:path w="377" h="215" extrusionOk="0">
                  <a:moveTo>
                    <a:pt x="149" y="1"/>
                  </a:moveTo>
                  <a:cubicBezTo>
                    <a:pt x="114" y="1"/>
                    <a:pt x="79" y="10"/>
                    <a:pt x="46" y="28"/>
                  </a:cubicBezTo>
                  <a:cubicBezTo>
                    <a:pt x="12" y="50"/>
                    <a:pt x="1" y="95"/>
                    <a:pt x="23" y="129"/>
                  </a:cubicBezTo>
                  <a:cubicBezTo>
                    <a:pt x="40" y="146"/>
                    <a:pt x="62" y="156"/>
                    <a:pt x="86" y="156"/>
                  </a:cubicBezTo>
                  <a:cubicBezTo>
                    <a:pt x="95" y="156"/>
                    <a:pt x="104" y="155"/>
                    <a:pt x="113" y="152"/>
                  </a:cubicBezTo>
                  <a:lnTo>
                    <a:pt x="181" y="152"/>
                  </a:lnTo>
                  <a:lnTo>
                    <a:pt x="203" y="163"/>
                  </a:lnTo>
                  <a:lnTo>
                    <a:pt x="214" y="174"/>
                  </a:lnTo>
                  <a:cubicBezTo>
                    <a:pt x="232" y="203"/>
                    <a:pt x="257" y="214"/>
                    <a:pt x="280" y="214"/>
                  </a:cubicBezTo>
                  <a:cubicBezTo>
                    <a:pt x="331" y="214"/>
                    <a:pt x="376" y="160"/>
                    <a:pt x="338" y="107"/>
                  </a:cubicBezTo>
                  <a:cubicBezTo>
                    <a:pt x="292" y="38"/>
                    <a:pt x="221" y="1"/>
                    <a:pt x="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34"/>
            <p:cNvSpPr/>
            <p:nvPr/>
          </p:nvSpPr>
          <p:spPr>
            <a:xfrm>
              <a:off x="6171456" y="969973"/>
              <a:ext cx="77132" cy="98042"/>
            </a:xfrm>
            <a:custGeom>
              <a:avLst/>
              <a:gdLst/>
              <a:ahLst/>
              <a:cxnLst/>
              <a:rect l="l" t="t" r="r" b="b"/>
              <a:pathLst>
                <a:path w="653" h="830" extrusionOk="0">
                  <a:moveTo>
                    <a:pt x="488" y="1"/>
                  </a:moveTo>
                  <a:cubicBezTo>
                    <a:pt x="370" y="1"/>
                    <a:pt x="241" y="98"/>
                    <a:pt x="180" y="189"/>
                  </a:cubicBezTo>
                  <a:cubicBezTo>
                    <a:pt x="57" y="358"/>
                    <a:pt x="0" y="560"/>
                    <a:pt x="0" y="762"/>
                  </a:cubicBezTo>
                  <a:cubicBezTo>
                    <a:pt x="0" y="796"/>
                    <a:pt x="34" y="830"/>
                    <a:pt x="79" y="830"/>
                  </a:cubicBezTo>
                  <a:cubicBezTo>
                    <a:pt x="113" y="830"/>
                    <a:pt x="146" y="796"/>
                    <a:pt x="146" y="762"/>
                  </a:cubicBezTo>
                  <a:cubicBezTo>
                    <a:pt x="146" y="605"/>
                    <a:pt x="180" y="448"/>
                    <a:pt x="259" y="313"/>
                  </a:cubicBezTo>
                  <a:cubicBezTo>
                    <a:pt x="293" y="257"/>
                    <a:pt x="338" y="212"/>
                    <a:pt x="394" y="178"/>
                  </a:cubicBezTo>
                  <a:cubicBezTo>
                    <a:pt x="428" y="155"/>
                    <a:pt x="450" y="144"/>
                    <a:pt x="484" y="144"/>
                  </a:cubicBezTo>
                  <a:lnTo>
                    <a:pt x="529" y="144"/>
                  </a:lnTo>
                  <a:cubicBezTo>
                    <a:pt x="536" y="166"/>
                    <a:pt x="557" y="178"/>
                    <a:pt x="581" y="178"/>
                  </a:cubicBezTo>
                  <a:cubicBezTo>
                    <a:pt x="593" y="178"/>
                    <a:pt x="607" y="175"/>
                    <a:pt x="619" y="167"/>
                  </a:cubicBezTo>
                  <a:cubicBezTo>
                    <a:pt x="652" y="144"/>
                    <a:pt x="652" y="110"/>
                    <a:pt x="641" y="77"/>
                  </a:cubicBezTo>
                  <a:cubicBezTo>
                    <a:pt x="598" y="22"/>
                    <a:pt x="544" y="1"/>
                    <a:pt x="4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34"/>
            <p:cNvSpPr/>
            <p:nvPr/>
          </p:nvSpPr>
          <p:spPr>
            <a:xfrm>
              <a:off x="6508809" y="1003047"/>
              <a:ext cx="74416" cy="136904"/>
            </a:xfrm>
            <a:custGeom>
              <a:avLst/>
              <a:gdLst/>
              <a:ahLst/>
              <a:cxnLst/>
              <a:rect l="l" t="t" r="r" b="b"/>
              <a:pathLst>
                <a:path w="630" h="1159" extrusionOk="0">
                  <a:moveTo>
                    <a:pt x="100" y="1"/>
                  </a:moveTo>
                  <a:cubicBezTo>
                    <a:pt x="39" y="1"/>
                    <a:pt x="1" y="94"/>
                    <a:pt x="67" y="123"/>
                  </a:cubicBezTo>
                  <a:cubicBezTo>
                    <a:pt x="416" y="291"/>
                    <a:pt x="562" y="707"/>
                    <a:pt x="393" y="1056"/>
                  </a:cubicBezTo>
                  <a:cubicBezTo>
                    <a:pt x="370" y="1110"/>
                    <a:pt x="416" y="1158"/>
                    <a:pt x="461" y="1158"/>
                  </a:cubicBezTo>
                  <a:cubicBezTo>
                    <a:pt x="482" y="1158"/>
                    <a:pt x="503" y="1148"/>
                    <a:pt x="517" y="1123"/>
                  </a:cubicBezTo>
                  <a:cubicBezTo>
                    <a:pt x="618" y="921"/>
                    <a:pt x="629" y="674"/>
                    <a:pt x="551" y="460"/>
                  </a:cubicBezTo>
                  <a:cubicBezTo>
                    <a:pt x="472" y="258"/>
                    <a:pt x="326" y="100"/>
                    <a:pt x="135" y="10"/>
                  </a:cubicBezTo>
                  <a:cubicBezTo>
                    <a:pt x="123" y="4"/>
                    <a:pt x="111" y="1"/>
                    <a:pt x="1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34"/>
            <p:cNvSpPr/>
            <p:nvPr/>
          </p:nvSpPr>
          <p:spPr>
            <a:xfrm>
              <a:off x="5997582" y="1091992"/>
              <a:ext cx="63785" cy="54454"/>
            </a:xfrm>
            <a:custGeom>
              <a:avLst/>
              <a:gdLst/>
              <a:ahLst/>
              <a:cxnLst/>
              <a:rect l="l" t="t" r="r" b="b"/>
              <a:pathLst>
                <a:path w="540" h="461" extrusionOk="0">
                  <a:moveTo>
                    <a:pt x="395" y="1"/>
                  </a:moveTo>
                  <a:cubicBezTo>
                    <a:pt x="183" y="1"/>
                    <a:pt x="1" y="175"/>
                    <a:pt x="11" y="393"/>
                  </a:cubicBezTo>
                  <a:cubicBezTo>
                    <a:pt x="11" y="438"/>
                    <a:pt x="45" y="460"/>
                    <a:pt x="78" y="460"/>
                  </a:cubicBezTo>
                  <a:cubicBezTo>
                    <a:pt x="112" y="460"/>
                    <a:pt x="146" y="438"/>
                    <a:pt x="146" y="393"/>
                  </a:cubicBezTo>
                  <a:cubicBezTo>
                    <a:pt x="146" y="382"/>
                    <a:pt x="146" y="370"/>
                    <a:pt x="146" y="359"/>
                  </a:cubicBezTo>
                  <a:lnTo>
                    <a:pt x="146" y="337"/>
                  </a:lnTo>
                  <a:lnTo>
                    <a:pt x="157" y="303"/>
                  </a:lnTo>
                  <a:cubicBezTo>
                    <a:pt x="157" y="303"/>
                    <a:pt x="157" y="303"/>
                    <a:pt x="157" y="292"/>
                  </a:cubicBezTo>
                  <a:cubicBezTo>
                    <a:pt x="157" y="280"/>
                    <a:pt x="168" y="280"/>
                    <a:pt x="168" y="269"/>
                  </a:cubicBezTo>
                  <a:lnTo>
                    <a:pt x="179" y="258"/>
                  </a:lnTo>
                  <a:lnTo>
                    <a:pt x="179" y="247"/>
                  </a:lnTo>
                  <a:cubicBezTo>
                    <a:pt x="191" y="224"/>
                    <a:pt x="213" y="213"/>
                    <a:pt x="224" y="202"/>
                  </a:cubicBezTo>
                  <a:lnTo>
                    <a:pt x="236" y="190"/>
                  </a:lnTo>
                  <a:lnTo>
                    <a:pt x="269" y="168"/>
                  </a:lnTo>
                  <a:lnTo>
                    <a:pt x="292" y="168"/>
                  </a:lnTo>
                  <a:cubicBezTo>
                    <a:pt x="303" y="168"/>
                    <a:pt x="314" y="157"/>
                    <a:pt x="326" y="157"/>
                  </a:cubicBezTo>
                  <a:lnTo>
                    <a:pt x="427" y="157"/>
                  </a:lnTo>
                  <a:cubicBezTo>
                    <a:pt x="433" y="159"/>
                    <a:pt x="439" y="160"/>
                    <a:pt x="445" y="160"/>
                  </a:cubicBezTo>
                  <a:cubicBezTo>
                    <a:pt x="475" y="160"/>
                    <a:pt x="507" y="139"/>
                    <a:pt x="517" y="112"/>
                  </a:cubicBezTo>
                  <a:cubicBezTo>
                    <a:pt x="539" y="78"/>
                    <a:pt x="517" y="22"/>
                    <a:pt x="483" y="11"/>
                  </a:cubicBezTo>
                  <a:cubicBezTo>
                    <a:pt x="454" y="4"/>
                    <a:pt x="424" y="1"/>
                    <a:pt x="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34"/>
            <p:cNvSpPr/>
            <p:nvPr/>
          </p:nvSpPr>
          <p:spPr>
            <a:xfrm>
              <a:off x="6381238" y="947648"/>
              <a:ext cx="91779" cy="39571"/>
            </a:xfrm>
            <a:custGeom>
              <a:avLst/>
              <a:gdLst/>
              <a:ahLst/>
              <a:cxnLst/>
              <a:rect l="l" t="t" r="r" b="b"/>
              <a:pathLst>
                <a:path w="777" h="335" extrusionOk="0">
                  <a:moveTo>
                    <a:pt x="422" y="0"/>
                  </a:moveTo>
                  <a:cubicBezTo>
                    <a:pt x="267" y="0"/>
                    <a:pt x="111" y="81"/>
                    <a:pt x="23" y="232"/>
                  </a:cubicBezTo>
                  <a:cubicBezTo>
                    <a:pt x="0" y="286"/>
                    <a:pt x="45" y="334"/>
                    <a:pt x="91" y="334"/>
                  </a:cubicBezTo>
                  <a:cubicBezTo>
                    <a:pt x="112" y="334"/>
                    <a:pt x="133" y="324"/>
                    <a:pt x="147" y="299"/>
                  </a:cubicBezTo>
                  <a:cubicBezTo>
                    <a:pt x="203" y="194"/>
                    <a:pt x="310" y="136"/>
                    <a:pt x="418" y="136"/>
                  </a:cubicBezTo>
                  <a:cubicBezTo>
                    <a:pt x="505" y="136"/>
                    <a:pt x="592" y="174"/>
                    <a:pt x="653" y="254"/>
                  </a:cubicBezTo>
                  <a:cubicBezTo>
                    <a:pt x="670" y="266"/>
                    <a:pt x="689" y="271"/>
                    <a:pt x="707" y="271"/>
                  </a:cubicBezTo>
                  <a:cubicBezTo>
                    <a:pt x="726" y="271"/>
                    <a:pt x="743" y="266"/>
                    <a:pt x="754" y="254"/>
                  </a:cubicBezTo>
                  <a:cubicBezTo>
                    <a:pt x="776" y="221"/>
                    <a:pt x="776" y="176"/>
                    <a:pt x="754" y="153"/>
                  </a:cubicBezTo>
                  <a:cubicBezTo>
                    <a:pt x="665" y="50"/>
                    <a:pt x="544" y="0"/>
                    <a:pt x="4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9" name="Google Shape;2009;p40"/>
          <p:cNvSpPr/>
          <p:nvPr/>
        </p:nvSpPr>
        <p:spPr>
          <a:xfrm>
            <a:off x="-2575" y="-6425"/>
            <a:ext cx="9146700" cy="5149800"/>
          </a:xfrm>
          <a:prstGeom prst="rect">
            <a:avLst/>
          </a:prstGeom>
          <a:gradFill>
            <a:gsLst>
              <a:gs pos="0">
                <a:srgbClr val="CCEBEF"/>
              </a:gs>
              <a:gs pos="100000">
                <a:srgbClr val="6FBFCA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0" name="Google Shape;2010;p40"/>
          <p:cNvSpPr/>
          <p:nvPr/>
        </p:nvSpPr>
        <p:spPr>
          <a:xfrm>
            <a:off x="270860" y="2648811"/>
            <a:ext cx="109663" cy="114482"/>
          </a:xfrm>
          <a:custGeom>
            <a:avLst/>
            <a:gdLst/>
            <a:ahLst/>
            <a:cxnLst/>
            <a:rect l="l" t="t" r="r" b="b"/>
            <a:pathLst>
              <a:path w="1024" h="1069" extrusionOk="0">
                <a:moveTo>
                  <a:pt x="630" y="1"/>
                </a:moveTo>
                <a:lnTo>
                  <a:pt x="371" y="270"/>
                </a:lnTo>
                <a:lnTo>
                  <a:pt x="0" y="203"/>
                </a:lnTo>
                <a:lnTo>
                  <a:pt x="180" y="540"/>
                </a:lnTo>
                <a:lnTo>
                  <a:pt x="0" y="866"/>
                </a:lnTo>
                <a:lnTo>
                  <a:pt x="0" y="866"/>
                </a:lnTo>
                <a:lnTo>
                  <a:pt x="371" y="810"/>
                </a:lnTo>
                <a:lnTo>
                  <a:pt x="630" y="1069"/>
                </a:lnTo>
                <a:lnTo>
                  <a:pt x="686" y="698"/>
                </a:lnTo>
                <a:lnTo>
                  <a:pt x="1023" y="540"/>
                </a:lnTo>
                <a:lnTo>
                  <a:pt x="686" y="372"/>
                </a:lnTo>
                <a:lnTo>
                  <a:pt x="63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1" name="Google Shape;2011;p40"/>
          <p:cNvSpPr/>
          <p:nvPr/>
        </p:nvSpPr>
        <p:spPr>
          <a:xfrm>
            <a:off x="3593317" y="4797384"/>
            <a:ext cx="50655" cy="54296"/>
          </a:xfrm>
          <a:custGeom>
            <a:avLst/>
            <a:gdLst/>
            <a:ahLst/>
            <a:cxnLst/>
            <a:rect l="l" t="t" r="r" b="b"/>
            <a:pathLst>
              <a:path w="473" h="507" extrusionOk="0">
                <a:moveTo>
                  <a:pt x="292" y="0"/>
                </a:moveTo>
                <a:lnTo>
                  <a:pt x="169" y="135"/>
                </a:lnTo>
                <a:lnTo>
                  <a:pt x="0" y="101"/>
                </a:lnTo>
                <a:lnTo>
                  <a:pt x="79" y="259"/>
                </a:lnTo>
                <a:lnTo>
                  <a:pt x="0" y="416"/>
                </a:lnTo>
                <a:lnTo>
                  <a:pt x="169" y="382"/>
                </a:lnTo>
                <a:lnTo>
                  <a:pt x="292" y="506"/>
                </a:lnTo>
                <a:lnTo>
                  <a:pt x="315" y="337"/>
                </a:lnTo>
                <a:lnTo>
                  <a:pt x="472" y="259"/>
                </a:lnTo>
                <a:lnTo>
                  <a:pt x="315" y="180"/>
                </a:lnTo>
                <a:lnTo>
                  <a:pt x="29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2" name="Google Shape;2012;p40"/>
          <p:cNvSpPr/>
          <p:nvPr/>
        </p:nvSpPr>
        <p:spPr>
          <a:xfrm>
            <a:off x="5233352" y="500032"/>
            <a:ext cx="66397" cy="69931"/>
          </a:xfrm>
          <a:custGeom>
            <a:avLst/>
            <a:gdLst/>
            <a:ahLst/>
            <a:cxnLst/>
            <a:rect l="l" t="t" r="r" b="b"/>
            <a:pathLst>
              <a:path w="620" h="653" extrusionOk="0">
                <a:moveTo>
                  <a:pt x="226" y="0"/>
                </a:moveTo>
                <a:lnTo>
                  <a:pt x="203" y="225"/>
                </a:lnTo>
                <a:lnTo>
                  <a:pt x="1" y="337"/>
                </a:lnTo>
                <a:lnTo>
                  <a:pt x="203" y="427"/>
                </a:lnTo>
                <a:lnTo>
                  <a:pt x="248" y="652"/>
                </a:lnTo>
                <a:lnTo>
                  <a:pt x="394" y="483"/>
                </a:lnTo>
                <a:lnTo>
                  <a:pt x="619" y="517"/>
                </a:lnTo>
                <a:lnTo>
                  <a:pt x="619" y="517"/>
                </a:lnTo>
                <a:lnTo>
                  <a:pt x="507" y="326"/>
                </a:lnTo>
                <a:lnTo>
                  <a:pt x="608" y="112"/>
                </a:lnTo>
                <a:lnTo>
                  <a:pt x="608" y="112"/>
                </a:lnTo>
                <a:lnTo>
                  <a:pt x="383" y="157"/>
                </a:lnTo>
                <a:lnTo>
                  <a:pt x="22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3" name="Google Shape;2013;p40"/>
          <p:cNvSpPr/>
          <p:nvPr/>
        </p:nvSpPr>
        <p:spPr>
          <a:xfrm>
            <a:off x="8731243" y="3131407"/>
            <a:ext cx="80748" cy="85567"/>
          </a:xfrm>
          <a:custGeom>
            <a:avLst/>
            <a:gdLst/>
            <a:ahLst/>
            <a:cxnLst/>
            <a:rect l="l" t="t" r="r" b="b"/>
            <a:pathLst>
              <a:path w="754" h="799" extrusionOk="0">
                <a:moveTo>
                  <a:pt x="282" y="0"/>
                </a:moveTo>
                <a:lnTo>
                  <a:pt x="248" y="281"/>
                </a:lnTo>
                <a:lnTo>
                  <a:pt x="1" y="405"/>
                </a:lnTo>
                <a:lnTo>
                  <a:pt x="248" y="517"/>
                </a:lnTo>
                <a:lnTo>
                  <a:pt x="293" y="798"/>
                </a:lnTo>
                <a:lnTo>
                  <a:pt x="484" y="596"/>
                </a:lnTo>
                <a:lnTo>
                  <a:pt x="754" y="641"/>
                </a:lnTo>
                <a:lnTo>
                  <a:pt x="619" y="394"/>
                </a:lnTo>
                <a:lnTo>
                  <a:pt x="743" y="146"/>
                </a:lnTo>
                <a:lnTo>
                  <a:pt x="473" y="203"/>
                </a:lnTo>
                <a:lnTo>
                  <a:pt x="28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4" name="Google Shape;2014;p40"/>
          <p:cNvSpPr/>
          <p:nvPr/>
        </p:nvSpPr>
        <p:spPr>
          <a:xfrm>
            <a:off x="8603019" y="499395"/>
            <a:ext cx="67575" cy="71217"/>
          </a:xfrm>
          <a:custGeom>
            <a:avLst/>
            <a:gdLst/>
            <a:ahLst/>
            <a:cxnLst/>
            <a:rect l="l" t="t" r="r" b="b"/>
            <a:pathLst>
              <a:path w="631" h="665" extrusionOk="0">
                <a:moveTo>
                  <a:pt x="394" y="1"/>
                </a:moveTo>
                <a:lnTo>
                  <a:pt x="237" y="169"/>
                </a:lnTo>
                <a:lnTo>
                  <a:pt x="1" y="124"/>
                </a:lnTo>
                <a:lnTo>
                  <a:pt x="1" y="124"/>
                </a:lnTo>
                <a:lnTo>
                  <a:pt x="113" y="327"/>
                </a:lnTo>
                <a:lnTo>
                  <a:pt x="1" y="540"/>
                </a:lnTo>
                <a:lnTo>
                  <a:pt x="1" y="540"/>
                </a:lnTo>
                <a:lnTo>
                  <a:pt x="237" y="495"/>
                </a:lnTo>
                <a:lnTo>
                  <a:pt x="394" y="664"/>
                </a:lnTo>
                <a:lnTo>
                  <a:pt x="428" y="439"/>
                </a:lnTo>
                <a:lnTo>
                  <a:pt x="630" y="327"/>
                </a:lnTo>
                <a:lnTo>
                  <a:pt x="428" y="226"/>
                </a:lnTo>
                <a:lnTo>
                  <a:pt x="39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5" name="Google Shape;2015;p40"/>
          <p:cNvSpPr/>
          <p:nvPr/>
        </p:nvSpPr>
        <p:spPr>
          <a:xfrm>
            <a:off x="8401756" y="2204253"/>
            <a:ext cx="54296" cy="55474"/>
          </a:xfrm>
          <a:custGeom>
            <a:avLst/>
            <a:gdLst/>
            <a:ahLst/>
            <a:cxnLst/>
            <a:rect l="l" t="t" r="r" b="b"/>
            <a:pathLst>
              <a:path w="507" h="518" extrusionOk="0">
                <a:moveTo>
                  <a:pt x="214" y="0"/>
                </a:moveTo>
                <a:lnTo>
                  <a:pt x="169" y="180"/>
                </a:lnTo>
                <a:lnTo>
                  <a:pt x="0" y="237"/>
                </a:lnTo>
                <a:lnTo>
                  <a:pt x="147" y="338"/>
                </a:lnTo>
                <a:lnTo>
                  <a:pt x="147" y="518"/>
                </a:lnTo>
                <a:lnTo>
                  <a:pt x="293" y="405"/>
                </a:lnTo>
                <a:lnTo>
                  <a:pt x="473" y="461"/>
                </a:lnTo>
                <a:lnTo>
                  <a:pt x="473" y="461"/>
                </a:lnTo>
                <a:lnTo>
                  <a:pt x="405" y="293"/>
                </a:lnTo>
                <a:lnTo>
                  <a:pt x="506" y="135"/>
                </a:lnTo>
                <a:lnTo>
                  <a:pt x="506" y="135"/>
                </a:lnTo>
                <a:lnTo>
                  <a:pt x="326" y="147"/>
                </a:lnTo>
                <a:lnTo>
                  <a:pt x="21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6" name="Google Shape;2016;p40"/>
          <p:cNvSpPr/>
          <p:nvPr/>
        </p:nvSpPr>
        <p:spPr>
          <a:xfrm>
            <a:off x="6094825" y="4851684"/>
            <a:ext cx="84389" cy="88030"/>
          </a:xfrm>
          <a:custGeom>
            <a:avLst/>
            <a:gdLst/>
            <a:ahLst/>
            <a:cxnLst/>
            <a:rect l="l" t="t" r="r" b="b"/>
            <a:pathLst>
              <a:path w="788" h="822" extrusionOk="0">
                <a:moveTo>
                  <a:pt x="281" y="1"/>
                </a:moveTo>
                <a:lnTo>
                  <a:pt x="247" y="282"/>
                </a:lnTo>
                <a:lnTo>
                  <a:pt x="0" y="428"/>
                </a:lnTo>
                <a:lnTo>
                  <a:pt x="259" y="540"/>
                </a:lnTo>
                <a:lnTo>
                  <a:pt x="304" y="821"/>
                </a:lnTo>
                <a:lnTo>
                  <a:pt x="506" y="608"/>
                </a:lnTo>
                <a:lnTo>
                  <a:pt x="787" y="653"/>
                </a:lnTo>
                <a:lnTo>
                  <a:pt x="641" y="405"/>
                </a:lnTo>
                <a:lnTo>
                  <a:pt x="765" y="147"/>
                </a:lnTo>
                <a:lnTo>
                  <a:pt x="483" y="203"/>
                </a:lnTo>
                <a:lnTo>
                  <a:pt x="2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7" name="Google Shape;2017;p40"/>
          <p:cNvSpPr/>
          <p:nvPr/>
        </p:nvSpPr>
        <p:spPr>
          <a:xfrm>
            <a:off x="4605195" y="4541026"/>
            <a:ext cx="132473" cy="134937"/>
          </a:xfrm>
          <a:custGeom>
            <a:avLst/>
            <a:gdLst/>
            <a:ahLst/>
            <a:cxnLst/>
            <a:rect l="l" t="t" r="r" b="b"/>
            <a:pathLst>
              <a:path w="1237" h="1260" extrusionOk="0">
                <a:moveTo>
                  <a:pt x="540" y="0"/>
                </a:moveTo>
                <a:lnTo>
                  <a:pt x="416" y="428"/>
                </a:lnTo>
                <a:lnTo>
                  <a:pt x="0" y="574"/>
                </a:lnTo>
                <a:lnTo>
                  <a:pt x="371" y="810"/>
                </a:lnTo>
                <a:lnTo>
                  <a:pt x="371" y="1260"/>
                </a:lnTo>
                <a:lnTo>
                  <a:pt x="720" y="978"/>
                </a:lnTo>
                <a:lnTo>
                  <a:pt x="1147" y="1113"/>
                </a:lnTo>
                <a:lnTo>
                  <a:pt x="1147" y="1113"/>
                </a:lnTo>
                <a:lnTo>
                  <a:pt x="990" y="697"/>
                </a:lnTo>
                <a:lnTo>
                  <a:pt x="1237" y="338"/>
                </a:lnTo>
                <a:lnTo>
                  <a:pt x="1237" y="338"/>
                </a:lnTo>
                <a:lnTo>
                  <a:pt x="799" y="360"/>
                </a:lnTo>
                <a:lnTo>
                  <a:pt x="54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8" name="Google Shape;2018;p40"/>
          <p:cNvSpPr/>
          <p:nvPr/>
        </p:nvSpPr>
        <p:spPr>
          <a:xfrm>
            <a:off x="680775" y="404607"/>
            <a:ext cx="68646" cy="71109"/>
          </a:xfrm>
          <a:custGeom>
            <a:avLst/>
            <a:gdLst/>
            <a:ahLst/>
            <a:cxnLst/>
            <a:rect l="l" t="t" r="r" b="b"/>
            <a:pathLst>
              <a:path w="641" h="664" extrusionOk="0">
                <a:moveTo>
                  <a:pt x="225" y="1"/>
                </a:moveTo>
                <a:lnTo>
                  <a:pt x="202" y="225"/>
                </a:lnTo>
                <a:lnTo>
                  <a:pt x="0" y="338"/>
                </a:lnTo>
                <a:lnTo>
                  <a:pt x="214" y="439"/>
                </a:lnTo>
                <a:lnTo>
                  <a:pt x="259" y="664"/>
                </a:lnTo>
                <a:lnTo>
                  <a:pt x="416" y="484"/>
                </a:lnTo>
                <a:lnTo>
                  <a:pt x="641" y="518"/>
                </a:lnTo>
                <a:lnTo>
                  <a:pt x="529" y="315"/>
                </a:lnTo>
                <a:lnTo>
                  <a:pt x="630" y="102"/>
                </a:lnTo>
                <a:lnTo>
                  <a:pt x="394" y="158"/>
                </a:lnTo>
                <a:lnTo>
                  <a:pt x="22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9" name="Google Shape;2019;p40"/>
          <p:cNvSpPr/>
          <p:nvPr/>
        </p:nvSpPr>
        <p:spPr>
          <a:xfrm>
            <a:off x="3764926" y="271613"/>
            <a:ext cx="39838" cy="39731"/>
          </a:xfrm>
          <a:custGeom>
            <a:avLst/>
            <a:gdLst/>
            <a:ahLst/>
            <a:cxnLst/>
            <a:rect l="l" t="t" r="r" b="b"/>
            <a:pathLst>
              <a:path w="372" h="371" extrusionOk="0">
                <a:moveTo>
                  <a:pt x="158" y="0"/>
                </a:moveTo>
                <a:lnTo>
                  <a:pt x="124" y="124"/>
                </a:lnTo>
                <a:lnTo>
                  <a:pt x="0" y="169"/>
                </a:lnTo>
                <a:lnTo>
                  <a:pt x="101" y="247"/>
                </a:lnTo>
                <a:lnTo>
                  <a:pt x="101" y="371"/>
                </a:lnTo>
                <a:lnTo>
                  <a:pt x="203" y="292"/>
                </a:lnTo>
                <a:lnTo>
                  <a:pt x="338" y="337"/>
                </a:lnTo>
                <a:lnTo>
                  <a:pt x="293" y="214"/>
                </a:lnTo>
                <a:lnTo>
                  <a:pt x="371" y="112"/>
                </a:lnTo>
                <a:lnTo>
                  <a:pt x="236" y="112"/>
                </a:lnTo>
                <a:lnTo>
                  <a:pt x="158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20" name="Google Shape;2020;p40"/>
          <p:cNvGrpSpPr/>
          <p:nvPr/>
        </p:nvGrpSpPr>
        <p:grpSpPr>
          <a:xfrm>
            <a:off x="-610575" y="4397630"/>
            <a:ext cx="1662816" cy="752173"/>
            <a:chOff x="5935450" y="921661"/>
            <a:chExt cx="739786" cy="334641"/>
          </a:xfrm>
        </p:grpSpPr>
        <p:sp>
          <p:nvSpPr>
            <p:cNvPr id="2021" name="Google Shape;2021;p40"/>
            <p:cNvSpPr/>
            <p:nvPr/>
          </p:nvSpPr>
          <p:spPr>
            <a:xfrm>
              <a:off x="5935450" y="921661"/>
              <a:ext cx="739786" cy="334641"/>
            </a:xfrm>
            <a:custGeom>
              <a:avLst/>
              <a:gdLst/>
              <a:ahLst/>
              <a:cxnLst/>
              <a:rect l="l" t="t" r="r" b="b"/>
              <a:pathLst>
                <a:path w="6263" h="2833" extrusionOk="0">
                  <a:moveTo>
                    <a:pt x="2871" y="1"/>
                  </a:moveTo>
                  <a:cubicBezTo>
                    <a:pt x="2673" y="1"/>
                    <a:pt x="2473" y="50"/>
                    <a:pt x="2291" y="148"/>
                  </a:cubicBezTo>
                  <a:cubicBezTo>
                    <a:pt x="1571" y="519"/>
                    <a:pt x="1717" y="1160"/>
                    <a:pt x="1717" y="1160"/>
                  </a:cubicBezTo>
                  <a:cubicBezTo>
                    <a:pt x="1717" y="1160"/>
                    <a:pt x="1364" y="1022"/>
                    <a:pt x="996" y="1022"/>
                  </a:cubicBezTo>
                  <a:cubicBezTo>
                    <a:pt x="675" y="1022"/>
                    <a:pt x="342" y="1127"/>
                    <a:pt x="222" y="1520"/>
                  </a:cubicBezTo>
                  <a:cubicBezTo>
                    <a:pt x="0" y="2243"/>
                    <a:pt x="581" y="2594"/>
                    <a:pt x="1290" y="2594"/>
                  </a:cubicBezTo>
                  <a:cubicBezTo>
                    <a:pt x="1407" y="2594"/>
                    <a:pt x="1528" y="2585"/>
                    <a:pt x="1650" y="2566"/>
                  </a:cubicBezTo>
                  <a:cubicBezTo>
                    <a:pt x="1650" y="2566"/>
                    <a:pt x="2679" y="2833"/>
                    <a:pt x="3721" y="2833"/>
                  </a:cubicBezTo>
                  <a:cubicBezTo>
                    <a:pt x="4603" y="2833"/>
                    <a:pt x="5492" y="2642"/>
                    <a:pt x="5776" y="1936"/>
                  </a:cubicBezTo>
                  <a:cubicBezTo>
                    <a:pt x="6262" y="754"/>
                    <a:pt x="5178" y="50"/>
                    <a:pt x="4281" y="50"/>
                  </a:cubicBezTo>
                  <a:cubicBezTo>
                    <a:pt x="4018" y="50"/>
                    <a:pt x="3770" y="111"/>
                    <a:pt x="3583" y="238"/>
                  </a:cubicBezTo>
                  <a:cubicBezTo>
                    <a:pt x="3375" y="81"/>
                    <a:pt x="3125" y="1"/>
                    <a:pt x="28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40"/>
            <p:cNvSpPr/>
            <p:nvPr/>
          </p:nvSpPr>
          <p:spPr>
            <a:xfrm>
              <a:off x="6282962" y="966429"/>
              <a:ext cx="44531" cy="25396"/>
            </a:xfrm>
            <a:custGeom>
              <a:avLst/>
              <a:gdLst/>
              <a:ahLst/>
              <a:cxnLst/>
              <a:rect l="l" t="t" r="r" b="b"/>
              <a:pathLst>
                <a:path w="377" h="215" extrusionOk="0">
                  <a:moveTo>
                    <a:pt x="149" y="1"/>
                  </a:moveTo>
                  <a:cubicBezTo>
                    <a:pt x="114" y="1"/>
                    <a:pt x="79" y="10"/>
                    <a:pt x="46" y="28"/>
                  </a:cubicBezTo>
                  <a:cubicBezTo>
                    <a:pt x="12" y="50"/>
                    <a:pt x="1" y="95"/>
                    <a:pt x="23" y="129"/>
                  </a:cubicBezTo>
                  <a:cubicBezTo>
                    <a:pt x="40" y="146"/>
                    <a:pt x="62" y="156"/>
                    <a:pt x="86" y="156"/>
                  </a:cubicBezTo>
                  <a:cubicBezTo>
                    <a:pt x="95" y="156"/>
                    <a:pt x="104" y="155"/>
                    <a:pt x="113" y="152"/>
                  </a:cubicBezTo>
                  <a:lnTo>
                    <a:pt x="181" y="152"/>
                  </a:lnTo>
                  <a:lnTo>
                    <a:pt x="203" y="163"/>
                  </a:lnTo>
                  <a:lnTo>
                    <a:pt x="214" y="174"/>
                  </a:lnTo>
                  <a:cubicBezTo>
                    <a:pt x="232" y="203"/>
                    <a:pt x="257" y="214"/>
                    <a:pt x="280" y="214"/>
                  </a:cubicBezTo>
                  <a:cubicBezTo>
                    <a:pt x="331" y="214"/>
                    <a:pt x="376" y="160"/>
                    <a:pt x="338" y="107"/>
                  </a:cubicBezTo>
                  <a:cubicBezTo>
                    <a:pt x="292" y="38"/>
                    <a:pt x="221" y="1"/>
                    <a:pt x="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40"/>
            <p:cNvSpPr/>
            <p:nvPr/>
          </p:nvSpPr>
          <p:spPr>
            <a:xfrm>
              <a:off x="6171456" y="969973"/>
              <a:ext cx="77132" cy="98042"/>
            </a:xfrm>
            <a:custGeom>
              <a:avLst/>
              <a:gdLst/>
              <a:ahLst/>
              <a:cxnLst/>
              <a:rect l="l" t="t" r="r" b="b"/>
              <a:pathLst>
                <a:path w="653" h="830" extrusionOk="0">
                  <a:moveTo>
                    <a:pt x="488" y="1"/>
                  </a:moveTo>
                  <a:cubicBezTo>
                    <a:pt x="370" y="1"/>
                    <a:pt x="241" y="98"/>
                    <a:pt x="180" y="189"/>
                  </a:cubicBezTo>
                  <a:cubicBezTo>
                    <a:pt x="57" y="358"/>
                    <a:pt x="0" y="560"/>
                    <a:pt x="0" y="762"/>
                  </a:cubicBezTo>
                  <a:cubicBezTo>
                    <a:pt x="0" y="796"/>
                    <a:pt x="34" y="830"/>
                    <a:pt x="79" y="830"/>
                  </a:cubicBezTo>
                  <a:cubicBezTo>
                    <a:pt x="113" y="830"/>
                    <a:pt x="146" y="796"/>
                    <a:pt x="146" y="762"/>
                  </a:cubicBezTo>
                  <a:cubicBezTo>
                    <a:pt x="146" y="605"/>
                    <a:pt x="180" y="448"/>
                    <a:pt x="259" y="313"/>
                  </a:cubicBezTo>
                  <a:cubicBezTo>
                    <a:pt x="293" y="257"/>
                    <a:pt x="338" y="212"/>
                    <a:pt x="394" y="178"/>
                  </a:cubicBezTo>
                  <a:cubicBezTo>
                    <a:pt x="428" y="155"/>
                    <a:pt x="450" y="144"/>
                    <a:pt x="484" y="144"/>
                  </a:cubicBezTo>
                  <a:lnTo>
                    <a:pt x="529" y="144"/>
                  </a:lnTo>
                  <a:cubicBezTo>
                    <a:pt x="536" y="166"/>
                    <a:pt x="557" y="178"/>
                    <a:pt x="581" y="178"/>
                  </a:cubicBezTo>
                  <a:cubicBezTo>
                    <a:pt x="593" y="178"/>
                    <a:pt x="607" y="175"/>
                    <a:pt x="619" y="167"/>
                  </a:cubicBezTo>
                  <a:cubicBezTo>
                    <a:pt x="652" y="144"/>
                    <a:pt x="652" y="110"/>
                    <a:pt x="641" y="77"/>
                  </a:cubicBezTo>
                  <a:cubicBezTo>
                    <a:pt x="598" y="22"/>
                    <a:pt x="544" y="1"/>
                    <a:pt x="4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40"/>
            <p:cNvSpPr/>
            <p:nvPr/>
          </p:nvSpPr>
          <p:spPr>
            <a:xfrm>
              <a:off x="6508809" y="1003047"/>
              <a:ext cx="74416" cy="136904"/>
            </a:xfrm>
            <a:custGeom>
              <a:avLst/>
              <a:gdLst/>
              <a:ahLst/>
              <a:cxnLst/>
              <a:rect l="l" t="t" r="r" b="b"/>
              <a:pathLst>
                <a:path w="630" h="1159" extrusionOk="0">
                  <a:moveTo>
                    <a:pt x="100" y="1"/>
                  </a:moveTo>
                  <a:cubicBezTo>
                    <a:pt x="39" y="1"/>
                    <a:pt x="1" y="94"/>
                    <a:pt x="67" y="123"/>
                  </a:cubicBezTo>
                  <a:cubicBezTo>
                    <a:pt x="416" y="291"/>
                    <a:pt x="562" y="707"/>
                    <a:pt x="393" y="1056"/>
                  </a:cubicBezTo>
                  <a:cubicBezTo>
                    <a:pt x="370" y="1110"/>
                    <a:pt x="416" y="1158"/>
                    <a:pt x="461" y="1158"/>
                  </a:cubicBezTo>
                  <a:cubicBezTo>
                    <a:pt x="482" y="1158"/>
                    <a:pt x="503" y="1148"/>
                    <a:pt x="517" y="1123"/>
                  </a:cubicBezTo>
                  <a:cubicBezTo>
                    <a:pt x="618" y="921"/>
                    <a:pt x="629" y="674"/>
                    <a:pt x="551" y="460"/>
                  </a:cubicBezTo>
                  <a:cubicBezTo>
                    <a:pt x="472" y="258"/>
                    <a:pt x="326" y="100"/>
                    <a:pt x="135" y="10"/>
                  </a:cubicBezTo>
                  <a:cubicBezTo>
                    <a:pt x="123" y="4"/>
                    <a:pt x="111" y="1"/>
                    <a:pt x="1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40"/>
            <p:cNvSpPr/>
            <p:nvPr/>
          </p:nvSpPr>
          <p:spPr>
            <a:xfrm>
              <a:off x="5997582" y="1091992"/>
              <a:ext cx="63785" cy="54454"/>
            </a:xfrm>
            <a:custGeom>
              <a:avLst/>
              <a:gdLst/>
              <a:ahLst/>
              <a:cxnLst/>
              <a:rect l="l" t="t" r="r" b="b"/>
              <a:pathLst>
                <a:path w="540" h="461" extrusionOk="0">
                  <a:moveTo>
                    <a:pt x="395" y="1"/>
                  </a:moveTo>
                  <a:cubicBezTo>
                    <a:pt x="183" y="1"/>
                    <a:pt x="1" y="175"/>
                    <a:pt x="11" y="393"/>
                  </a:cubicBezTo>
                  <a:cubicBezTo>
                    <a:pt x="11" y="438"/>
                    <a:pt x="45" y="460"/>
                    <a:pt x="78" y="460"/>
                  </a:cubicBezTo>
                  <a:cubicBezTo>
                    <a:pt x="112" y="460"/>
                    <a:pt x="146" y="438"/>
                    <a:pt x="146" y="393"/>
                  </a:cubicBezTo>
                  <a:cubicBezTo>
                    <a:pt x="146" y="382"/>
                    <a:pt x="146" y="370"/>
                    <a:pt x="146" y="359"/>
                  </a:cubicBezTo>
                  <a:lnTo>
                    <a:pt x="146" y="337"/>
                  </a:lnTo>
                  <a:lnTo>
                    <a:pt x="157" y="303"/>
                  </a:lnTo>
                  <a:cubicBezTo>
                    <a:pt x="157" y="303"/>
                    <a:pt x="157" y="303"/>
                    <a:pt x="157" y="292"/>
                  </a:cubicBezTo>
                  <a:cubicBezTo>
                    <a:pt x="157" y="280"/>
                    <a:pt x="168" y="280"/>
                    <a:pt x="168" y="269"/>
                  </a:cubicBezTo>
                  <a:lnTo>
                    <a:pt x="179" y="258"/>
                  </a:lnTo>
                  <a:lnTo>
                    <a:pt x="179" y="247"/>
                  </a:lnTo>
                  <a:cubicBezTo>
                    <a:pt x="191" y="224"/>
                    <a:pt x="213" y="213"/>
                    <a:pt x="224" y="202"/>
                  </a:cubicBezTo>
                  <a:lnTo>
                    <a:pt x="236" y="190"/>
                  </a:lnTo>
                  <a:lnTo>
                    <a:pt x="269" y="168"/>
                  </a:lnTo>
                  <a:lnTo>
                    <a:pt x="292" y="168"/>
                  </a:lnTo>
                  <a:cubicBezTo>
                    <a:pt x="303" y="168"/>
                    <a:pt x="314" y="157"/>
                    <a:pt x="326" y="157"/>
                  </a:cubicBezTo>
                  <a:lnTo>
                    <a:pt x="427" y="157"/>
                  </a:lnTo>
                  <a:cubicBezTo>
                    <a:pt x="433" y="159"/>
                    <a:pt x="439" y="160"/>
                    <a:pt x="445" y="160"/>
                  </a:cubicBezTo>
                  <a:cubicBezTo>
                    <a:pt x="475" y="160"/>
                    <a:pt x="507" y="139"/>
                    <a:pt x="517" y="112"/>
                  </a:cubicBezTo>
                  <a:cubicBezTo>
                    <a:pt x="539" y="78"/>
                    <a:pt x="517" y="22"/>
                    <a:pt x="483" y="11"/>
                  </a:cubicBezTo>
                  <a:cubicBezTo>
                    <a:pt x="454" y="4"/>
                    <a:pt x="424" y="1"/>
                    <a:pt x="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40"/>
            <p:cNvSpPr/>
            <p:nvPr/>
          </p:nvSpPr>
          <p:spPr>
            <a:xfrm>
              <a:off x="6381238" y="947648"/>
              <a:ext cx="91779" cy="39571"/>
            </a:xfrm>
            <a:custGeom>
              <a:avLst/>
              <a:gdLst/>
              <a:ahLst/>
              <a:cxnLst/>
              <a:rect l="l" t="t" r="r" b="b"/>
              <a:pathLst>
                <a:path w="777" h="335" extrusionOk="0">
                  <a:moveTo>
                    <a:pt x="422" y="0"/>
                  </a:moveTo>
                  <a:cubicBezTo>
                    <a:pt x="267" y="0"/>
                    <a:pt x="111" y="81"/>
                    <a:pt x="23" y="232"/>
                  </a:cubicBezTo>
                  <a:cubicBezTo>
                    <a:pt x="0" y="286"/>
                    <a:pt x="45" y="334"/>
                    <a:pt x="91" y="334"/>
                  </a:cubicBezTo>
                  <a:cubicBezTo>
                    <a:pt x="112" y="334"/>
                    <a:pt x="133" y="324"/>
                    <a:pt x="147" y="299"/>
                  </a:cubicBezTo>
                  <a:cubicBezTo>
                    <a:pt x="203" y="194"/>
                    <a:pt x="310" y="136"/>
                    <a:pt x="418" y="136"/>
                  </a:cubicBezTo>
                  <a:cubicBezTo>
                    <a:pt x="505" y="136"/>
                    <a:pt x="592" y="174"/>
                    <a:pt x="653" y="254"/>
                  </a:cubicBezTo>
                  <a:cubicBezTo>
                    <a:pt x="670" y="266"/>
                    <a:pt x="689" y="271"/>
                    <a:pt x="707" y="271"/>
                  </a:cubicBezTo>
                  <a:cubicBezTo>
                    <a:pt x="726" y="271"/>
                    <a:pt x="743" y="266"/>
                    <a:pt x="754" y="254"/>
                  </a:cubicBezTo>
                  <a:cubicBezTo>
                    <a:pt x="776" y="221"/>
                    <a:pt x="776" y="176"/>
                    <a:pt x="754" y="153"/>
                  </a:cubicBezTo>
                  <a:cubicBezTo>
                    <a:pt x="665" y="50"/>
                    <a:pt x="544" y="0"/>
                    <a:pt x="4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7" name="Google Shape;2027;p40"/>
          <p:cNvGrpSpPr/>
          <p:nvPr/>
        </p:nvGrpSpPr>
        <p:grpSpPr>
          <a:xfrm flipH="1">
            <a:off x="7162208" y="4192638"/>
            <a:ext cx="2533396" cy="1146012"/>
            <a:chOff x="5935450" y="921661"/>
            <a:chExt cx="739786" cy="334641"/>
          </a:xfrm>
        </p:grpSpPr>
        <p:sp>
          <p:nvSpPr>
            <p:cNvPr id="2028" name="Google Shape;2028;p40"/>
            <p:cNvSpPr/>
            <p:nvPr/>
          </p:nvSpPr>
          <p:spPr>
            <a:xfrm>
              <a:off x="5935450" y="921661"/>
              <a:ext cx="739786" cy="334641"/>
            </a:xfrm>
            <a:custGeom>
              <a:avLst/>
              <a:gdLst/>
              <a:ahLst/>
              <a:cxnLst/>
              <a:rect l="l" t="t" r="r" b="b"/>
              <a:pathLst>
                <a:path w="6263" h="2833" extrusionOk="0">
                  <a:moveTo>
                    <a:pt x="2871" y="1"/>
                  </a:moveTo>
                  <a:cubicBezTo>
                    <a:pt x="2673" y="1"/>
                    <a:pt x="2473" y="50"/>
                    <a:pt x="2291" y="148"/>
                  </a:cubicBezTo>
                  <a:cubicBezTo>
                    <a:pt x="1571" y="519"/>
                    <a:pt x="1717" y="1160"/>
                    <a:pt x="1717" y="1160"/>
                  </a:cubicBezTo>
                  <a:cubicBezTo>
                    <a:pt x="1717" y="1160"/>
                    <a:pt x="1364" y="1022"/>
                    <a:pt x="996" y="1022"/>
                  </a:cubicBezTo>
                  <a:cubicBezTo>
                    <a:pt x="675" y="1022"/>
                    <a:pt x="342" y="1127"/>
                    <a:pt x="222" y="1520"/>
                  </a:cubicBezTo>
                  <a:cubicBezTo>
                    <a:pt x="0" y="2243"/>
                    <a:pt x="581" y="2594"/>
                    <a:pt x="1290" y="2594"/>
                  </a:cubicBezTo>
                  <a:cubicBezTo>
                    <a:pt x="1407" y="2594"/>
                    <a:pt x="1528" y="2585"/>
                    <a:pt x="1650" y="2566"/>
                  </a:cubicBezTo>
                  <a:cubicBezTo>
                    <a:pt x="1650" y="2566"/>
                    <a:pt x="2679" y="2833"/>
                    <a:pt x="3721" y="2833"/>
                  </a:cubicBezTo>
                  <a:cubicBezTo>
                    <a:pt x="4603" y="2833"/>
                    <a:pt x="5492" y="2642"/>
                    <a:pt x="5776" y="1936"/>
                  </a:cubicBezTo>
                  <a:cubicBezTo>
                    <a:pt x="6262" y="754"/>
                    <a:pt x="5178" y="50"/>
                    <a:pt x="4281" y="50"/>
                  </a:cubicBezTo>
                  <a:cubicBezTo>
                    <a:pt x="4018" y="50"/>
                    <a:pt x="3770" y="111"/>
                    <a:pt x="3583" y="238"/>
                  </a:cubicBezTo>
                  <a:cubicBezTo>
                    <a:pt x="3375" y="81"/>
                    <a:pt x="3125" y="1"/>
                    <a:pt x="2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40"/>
            <p:cNvSpPr/>
            <p:nvPr/>
          </p:nvSpPr>
          <p:spPr>
            <a:xfrm>
              <a:off x="6282962" y="966429"/>
              <a:ext cx="44531" cy="25396"/>
            </a:xfrm>
            <a:custGeom>
              <a:avLst/>
              <a:gdLst/>
              <a:ahLst/>
              <a:cxnLst/>
              <a:rect l="l" t="t" r="r" b="b"/>
              <a:pathLst>
                <a:path w="377" h="215" extrusionOk="0">
                  <a:moveTo>
                    <a:pt x="149" y="1"/>
                  </a:moveTo>
                  <a:cubicBezTo>
                    <a:pt x="114" y="1"/>
                    <a:pt x="79" y="10"/>
                    <a:pt x="46" y="28"/>
                  </a:cubicBezTo>
                  <a:cubicBezTo>
                    <a:pt x="12" y="50"/>
                    <a:pt x="1" y="95"/>
                    <a:pt x="23" y="129"/>
                  </a:cubicBezTo>
                  <a:cubicBezTo>
                    <a:pt x="40" y="146"/>
                    <a:pt x="62" y="156"/>
                    <a:pt x="86" y="156"/>
                  </a:cubicBezTo>
                  <a:cubicBezTo>
                    <a:pt x="95" y="156"/>
                    <a:pt x="104" y="155"/>
                    <a:pt x="113" y="152"/>
                  </a:cubicBezTo>
                  <a:lnTo>
                    <a:pt x="181" y="152"/>
                  </a:lnTo>
                  <a:lnTo>
                    <a:pt x="203" y="163"/>
                  </a:lnTo>
                  <a:lnTo>
                    <a:pt x="214" y="174"/>
                  </a:lnTo>
                  <a:cubicBezTo>
                    <a:pt x="232" y="203"/>
                    <a:pt x="257" y="214"/>
                    <a:pt x="280" y="214"/>
                  </a:cubicBezTo>
                  <a:cubicBezTo>
                    <a:pt x="331" y="214"/>
                    <a:pt x="376" y="160"/>
                    <a:pt x="338" y="107"/>
                  </a:cubicBezTo>
                  <a:cubicBezTo>
                    <a:pt x="292" y="38"/>
                    <a:pt x="221" y="1"/>
                    <a:pt x="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40"/>
            <p:cNvSpPr/>
            <p:nvPr/>
          </p:nvSpPr>
          <p:spPr>
            <a:xfrm>
              <a:off x="6171456" y="969973"/>
              <a:ext cx="77132" cy="98042"/>
            </a:xfrm>
            <a:custGeom>
              <a:avLst/>
              <a:gdLst/>
              <a:ahLst/>
              <a:cxnLst/>
              <a:rect l="l" t="t" r="r" b="b"/>
              <a:pathLst>
                <a:path w="653" h="830" extrusionOk="0">
                  <a:moveTo>
                    <a:pt x="488" y="1"/>
                  </a:moveTo>
                  <a:cubicBezTo>
                    <a:pt x="370" y="1"/>
                    <a:pt x="241" y="98"/>
                    <a:pt x="180" y="189"/>
                  </a:cubicBezTo>
                  <a:cubicBezTo>
                    <a:pt x="57" y="358"/>
                    <a:pt x="0" y="560"/>
                    <a:pt x="0" y="762"/>
                  </a:cubicBezTo>
                  <a:cubicBezTo>
                    <a:pt x="0" y="796"/>
                    <a:pt x="34" y="830"/>
                    <a:pt x="79" y="830"/>
                  </a:cubicBezTo>
                  <a:cubicBezTo>
                    <a:pt x="113" y="830"/>
                    <a:pt x="146" y="796"/>
                    <a:pt x="146" y="762"/>
                  </a:cubicBezTo>
                  <a:cubicBezTo>
                    <a:pt x="146" y="605"/>
                    <a:pt x="180" y="448"/>
                    <a:pt x="259" y="313"/>
                  </a:cubicBezTo>
                  <a:cubicBezTo>
                    <a:pt x="293" y="257"/>
                    <a:pt x="338" y="212"/>
                    <a:pt x="394" y="178"/>
                  </a:cubicBezTo>
                  <a:cubicBezTo>
                    <a:pt x="428" y="155"/>
                    <a:pt x="450" y="144"/>
                    <a:pt x="484" y="144"/>
                  </a:cubicBezTo>
                  <a:lnTo>
                    <a:pt x="529" y="144"/>
                  </a:lnTo>
                  <a:cubicBezTo>
                    <a:pt x="536" y="166"/>
                    <a:pt x="557" y="178"/>
                    <a:pt x="581" y="178"/>
                  </a:cubicBezTo>
                  <a:cubicBezTo>
                    <a:pt x="593" y="178"/>
                    <a:pt x="607" y="175"/>
                    <a:pt x="619" y="167"/>
                  </a:cubicBezTo>
                  <a:cubicBezTo>
                    <a:pt x="652" y="144"/>
                    <a:pt x="652" y="110"/>
                    <a:pt x="641" y="77"/>
                  </a:cubicBezTo>
                  <a:cubicBezTo>
                    <a:pt x="598" y="22"/>
                    <a:pt x="544" y="1"/>
                    <a:pt x="4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40"/>
            <p:cNvSpPr/>
            <p:nvPr/>
          </p:nvSpPr>
          <p:spPr>
            <a:xfrm>
              <a:off x="6508809" y="1003047"/>
              <a:ext cx="74416" cy="136904"/>
            </a:xfrm>
            <a:custGeom>
              <a:avLst/>
              <a:gdLst/>
              <a:ahLst/>
              <a:cxnLst/>
              <a:rect l="l" t="t" r="r" b="b"/>
              <a:pathLst>
                <a:path w="630" h="1159" extrusionOk="0">
                  <a:moveTo>
                    <a:pt x="100" y="1"/>
                  </a:moveTo>
                  <a:cubicBezTo>
                    <a:pt x="39" y="1"/>
                    <a:pt x="1" y="94"/>
                    <a:pt x="67" y="123"/>
                  </a:cubicBezTo>
                  <a:cubicBezTo>
                    <a:pt x="416" y="291"/>
                    <a:pt x="562" y="707"/>
                    <a:pt x="393" y="1056"/>
                  </a:cubicBezTo>
                  <a:cubicBezTo>
                    <a:pt x="370" y="1110"/>
                    <a:pt x="416" y="1158"/>
                    <a:pt x="461" y="1158"/>
                  </a:cubicBezTo>
                  <a:cubicBezTo>
                    <a:pt x="482" y="1158"/>
                    <a:pt x="503" y="1148"/>
                    <a:pt x="517" y="1123"/>
                  </a:cubicBezTo>
                  <a:cubicBezTo>
                    <a:pt x="618" y="921"/>
                    <a:pt x="629" y="674"/>
                    <a:pt x="551" y="460"/>
                  </a:cubicBezTo>
                  <a:cubicBezTo>
                    <a:pt x="472" y="258"/>
                    <a:pt x="326" y="100"/>
                    <a:pt x="135" y="10"/>
                  </a:cubicBezTo>
                  <a:cubicBezTo>
                    <a:pt x="123" y="4"/>
                    <a:pt x="111" y="1"/>
                    <a:pt x="1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40"/>
            <p:cNvSpPr/>
            <p:nvPr/>
          </p:nvSpPr>
          <p:spPr>
            <a:xfrm>
              <a:off x="5997582" y="1091992"/>
              <a:ext cx="63785" cy="54454"/>
            </a:xfrm>
            <a:custGeom>
              <a:avLst/>
              <a:gdLst/>
              <a:ahLst/>
              <a:cxnLst/>
              <a:rect l="l" t="t" r="r" b="b"/>
              <a:pathLst>
                <a:path w="540" h="461" extrusionOk="0">
                  <a:moveTo>
                    <a:pt x="395" y="1"/>
                  </a:moveTo>
                  <a:cubicBezTo>
                    <a:pt x="183" y="1"/>
                    <a:pt x="1" y="175"/>
                    <a:pt x="11" y="393"/>
                  </a:cubicBezTo>
                  <a:cubicBezTo>
                    <a:pt x="11" y="438"/>
                    <a:pt x="45" y="460"/>
                    <a:pt x="78" y="460"/>
                  </a:cubicBezTo>
                  <a:cubicBezTo>
                    <a:pt x="112" y="460"/>
                    <a:pt x="146" y="438"/>
                    <a:pt x="146" y="393"/>
                  </a:cubicBezTo>
                  <a:cubicBezTo>
                    <a:pt x="146" y="382"/>
                    <a:pt x="146" y="370"/>
                    <a:pt x="146" y="359"/>
                  </a:cubicBezTo>
                  <a:lnTo>
                    <a:pt x="146" y="337"/>
                  </a:lnTo>
                  <a:lnTo>
                    <a:pt x="157" y="303"/>
                  </a:lnTo>
                  <a:cubicBezTo>
                    <a:pt x="157" y="303"/>
                    <a:pt x="157" y="303"/>
                    <a:pt x="157" y="292"/>
                  </a:cubicBezTo>
                  <a:cubicBezTo>
                    <a:pt x="157" y="280"/>
                    <a:pt x="168" y="280"/>
                    <a:pt x="168" y="269"/>
                  </a:cubicBezTo>
                  <a:lnTo>
                    <a:pt x="179" y="258"/>
                  </a:lnTo>
                  <a:lnTo>
                    <a:pt x="179" y="247"/>
                  </a:lnTo>
                  <a:cubicBezTo>
                    <a:pt x="191" y="224"/>
                    <a:pt x="213" y="213"/>
                    <a:pt x="224" y="202"/>
                  </a:cubicBezTo>
                  <a:lnTo>
                    <a:pt x="236" y="190"/>
                  </a:lnTo>
                  <a:lnTo>
                    <a:pt x="269" y="168"/>
                  </a:lnTo>
                  <a:lnTo>
                    <a:pt x="292" y="168"/>
                  </a:lnTo>
                  <a:cubicBezTo>
                    <a:pt x="303" y="168"/>
                    <a:pt x="314" y="157"/>
                    <a:pt x="326" y="157"/>
                  </a:cubicBezTo>
                  <a:lnTo>
                    <a:pt x="427" y="157"/>
                  </a:lnTo>
                  <a:cubicBezTo>
                    <a:pt x="433" y="159"/>
                    <a:pt x="439" y="160"/>
                    <a:pt x="445" y="160"/>
                  </a:cubicBezTo>
                  <a:cubicBezTo>
                    <a:pt x="475" y="160"/>
                    <a:pt x="507" y="139"/>
                    <a:pt x="517" y="112"/>
                  </a:cubicBezTo>
                  <a:cubicBezTo>
                    <a:pt x="539" y="78"/>
                    <a:pt x="517" y="22"/>
                    <a:pt x="483" y="11"/>
                  </a:cubicBezTo>
                  <a:cubicBezTo>
                    <a:pt x="454" y="4"/>
                    <a:pt x="424" y="1"/>
                    <a:pt x="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40"/>
            <p:cNvSpPr/>
            <p:nvPr/>
          </p:nvSpPr>
          <p:spPr>
            <a:xfrm>
              <a:off x="6381238" y="947648"/>
              <a:ext cx="91779" cy="39571"/>
            </a:xfrm>
            <a:custGeom>
              <a:avLst/>
              <a:gdLst/>
              <a:ahLst/>
              <a:cxnLst/>
              <a:rect l="l" t="t" r="r" b="b"/>
              <a:pathLst>
                <a:path w="777" h="335" extrusionOk="0">
                  <a:moveTo>
                    <a:pt x="422" y="0"/>
                  </a:moveTo>
                  <a:cubicBezTo>
                    <a:pt x="267" y="0"/>
                    <a:pt x="111" y="81"/>
                    <a:pt x="23" y="232"/>
                  </a:cubicBezTo>
                  <a:cubicBezTo>
                    <a:pt x="0" y="286"/>
                    <a:pt x="45" y="334"/>
                    <a:pt x="91" y="334"/>
                  </a:cubicBezTo>
                  <a:cubicBezTo>
                    <a:pt x="112" y="334"/>
                    <a:pt x="133" y="324"/>
                    <a:pt x="147" y="299"/>
                  </a:cubicBezTo>
                  <a:cubicBezTo>
                    <a:pt x="203" y="194"/>
                    <a:pt x="310" y="136"/>
                    <a:pt x="418" y="136"/>
                  </a:cubicBezTo>
                  <a:cubicBezTo>
                    <a:pt x="505" y="136"/>
                    <a:pt x="592" y="174"/>
                    <a:pt x="653" y="254"/>
                  </a:cubicBezTo>
                  <a:cubicBezTo>
                    <a:pt x="670" y="266"/>
                    <a:pt x="689" y="271"/>
                    <a:pt x="707" y="271"/>
                  </a:cubicBezTo>
                  <a:cubicBezTo>
                    <a:pt x="726" y="271"/>
                    <a:pt x="743" y="266"/>
                    <a:pt x="754" y="254"/>
                  </a:cubicBezTo>
                  <a:cubicBezTo>
                    <a:pt x="776" y="221"/>
                    <a:pt x="776" y="176"/>
                    <a:pt x="754" y="153"/>
                  </a:cubicBezTo>
                  <a:cubicBezTo>
                    <a:pt x="665" y="50"/>
                    <a:pt x="544" y="0"/>
                    <a:pt x="4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34" name="Google Shape;2034;p40"/>
          <p:cNvGrpSpPr/>
          <p:nvPr/>
        </p:nvGrpSpPr>
        <p:grpSpPr>
          <a:xfrm>
            <a:off x="-268032" y="4740183"/>
            <a:ext cx="1662816" cy="752173"/>
            <a:chOff x="5935450" y="921661"/>
            <a:chExt cx="739786" cy="334641"/>
          </a:xfrm>
        </p:grpSpPr>
        <p:sp>
          <p:nvSpPr>
            <p:cNvPr id="2035" name="Google Shape;2035;p40"/>
            <p:cNvSpPr/>
            <p:nvPr/>
          </p:nvSpPr>
          <p:spPr>
            <a:xfrm>
              <a:off x="5935450" y="921661"/>
              <a:ext cx="739786" cy="334641"/>
            </a:xfrm>
            <a:custGeom>
              <a:avLst/>
              <a:gdLst/>
              <a:ahLst/>
              <a:cxnLst/>
              <a:rect l="l" t="t" r="r" b="b"/>
              <a:pathLst>
                <a:path w="6263" h="2833" extrusionOk="0">
                  <a:moveTo>
                    <a:pt x="2871" y="1"/>
                  </a:moveTo>
                  <a:cubicBezTo>
                    <a:pt x="2673" y="1"/>
                    <a:pt x="2473" y="50"/>
                    <a:pt x="2291" y="148"/>
                  </a:cubicBezTo>
                  <a:cubicBezTo>
                    <a:pt x="1571" y="519"/>
                    <a:pt x="1717" y="1160"/>
                    <a:pt x="1717" y="1160"/>
                  </a:cubicBezTo>
                  <a:cubicBezTo>
                    <a:pt x="1717" y="1160"/>
                    <a:pt x="1364" y="1022"/>
                    <a:pt x="996" y="1022"/>
                  </a:cubicBezTo>
                  <a:cubicBezTo>
                    <a:pt x="675" y="1022"/>
                    <a:pt x="342" y="1127"/>
                    <a:pt x="222" y="1520"/>
                  </a:cubicBezTo>
                  <a:cubicBezTo>
                    <a:pt x="0" y="2243"/>
                    <a:pt x="581" y="2594"/>
                    <a:pt x="1290" y="2594"/>
                  </a:cubicBezTo>
                  <a:cubicBezTo>
                    <a:pt x="1407" y="2594"/>
                    <a:pt x="1528" y="2585"/>
                    <a:pt x="1650" y="2566"/>
                  </a:cubicBezTo>
                  <a:cubicBezTo>
                    <a:pt x="1650" y="2566"/>
                    <a:pt x="2679" y="2833"/>
                    <a:pt x="3721" y="2833"/>
                  </a:cubicBezTo>
                  <a:cubicBezTo>
                    <a:pt x="4603" y="2833"/>
                    <a:pt x="5492" y="2642"/>
                    <a:pt x="5776" y="1936"/>
                  </a:cubicBezTo>
                  <a:cubicBezTo>
                    <a:pt x="6262" y="754"/>
                    <a:pt x="5178" y="50"/>
                    <a:pt x="4281" y="50"/>
                  </a:cubicBezTo>
                  <a:cubicBezTo>
                    <a:pt x="4018" y="50"/>
                    <a:pt x="3770" y="111"/>
                    <a:pt x="3583" y="238"/>
                  </a:cubicBezTo>
                  <a:cubicBezTo>
                    <a:pt x="3375" y="81"/>
                    <a:pt x="3125" y="1"/>
                    <a:pt x="2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40"/>
            <p:cNvSpPr/>
            <p:nvPr/>
          </p:nvSpPr>
          <p:spPr>
            <a:xfrm>
              <a:off x="6282962" y="966429"/>
              <a:ext cx="44531" cy="25396"/>
            </a:xfrm>
            <a:custGeom>
              <a:avLst/>
              <a:gdLst/>
              <a:ahLst/>
              <a:cxnLst/>
              <a:rect l="l" t="t" r="r" b="b"/>
              <a:pathLst>
                <a:path w="377" h="215" extrusionOk="0">
                  <a:moveTo>
                    <a:pt x="149" y="1"/>
                  </a:moveTo>
                  <a:cubicBezTo>
                    <a:pt x="114" y="1"/>
                    <a:pt x="79" y="10"/>
                    <a:pt x="46" y="28"/>
                  </a:cubicBezTo>
                  <a:cubicBezTo>
                    <a:pt x="12" y="50"/>
                    <a:pt x="1" y="95"/>
                    <a:pt x="23" y="129"/>
                  </a:cubicBezTo>
                  <a:cubicBezTo>
                    <a:pt x="40" y="146"/>
                    <a:pt x="62" y="156"/>
                    <a:pt x="86" y="156"/>
                  </a:cubicBezTo>
                  <a:cubicBezTo>
                    <a:pt x="95" y="156"/>
                    <a:pt x="104" y="155"/>
                    <a:pt x="113" y="152"/>
                  </a:cubicBezTo>
                  <a:lnTo>
                    <a:pt x="181" y="152"/>
                  </a:lnTo>
                  <a:lnTo>
                    <a:pt x="203" y="163"/>
                  </a:lnTo>
                  <a:lnTo>
                    <a:pt x="214" y="174"/>
                  </a:lnTo>
                  <a:cubicBezTo>
                    <a:pt x="232" y="203"/>
                    <a:pt x="257" y="214"/>
                    <a:pt x="280" y="214"/>
                  </a:cubicBezTo>
                  <a:cubicBezTo>
                    <a:pt x="331" y="214"/>
                    <a:pt x="376" y="160"/>
                    <a:pt x="338" y="107"/>
                  </a:cubicBezTo>
                  <a:cubicBezTo>
                    <a:pt x="292" y="38"/>
                    <a:pt x="221" y="1"/>
                    <a:pt x="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40"/>
            <p:cNvSpPr/>
            <p:nvPr/>
          </p:nvSpPr>
          <p:spPr>
            <a:xfrm>
              <a:off x="6171456" y="969973"/>
              <a:ext cx="77132" cy="98042"/>
            </a:xfrm>
            <a:custGeom>
              <a:avLst/>
              <a:gdLst/>
              <a:ahLst/>
              <a:cxnLst/>
              <a:rect l="l" t="t" r="r" b="b"/>
              <a:pathLst>
                <a:path w="653" h="830" extrusionOk="0">
                  <a:moveTo>
                    <a:pt x="488" y="1"/>
                  </a:moveTo>
                  <a:cubicBezTo>
                    <a:pt x="370" y="1"/>
                    <a:pt x="241" y="98"/>
                    <a:pt x="180" y="189"/>
                  </a:cubicBezTo>
                  <a:cubicBezTo>
                    <a:pt x="57" y="358"/>
                    <a:pt x="0" y="560"/>
                    <a:pt x="0" y="762"/>
                  </a:cubicBezTo>
                  <a:cubicBezTo>
                    <a:pt x="0" y="796"/>
                    <a:pt x="34" y="830"/>
                    <a:pt x="79" y="830"/>
                  </a:cubicBezTo>
                  <a:cubicBezTo>
                    <a:pt x="113" y="830"/>
                    <a:pt x="146" y="796"/>
                    <a:pt x="146" y="762"/>
                  </a:cubicBezTo>
                  <a:cubicBezTo>
                    <a:pt x="146" y="605"/>
                    <a:pt x="180" y="448"/>
                    <a:pt x="259" y="313"/>
                  </a:cubicBezTo>
                  <a:cubicBezTo>
                    <a:pt x="293" y="257"/>
                    <a:pt x="338" y="212"/>
                    <a:pt x="394" y="178"/>
                  </a:cubicBezTo>
                  <a:cubicBezTo>
                    <a:pt x="428" y="155"/>
                    <a:pt x="450" y="144"/>
                    <a:pt x="484" y="144"/>
                  </a:cubicBezTo>
                  <a:lnTo>
                    <a:pt x="529" y="144"/>
                  </a:lnTo>
                  <a:cubicBezTo>
                    <a:pt x="536" y="166"/>
                    <a:pt x="557" y="178"/>
                    <a:pt x="581" y="178"/>
                  </a:cubicBezTo>
                  <a:cubicBezTo>
                    <a:pt x="593" y="178"/>
                    <a:pt x="607" y="175"/>
                    <a:pt x="619" y="167"/>
                  </a:cubicBezTo>
                  <a:cubicBezTo>
                    <a:pt x="652" y="144"/>
                    <a:pt x="652" y="110"/>
                    <a:pt x="641" y="77"/>
                  </a:cubicBezTo>
                  <a:cubicBezTo>
                    <a:pt x="598" y="22"/>
                    <a:pt x="544" y="1"/>
                    <a:pt x="4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40"/>
            <p:cNvSpPr/>
            <p:nvPr/>
          </p:nvSpPr>
          <p:spPr>
            <a:xfrm>
              <a:off x="6508809" y="1003047"/>
              <a:ext cx="74416" cy="136904"/>
            </a:xfrm>
            <a:custGeom>
              <a:avLst/>
              <a:gdLst/>
              <a:ahLst/>
              <a:cxnLst/>
              <a:rect l="l" t="t" r="r" b="b"/>
              <a:pathLst>
                <a:path w="630" h="1159" extrusionOk="0">
                  <a:moveTo>
                    <a:pt x="100" y="1"/>
                  </a:moveTo>
                  <a:cubicBezTo>
                    <a:pt x="39" y="1"/>
                    <a:pt x="1" y="94"/>
                    <a:pt x="67" y="123"/>
                  </a:cubicBezTo>
                  <a:cubicBezTo>
                    <a:pt x="416" y="291"/>
                    <a:pt x="562" y="707"/>
                    <a:pt x="393" y="1056"/>
                  </a:cubicBezTo>
                  <a:cubicBezTo>
                    <a:pt x="370" y="1110"/>
                    <a:pt x="416" y="1158"/>
                    <a:pt x="461" y="1158"/>
                  </a:cubicBezTo>
                  <a:cubicBezTo>
                    <a:pt x="482" y="1158"/>
                    <a:pt x="503" y="1148"/>
                    <a:pt x="517" y="1123"/>
                  </a:cubicBezTo>
                  <a:cubicBezTo>
                    <a:pt x="618" y="921"/>
                    <a:pt x="629" y="674"/>
                    <a:pt x="551" y="460"/>
                  </a:cubicBezTo>
                  <a:cubicBezTo>
                    <a:pt x="472" y="258"/>
                    <a:pt x="326" y="100"/>
                    <a:pt x="135" y="10"/>
                  </a:cubicBezTo>
                  <a:cubicBezTo>
                    <a:pt x="123" y="4"/>
                    <a:pt x="111" y="1"/>
                    <a:pt x="1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40"/>
            <p:cNvSpPr/>
            <p:nvPr/>
          </p:nvSpPr>
          <p:spPr>
            <a:xfrm>
              <a:off x="5997582" y="1091992"/>
              <a:ext cx="63785" cy="54454"/>
            </a:xfrm>
            <a:custGeom>
              <a:avLst/>
              <a:gdLst/>
              <a:ahLst/>
              <a:cxnLst/>
              <a:rect l="l" t="t" r="r" b="b"/>
              <a:pathLst>
                <a:path w="540" h="461" extrusionOk="0">
                  <a:moveTo>
                    <a:pt x="395" y="1"/>
                  </a:moveTo>
                  <a:cubicBezTo>
                    <a:pt x="183" y="1"/>
                    <a:pt x="1" y="175"/>
                    <a:pt x="11" y="393"/>
                  </a:cubicBezTo>
                  <a:cubicBezTo>
                    <a:pt x="11" y="438"/>
                    <a:pt x="45" y="460"/>
                    <a:pt x="78" y="460"/>
                  </a:cubicBezTo>
                  <a:cubicBezTo>
                    <a:pt x="112" y="460"/>
                    <a:pt x="146" y="438"/>
                    <a:pt x="146" y="393"/>
                  </a:cubicBezTo>
                  <a:cubicBezTo>
                    <a:pt x="146" y="382"/>
                    <a:pt x="146" y="370"/>
                    <a:pt x="146" y="359"/>
                  </a:cubicBezTo>
                  <a:lnTo>
                    <a:pt x="146" y="337"/>
                  </a:lnTo>
                  <a:lnTo>
                    <a:pt x="157" y="303"/>
                  </a:lnTo>
                  <a:cubicBezTo>
                    <a:pt x="157" y="303"/>
                    <a:pt x="157" y="303"/>
                    <a:pt x="157" y="292"/>
                  </a:cubicBezTo>
                  <a:cubicBezTo>
                    <a:pt x="157" y="280"/>
                    <a:pt x="168" y="280"/>
                    <a:pt x="168" y="269"/>
                  </a:cubicBezTo>
                  <a:lnTo>
                    <a:pt x="179" y="258"/>
                  </a:lnTo>
                  <a:lnTo>
                    <a:pt x="179" y="247"/>
                  </a:lnTo>
                  <a:cubicBezTo>
                    <a:pt x="191" y="224"/>
                    <a:pt x="213" y="213"/>
                    <a:pt x="224" y="202"/>
                  </a:cubicBezTo>
                  <a:lnTo>
                    <a:pt x="236" y="190"/>
                  </a:lnTo>
                  <a:lnTo>
                    <a:pt x="269" y="168"/>
                  </a:lnTo>
                  <a:lnTo>
                    <a:pt x="292" y="168"/>
                  </a:lnTo>
                  <a:cubicBezTo>
                    <a:pt x="303" y="168"/>
                    <a:pt x="314" y="157"/>
                    <a:pt x="326" y="157"/>
                  </a:cubicBezTo>
                  <a:lnTo>
                    <a:pt x="427" y="157"/>
                  </a:lnTo>
                  <a:cubicBezTo>
                    <a:pt x="433" y="159"/>
                    <a:pt x="439" y="160"/>
                    <a:pt x="445" y="160"/>
                  </a:cubicBezTo>
                  <a:cubicBezTo>
                    <a:pt x="475" y="160"/>
                    <a:pt x="507" y="139"/>
                    <a:pt x="517" y="112"/>
                  </a:cubicBezTo>
                  <a:cubicBezTo>
                    <a:pt x="539" y="78"/>
                    <a:pt x="517" y="22"/>
                    <a:pt x="483" y="11"/>
                  </a:cubicBezTo>
                  <a:cubicBezTo>
                    <a:pt x="454" y="4"/>
                    <a:pt x="424" y="1"/>
                    <a:pt x="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40"/>
            <p:cNvSpPr/>
            <p:nvPr/>
          </p:nvSpPr>
          <p:spPr>
            <a:xfrm>
              <a:off x="6381238" y="947648"/>
              <a:ext cx="91779" cy="39571"/>
            </a:xfrm>
            <a:custGeom>
              <a:avLst/>
              <a:gdLst/>
              <a:ahLst/>
              <a:cxnLst/>
              <a:rect l="l" t="t" r="r" b="b"/>
              <a:pathLst>
                <a:path w="777" h="335" extrusionOk="0">
                  <a:moveTo>
                    <a:pt x="422" y="0"/>
                  </a:moveTo>
                  <a:cubicBezTo>
                    <a:pt x="267" y="0"/>
                    <a:pt x="111" y="81"/>
                    <a:pt x="23" y="232"/>
                  </a:cubicBezTo>
                  <a:cubicBezTo>
                    <a:pt x="0" y="286"/>
                    <a:pt x="45" y="334"/>
                    <a:pt x="91" y="334"/>
                  </a:cubicBezTo>
                  <a:cubicBezTo>
                    <a:pt x="112" y="334"/>
                    <a:pt x="133" y="324"/>
                    <a:pt x="147" y="299"/>
                  </a:cubicBezTo>
                  <a:cubicBezTo>
                    <a:pt x="203" y="194"/>
                    <a:pt x="310" y="136"/>
                    <a:pt x="418" y="136"/>
                  </a:cubicBezTo>
                  <a:cubicBezTo>
                    <a:pt x="505" y="136"/>
                    <a:pt x="592" y="174"/>
                    <a:pt x="653" y="254"/>
                  </a:cubicBezTo>
                  <a:cubicBezTo>
                    <a:pt x="670" y="266"/>
                    <a:pt x="689" y="271"/>
                    <a:pt x="707" y="271"/>
                  </a:cubicBezTo>
                  <a:cubicBezTo>
                    <a:pt x="726" y="271"/>
                    <a:pt x="743" y="266"/>
                    <a:pt x="754" y="254"/>
                  </a:cubicBezTo>
                  <a:cubicBezTo>
                    <a:pt x="776" y="221"/>
                    <a:pt x="776" y="176"/>
                    <a:pt x="754" y="153"/>
                  </a:cubicBezTo>
                  <a:cubicBezTo>
                    <a:pt x="665" y="50"/>
                    <a:pt x="544" y="0"/>
                    <a:pt x="4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2" name="Google Shape;2042;p41"/>
          <p:cNvSpPr/>
          <p:nvPr/>
        </p:nvSpPr>
        <p:spPr>
          <a:xfrm rot="10800000" flipH="1">
            <a:off x="-2575" y="-6425"/>
            <a:ext cx="9146700" cy="5149800"/>
          </a:xfrm>
          <a:prstGeom prst="rect">
            <a:avLst/>
          </a:prstGeom>
          <a:gradFill>
            <a:gsLst>
              <a:gs pos="0">
                <a:srgbClr val="FFF7CB">
                  <a:alpha val="52156"/>
                </a:srgbClr>
              </a:gs>
              <a:gs pos="58000">
                <a:srgbClr val="CCEBEF">
                  <a:alpha val="55294"/>
                </a:srgbClr>
              </a:gs>
              <a:gs pos="100000">
                <a:srgbClr val="599FA8">
                  <a:alpha val="70196"/>
                </a:srgbClr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43" name="Google Shape;2043;p41"/>
          <p:cNvGrpSpPr/>
          <p:nvPr/>
        </p:nvGrpSpPr>
        <p:grpSpPr>
          <a:xfrm>
            <a:off x="8686613" y="2226601"/>
            <a:ext cx="168361" cy="263393"/>
            <a:chOff x="541375" y="1934701"/>
            <a:chExt cx="168361" cy="263393"/>
          </a:xfrm>
        </p:grpSpPr>
        <p:sp>
          <p:nvSpPr>
            <p:cNvPr id="2044" name="Google Shape;2044;p41"/>
            <p:cNvSpPr/>
            <p:nvPr/>
          </p:nvSpPr>
          <p:spPr>
            <a:xfrm>
              <a:off x="541375" y="1934701"/>
              <a:ext cx="168361" cy="263393"/>
            </a:xfrm>
            <a:custGeom>
              <a:avLst/>
              <a:gdLst/>
              <a:ahLst/>
              <a:cxnLst/>
              <a:rect l="l" t="t" r="r" b="b"/>
              <a:pathLst>
                <a:path w="1024" h="1602" extrusionOk="0">
                  <a:moveTo>
                    <a:pt x="608" y="0"/>
                  </a:moveTo>
                  <a:cubicBezTo>
                    <a:pt x="608" y="0"/>
                    <a:pt x="1" y="697"/>
                    <a:pt x="237" y="1270"/>
                  </a:cubicBezTo>
                  <a:cubicBezTo>
                    <a:pt x="332" y="1502"/>
                    <a:pt x="473" y="1602"/>
                    <a:pt x="609" y="1602"/>
                  </a:cubicBezTo>
                  <a:cubicBezTo>
                    <a:pt x="808" y="1602"/>
                    <a:pt x="995" y="1385"/>
                    <a:pt x="1001" y="1057"/>
                  </a:cubicBezTo>
                  <a:cubicBezTo>
                    <a:pt x="1024" y="506"/>
                    <a:pt x="608" y="0"/>
                    <a:pt x="6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41"/>
            <p:cNvSpPr/>
            <p:nvPr/>
          </p:nvSpPr>
          <p:spPr>
            <a:xfrm>
              <a:off x="607963" y="2015922"/>
              <a:ext cx="40775" cy="105554"/>
            </a:xfrm>
            <a:custGeom>
              <a:avLst/>
              <a:gdLst/>
              <a:ahLst/>
              <a:cxnLst/>
              <a:rect l="l" t="t" r="r" b="b"/>
              <a:pathLst>
                <a:path w="248" h="642" extrusionOk="0">
                  <a:moveTo>
                    <a:pt x="165" y="0"/>
                  </a:moveTo>
                  <a:cubicBezTo>
                    <a:pt x="141" y="0"/>
                    <a:pt x="120" y="13"/>
                    <a:pt x="113" y="34"/>
                  </a:cubicBezTo>
                  <a:cubicBezTo>
                    <a:pt x="23" y="203"/>
                    <a:pt x="0" y="405"/>
                    <a:pt x="45" y="597"/>
                  </a:cubicBezTo>
                  <a:cubicBezTo>
                    <a:pt x="59" y="628"/>
                    <a:pt x="85" y="641"/>
                    <a:pt x="110" y="641"/>
                  </a:cubicBezTo>
                  <a:cubicBezTo>
                    <a:pt x="149" y="641"/>
                    <a:pt x="187" y="610"/>
                    <a:pt x="180" y="563"/>
                  </a:cubicBezTo>
                  <a:cubicBezTo>
                    <a:pt x="135" y="405"/>
                    <a:pt x="158" y="248"/>
                    <a:pt x="225" y="102"/>
                  </a:cubicBezTo>
                  <a:cubicBezTo>
                    <a:pt x="248" y="68"/>
                    <a:pt x="237" y="23"/>
                    <a:pt x="203" y="12"/>
                  </a:cubicBezTo>
                  <a:cubicBezTo>
                    <a:pt x="191" y="4"/>
                    <a:pt x="178" y="0"/>
                    <a:pt x="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46" name="Google Shape;2046;p41"/>
          <p:cNvGrpSpPr/>
          <p:nvPr/>
        </p:nvGrpSpPr>
        <p:grpSpPr>
          <a:xfrm>
            <a:off x="4838500" y="5003001"/>
            <a:ext cx="168361" cy="263393"/>
            <a:chOff x="541375" y="1934701"/>
            <a:chExt cx="168361" cy="263393"/>
          </a:xfrm>
        </p:grpSpPr>
        <p:sp>
          <p:nvSpPr>
            <p:cNvPr id="2047" name="Google Shape;2047;p41"/>
            <p:cNvSpPr/>
            <p:nvPr/>
          </p:nvSpPr>
          <p:spPr>
            <a:xfrm>
              <a:off x="541375" y="1934701"/>
              <a:ext cx="168361" cy="263393"/>
            </a:xfrm>
            <a:custGeom>
              <a:avLst/>
              <a:gdLst/>
              <a:ahLst/>
              <a:cxnLst/>
              <a:rect l="l" t="t" r="r" b="b"/>
              <a:pathLst>
                <a:path w="1024" h="1602" extrusionOk="0">
                  <a:moveTo>
                    <a:pt x="608" y="0"/>
                  </a:moveTo>
                  <a:cubicBezTo>
                    <a:pt x="608" y="0"/>
                    <a:pt x="1" y="697"/>
                    <a:pt x="237" y="1270"/>
                  </a:cubicBezTo>
                  <a:cubicBezTo>
                    <a:pt x="332" y="1502"/>
                    <a:pt x="473" y="1602"/>
                    <a:pt x="609" y="1602"/>
                  </a:cubicBezTo>
                  <a:cubicBezTo>
                    <a:pt x="808" y="1602"/>
                    <a:pt x="995" y="1385"/>
                    <a:pt x="1001" y="1057"/>
                  </a:cubicBezTo>
                  <a:cubicBezTo>
                    <a:pt x="1024" y="506"/>
                    <a:pt x="608" y="0"/>
                    <a:pt x="6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41"/>
            <p:cNvSpPr/>
            <p:nvPr/>
          </p:nvSpPr>
          <p:spPr>
            <a:xfrm>
              <a:off x="607963" y="2015922"/>
              <a:ext cx="40775" cy="105554"/>
            </a:xfrm>
            <a:custGeom>
              <a:avLst/>
              <a:gdLst/>
              <a:ahLst/>
              <a:cxnLst/>
              <a:rect l="l" t="t" r="r" b="b"/>
              <a:pathLst>
                <a:path w="248" h="642" extrusionOk="0">
                  <a:moveTo>
                    <a:pt x="165" y="0"/>
                  </a:moveTo>
                  <a:cubicBezTo>
                    <a:pt x="141" y="0"/>
                    <a:pt x="120" y="13"/>
                    <a:pt x="113" y="34"/>
                  </a:cubicBezTo>
                  <a:cubicBezTo>
                    <a:pt x="23" y="203"/>
                    <a:pt x="0" y="405"/>
                    <a:pt x="45" y="597"/>
                  </a:cubicBezTo>
                  <a:cubicBezTo>
                    <a:pt x="59" y="628"/>
                    <a:pt x="85" y="641"/>
                    <a:pt x="110" y="641"/>
                  </a:cubicBezTo>
                  <a:cubicBezTo>
                    <a:pt x="149" y="641"/>
                    <a:pt x="187" y="610"/>
                    <a:pt x="180" y="563"/>
                  </a:cubicBezTo>
                  <a:cubicBezTo>
                    <a:pt x="135" y="405"/>
                    <a:pt x="158" y="248"/>
                    <a:pt x="225" y="102"/>
                  </a:cubicBezTo>
                  <a:cubicBezTo>
                    <a:pt x="248" y="68"/>
                    <a:pt x="237" y="23"/>
                    <a:pt x="203" y="12"/>
                  </a:cubicBezTo>
                  <a:cubicBezTo>
                    <a:pt x="191" y="4"/>
                    <a:pt x="178" y="0"/>
                    <a:pt x="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49" name="Google Shape;2049;p41"/>
          <p:cNvGrpSpPr/>
          <p:nvPr/>
        </p:nvGrpSpPr>
        <p:grpSpPr>
          <a:xfrm>
            <a:off x="1070413" y="4740200"/>
            <a:ext cx="168361" cy="261749"/>
            <a:chOff x="1877913" y="1847725"/>
            <a:chExt cx="168361" cy="261749"/>
          </a:xfrm>
        </p:grpSpPr>
        <p:sp>
          <p:nvSpPr>
            <p:cNvPr id="2050" name="Google Shape;2050;p41"/>
            <p:cNvSpPr/>
            <p:nvPr/>
          </p:nvSpPr>
          <p:spPr>
            <a:xfrm>
              <a:off x="1877913" y="1847725"/>
              <a:ext cx="168361" cy="261749"/>
            </a:xfrm>
            <a:custGeom>
              <a:avLst/>
              <a:gdLst/>
              <a:ahLst/>
              <a:cxnLst/>
              <a:rect l="l" t="t" r="r" b="b"/>
              <a:pathLst>
                <a:path w="1024" h="1592" extrusionOk="0">
                  <a:moveTo>
                    <a:pt x="607" y="1"/>
                  </a:moveTo>
                  <a:cubicBezTo>
                    <a:pt x="607" y="1"/>
                    <a:pt x="0" y="698"/>
                    <a:pt x="236" y="1260"/>
                  </a:cubicBezTo>
                  <a:cubicBezTo>
                    <a:pt x="332" y="1492"/>
                    <a:pt x="473" y="1591"/>
                    <a:pt x="609" y="1591"/>
                  </a:cubicBezTo>
                  <a:cubicBezTo>
                    <a:pt x="809" y="1591"/>
                    <a:pt x="998" y="1375"/>
                    <a:pt x="1012" y="1046"/>
                  </a:cubicBezTo>
                  <a:cubicBezTo>
                    <a:pt x="1023" y="495"/>
                    <a:pt x="607" y="1"/>
                    <a:pt x="6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41"/>
            <p:cNvSpPr/>
            <p:nvPr/>
          </p:nvSpPr>
          <p:spPr>
            <a:xfrm>
              <a:off x="1925922" y="1932728"/>
              <a:ext cx="48174" cy="106048"/>
            </a:xfrm>
            <a:custGeom>
              <a:avLst/>
              <a:gdLst/>
              <a:ahLst/>
              <a:cxnLst/>
              <a:rect l="l" t="t" r="r" b="b"/>
              <a:pathLst>
                <a:path w="293" h="645" extrusionOk="0">
                  <a:moveTo>
                    <a:pt x="210" y="0"/>
                  </a:moveTo>
                  <a:cubicBezTo>
                    <a:pt x="186" y="0"/>
                    <a:pt x="165" y="13"/>
                    <a:pt x="158" y="35"/>
                  </a:cubicBezTo>
                  <a:cubicBezTo>
                    <a:pt x="34" y="192"/>
                    <a:pt x="0" y="406"/>
                    <a:pt x="57" y="597"/>
                  </a:cubicBezTo>
                  <a:cubicBezTo>
                    <a:pt x="66" y="624"/>
                    <a:pt x="98" y="645"/>
                    <a:pt x="128" y="645"/>
                  </a:cubicBezTo>
                  <a:cubicBezTo>
                    <a:pt x="134" y="645"/>
                    <a:pt x="141" y="644"/>
                    <a:pt x="146" y="642"/>
                  </a:cubicBezTo>
                  <a:cubicBezTo>
                    <a:pt x="180" y="630"/>
                    <a:pt x="203" y="597"/>
                    <a:pt x="191" y="563"/>
                  </a:cubicBezTo>
                  <a:cubicBezTo>
                    <a:pt x="146" y="406"/>
                    <a:pt x="169" y="237"/>
                    <a:pt x="270" y="102"/>
                  </a:cubicBezTo>
                  <a:cubicBezTo>
                    <a:pt x="293" y="68"/>
                    <a:pt x="281" y="35"/>
                    <a:pt x="248" y="12"/>
                  </a:cubicBezTo>
                  <a:cubicBezTo>
                    <a:pt x="236" y="4"/>
                    <a:pt x="222" y="0"/>
                    <a:pt x="2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52" name="Google Shape;2052;p41"/>
          <p:cNvSpPr/>
          <p:nvPr/>
        </p:nvSpPr>
        <p:spPr>
          <a:xfrm flipH="1">
            <a:off x="5204566" y="132332"/>
            <a:ext cx="67575" cy="71217"/>
          </a:xfrm>
          <a:custGeom>
            <a:avLst/>
            <a:gdLst/>
            <a:ahLst/>
            <a:cxnLst/>
            <a:rect l="l" t="t" r="r" b="b"/>
            <a:pathLst>
              <a:path w="631" h="665" extrusionOk="0">
                <a:moveTo>
                  <a:pt x="394" y="1"/>
                </a:moveTo>
                <a:lnTo>
                  <a:pt x="237" y="169"/>
                </a:lnTo>
                <a:lnTo>
                  <a:pt x="1" y="124"/>
                </a:lnTo>
                <a:lnTo>
                  <a:pt x="1" y="124"/>
                </a:lnTo>
                <a:lnTo>
                  <a:pt x="113" y="327"/>
                </a:lnTo>
                <a:lnTo>
                  <a:pt x="1" y="540"/>
                </a:lnTo>
                <a:lnTo>
                  <a:pt x="1" y="540"/>
                </a:lnTo>
                <a:lnTo>
                  <a:pt x="237" y="495"/>
                </a:lnTo>
                <a:lnTo>
                  <a:pt x="394" y="664"/>
                </a:lnTo>
                <a:lnTo>
                  <a:pt x="428" y="439"/>
                </a:lnTo>
                <a:lnTo>
                  <a:pt x="630" y="327"/>
                </a:lnTo>
                <a:lnTo>
                  <a:pt x="428" y="226"/>
                </a:lnTo>
                <a:lnTo>
                  <a:pt x="39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3" name="Google Shape;2053;p41"/>
          <p:cNvSpPr/>
          <p:nvPr/>
        </p:nvSpPr>
        <p:spPr>
          <a:xfrm flipH="1">
            <a:off x="3135234" y="123921"/>
            <a:ext cx="84389" cy="88030"/>
          </a:xfrm>
          <a:custGeom>
            <a:avLst/>
            <a:gdLst/>
            <a:ahLst/>
            <a:cxnLst/>
            <a:rect l="l" t="t" r="r" b="b"/>
            <a:pathLst>
              <a:path w="788" h="822" extrusionOk="0">
                <a:moveTo>
                  <a:pt x="281" y="1"/>
                </a:moveTo>
                <a:lnTo>
                  <a:pt x="247" y="282"/>
                </a:lnTo>
                <a:lnTo>
                  <a:pt x="0" y="428"/>
                </a:lnTo>
                <a:lnTo>
                  <a:pt x="259" y="540"/>
                </a:lnTo>
                <a:lnTo>
                  <a:pt x="304" y="821"/>
                </a:lnTo>
                <a:lnTo>
                  <a:pt x="506" y="608"/>
                </a:lnTo>
                <a:lnTo>
                  <a:pt x="787" y="653"/>
                </a:lnTo>
                <a:lnTo>
                  <a:pt x="641" y="405"/>
                </a:lnTo>
                <a:lnTo>
                  <a:pt x="765" y="147"/>
                </a:lnTo>
                <a:lnTo>
                  <a:pt x="483" y="203"/>
                </a:lnTo>
                <a:lnTo>
                  <a:pt x="2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4" name="Google Shape;2054;p41"/>
          <p:cNvSpPr/>
          <p:nvPr/>
        </p:nvSpPr>
        <p:spPr>
          <a:xfrm flipH="1">
            <a:off x="358242" y="2725288"/>
            <a:ext cx="132473" cy="134937"/>
          </a:xfrm>
          <a:custGeom>
            <a:avLst/>
            <a:gdLst/>
            <a:ahLst/>
            <a:cxnLst/>
            <a:rect l="l" t="t" r="r" b="b"/>
            <a:pathLst>
              <a:path w="1237" h="1260" extrusionOk="0">
                <a:moveTo>
                  <a:pt x="540" y="0"/>
                </a:moveTo>
                <a:lnTo>
                  <a:pt x="416" y="428"/>
                </a:lnTo>
                <a:lnTo>
                  <a:pt x="0" y="574"/>
                </a:lnTo>
                <a:lnTo>
                  <a:pt x="371" y="810"/>
                </a:lnTo>
                <a:lnTo>
                  <a:pt x="371" y="1260"/>
                </a:lnTo>
                <a:lnTo>
                  <a:pt x="720" y="978"/>
                </a:lnTo>
                <a:lnTo>
                  <a:pt x="1147" y="1113"/>
                </a:lnTo>
                <a:lnTo>
                  <a:pt x="1147" y="1113"/>
                </a:lnTo>
                <a:lnTo>
                  <a:pt x="990" y="697"/>
                </a:lnTo>
                <a:lnTo>
                  <a:pt x="1237" y="338"/>
                </a:lnTo>
                <a:lnTo>
                  <a:pt x="1237" y="338"/>
                </a:lnTo>
                <a:lnTo>
                  <a:pt x="799" y="360"/>
                </a:lnTo>
                <a:lnTo>
                  <a:pt x="54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5" name="Google Shape;2055;p41"/>
          <p:cNvSpPr/>
          <p:nvPr/>
        </p:nvSpPr>
        <p:spPr>
          <a:xfrm flipH="1">
            <a:off x="8736477" y="3831944"/>
            <a:ext cx="68646" cy="71109"/>
          </a:xfrm>
          <a:custGeom>
            <a:avLst/>
            <a:gdLst/>
            <a:ahLst/>
            <a:cxnLst/>
            <a:rect l="l" t="t" r="r" b="b"/>
            <a:pathLst>
              <a:path w="641" h="664" extrusionOk="0">
                <a:moveTo>
                  <a:pt x="225" y="1"/>
                </a:moveTo>
                <a:lnTo>
                  <a:pt x="202" y="225"/>
                </a:lnTo>
                <a:lnTo>
                  <a:pt x="0" y="338"/>
                </a:lnTo>
                <a:lnTo>
                  <a:pt x="214" y="439"/>
                </a:lnTo>
                <a:lnTo>
                  <a:pt x="259" y="664"/>
                </a:lnTo>
                <a:lnTo>
                  <a:pt x="416" y="484"/>
                </a:lnTo>
                <a:lnTo>
                  <a:pt x="641" y="518"/>
                </a:lnTo>
                <a:lnTo>
                  <a:pt x="529" y="315"/>
                </a:lnTo>
                <a:lnTo>
                  <a:pt x="630" y="102"/>
                </a:lnTo>
                <a:lnTo>
                  <a:pt x="394" y="158"/>
                </a:lnTo>
                <a:lnTo>
                  <a:pt x="22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6" name="Google Shape;2056;p41"/>
          <p:cNvSpPr/>
          <p:nvPr/>
        </p:nvSpPr>
        <p:spPr>
          <a:xfrm flipH="1">
            <a:off x="2127109" y="4851188"/>
            <a:ext cx="39838" cy="39731"/>
          </a:xfrm>
          <a:custGeom>
            <a:avLst/>
            <a:gdLst/>
            <a:ahLst/>
            <a:cxnLst/>
            <a:rect l="l" t="t" r="r" b="b"/>
            <a:pathLst>
              <a:path w="372" h="371" extrusionOk="0">
                <a:moveTo>
                  <a:pt x="158" y="0"/>
                </a:moveTo>
                <a:lnTo>
                  <a:pt x="124" y="124"/>
                </a:lnTo>
                <a:lnTo>
                  <a:pt x="0" y="169"/>
                </a:lnTo>
                <a:lnTo>
                  <a:pt x="101" y="247"/>
                </a:lnTo>
                <a:lnTo>
                  <a:pt x="101" y="371"/>
                </a:lnTo>
                <a:lnTo>
                  <a:pt x="203" y="292"/>
                </a:lnTo>
                <a:lnTo>
                  <a:pt x="338" y="337"/>
                </a:lnTo>
                <a:lnTo>
                  <a:pt x="293" y="214"/>
                </a:lnTo>
                <a:lnTo>
                  <a:pt x="371" y="112"/>
                </a:lnTo>
                <a:lnTo>
                  <a:pt x="236" y="112"/>
                </a:lnTo>
                <a:lnTo>
                  <a:pt x="158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57" name="Google Shape;2057;p41"/>
          <p:cNvGrpSpPr/>
          <p:nvPr/>
        </p:nvGrpSpPr>
        <p:grpSpPr>
          <a:xfrm>
            <a:off x="-1547325" y="4438800"/>
            <a:ext cx="2533396" cy="1146012"/>
            <a:chOff x="5935450" y="921661"/>
            <a:chExt cx="739786" cy="334641"/>
          </a:xfrm>
        </p:grpSpPr>
        <p:sp>
          <p:nvSpPr>
            <p:cNvPr id="2058" name="Google Shape;2058;p41"/>
            <p:cNvSpPr/>
            <p:nvPr/>
          </p:nvSpPr>
          <p:spPr>
            <a:xfrm>
              <a:off x="5935450" y="921661"/>
              <a:ext cx="739786" cy="334641"/>
            </a:xfrm>
            <a:custGeom>
              <a:avLst/>
              <a:gdLst/>
              <a:ahLst/>
              <a:cxnLst/>
              <a:rect l="l" t="t" r="r" b="b"/>
              <a:pathLst>
                <a:path w="6263" h="2833" extrusionOk="0">
                  <a:moveTo>
                    <a:pt x="2871" y="1"/>
                  </a:moveTo>
                  <a:cubicBezTo>
                    <a:pt x="2673" y="1"/>
                    <a:pt x="2473" y="50"/>
                    <a:pt x="2291" y="148"/>
                  </a:cubicBezTo>
                  <a:cubicBezTo>
                    <a:pt x="1571" y="519"/>
                    <a:pt x="1717" y="1160"/>
                    <a:pt x="1717" y="1160"/>
                  </a:cubicBezTo>
                  <a:cubicBezTo>
                    <a:pt x="1717" y="1160"/>
                    <a:pt x="1364" y="1022"/>
                    <a:pt x="996" y="1022"/>
                  </a:cubicBezTo>
                  <a:cubicBezTo>
                    <a:pt x="675" y="1022"/>
                    <a:pt x="342" y="1127"/>
                    <a:pt x="222" y="1520"/>
                  </a:cubicBezTo>
                  <a:cubicBezTo>
                    <a:pt x="0" y="2243"/>
                    <a:pt x="581" y="2594"/>
                    <a:pt x="1290" y="2594"/>
                  </a:cubicBezTo>
                  <a:cubicBezTo>
                    <a:pt x="1407" y="2594"/>
                    <a:pt x="1528" y="2585"/>
                    <a:pt x="1650" y="2566"/>
                  </a:cubicBezTo>
                  <a:cubicBezTo>
                    <a:pt x="1650" y="2566"/>
                    <a:pt x="2679" y="2833"/>
                    <a:pt x="3721" y="2833"/>
                  </a:cubicBezTo>
                  <a:cubicBezTo>
                    <a:pt x="4603" y="2833"/>
                    <a:pt x="5492" y="2642"/>
                    <a:pt x="5776" y="1936"/>
                  </a:cubicBezTo>
                  <a:cubicBezTo>
                    <a:pt x="6262" y="754"/>
                    <a:pt x="5178" y="50"/>
                    <a:pt x="4281" y="50"/>
                  </a:cubicBezTo>
                  <a:cubicBezTo>
                    <a:pt x="4018" y="50"/>
                    <a:pt x="3770" y="111"/>
                    <a:pt x="3583" y="238"/>
                  </a:cubicBezTo>
                  <a:cubicBezTo>
                    <a:pt x="3375" y="81"/>
                    <a:pt x="3125" y="1"/>
                    <a:pt x="2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41"/>
            <p:cNvSpPr/>
            <p:nvPr/>
          </p:nvSpPr>
          <p:spPr>
            <a:xfrm>
              <a:off x="6282962" y="966429"/>
              <a:ext cx="44531" cy="25396"/>
            </a:xfrm>
            <a:custGeom>
              <a:avLst/>
              <a:gdLst/>
              <a:ahLst/>
              <a:cxnLst/>
              <a:rect l="l" t="t" r="r" b="b"/>
              <a:pathLst>
                <a:path w="377" h="215" extrusionOk="0">
                  <a:moveTo>
                    <a:pt x="149" y="1"/>
                  </a:moveTo>
                  <a:cubicBezTo>
                    <a:pt x="114" y="1"/>
                    <a:pt x="79" y="10"/>
                    <a:pt x="46" y="28"/>
                  </a:cubicBezTo>
                  <a:cubicBezTo>
                    <a:pt x="12" y="50"/>
                    <a:pt x="1" y="95"/>
                    <a:pt x="23" y="129"/>
                  </a:cubicBezTo>
                  <a:cubicBezTo>
                    <a:pt x="40" y="146"/>
                    <a:pt x="62" y="156"/>
                    <a:pt x="86" y="156"/>
                  </a:cubicBezTo>
                  <a:cubicBezTo>
                    <a:pt x="95" y="156"/>
                    <a:pt x="104" y="155"/>
                    <a:pt x="113" y="152"/>
                  </a:cubicBezTo>
                  <a:lnTo>
                    <a:pt x="181" y="152"/>
                  </a:lnTo>
                  <a:lnTo>
                    <a:pt x="203" y="163"/>
                  </a:lnTo>
                  <a:lnTo>
                    <a:pt x="214" y="174"/>
                  </a:lnTo>
                  <a:cubicBezTo>
                    <a:pt x="232" y="203"/>
                    <a:pt x="257" y="214"/>
                    <a:pt x="280" y="214"/>
                  </a:cubicBezTo>
                  <a:cubicBezTo>
                    <a:pt x="331" y="214"/>
                    <a:pt x="376" y="160"/>
                    <a:pt x="338" y="107"/>
                  </a:cubicBezTo>
                  <a:cubicBezTo>
                    <a:pt x="292" y="38"/>
                    <a:pt x="221" y="1"/>
                    <a:pt x="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41"/>
            <p:cNvSpPr/>
            <p:nvPr/>
          </p:nvSpPr>
          <p:spPr>
            <a:xfrm>
              <a:off x="6171456" y="969973"/>
              <a:ext cx="77132" cy="98042"/>
            </a:xfrm>
            <a:custGeom>
              <a:avLst/>
              <a:gdLst/>
              <a:ahLst/>
              <a:cxnLst/>
              <a:rect l="l" t="t" r="r" b="b"/>
              <a:pathLst>
                <a:path w="653" h="830" extrusionOk="0">
                  <a:moveTo>
                    <a:pt x="488" y="1"/>
                  </a:moveTo>
                  <a:cubicBezTo>
                    <a:pt x="370" y="1"/>
                    <a:pt x="241" y="98"/>
                    <a:pt x="180" y="189"/>
                  </a:cubicBezTo>
                  <a:cubicBezTo>
                    <a:pt x="57" y="358"/>
                    <a:pt x="0" y="560"/>
                    <a:pt x="0" y="762"/>
                  </a:cubicBezTo>
                  <a:cubicBezTo>
                    <a:pt x="0" y="796"/>
                    <a:pt x="34" y="830"/>
                    <a:pt x="79" y="830"/>
                  </a:cubicBezTo>
                  <a:cubicBezTo>
                    <a:pt x="113" y="830"/>
                    <a:pt x="146" y="796"/>
                    <a:pt x="146" y="762"/>
                  </a:cubicBezTo>
                  <a:cubicBezTo>
                    <a:pt x="146" y="605"/>
                    <a:pt x="180" y="448"/>
                    <a:pt x="259" y="313"/>
                  </a:cubicBezTo>
                  <a:cubicBezTo>
                    <a:pt x="293" y="257"/>
                    <a:pt x="338" y="212"/>
                    <a:pt x="394" y="178"/>
                  </a:cubicBezTo>
                  <a:cubicBezTo>
                    <a:pt x="428" y="155"/>
                    <a:pt x="450" y="144"/>
                    <a:pt x="484" y="144"/>
                  </a:cubicBezTo>
                  <a:lnTo>
                    <a:pt x="529" y="144"/>
                  </a:lnTo>
                  <a:cubicBezTo>
                    <a:pt x="536" y="166"/>
                    <a:pt x="557" y="178"/>
                    <a:pt x="581" y="178"/>
                  </a:cubicBezTo>
                  <a:cubicBezTo>
                    <a:pt x="593" y="178"/>
                    <a:pt x="607" y="175"/>
                    <a:pt x="619" y="167"/>
                  </a:cubicBezTo>
                  <a:cubicBezTo>
                    <a:pt x="652" y="144"/>
                    <a:pt x="652" y="110"/>
                    <a:pt x="641" y="77"/>
                  </a:cubicBezTo>
                  <a:cubicBezTo>
                    <a:pt x="598" y="22"/>
                    <a:pt x="544" y="1"/>
                    <a:pt x="4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41"/>
            <p:cNvSpPr/>
            <p:nvPr/>
          </p:nvSpPr>
          <p:spPr>
            <a:xfrm>
              <a:off x="6508809" y="1003047"/>
              <a:ext cx="74416" cy="136904"/>
            </a:xfrm>
            <a:custGeom>
              <a:avLst/>
              <a:gdLst/>
              <a:ahLst/>
              <a:cxnLst/>
              <a:rect l="l" t="t" r="r" b="b"/>
              <a:pathLst>
                <a:path w="630" h="1159" extrusionOk="0">
                  <a:moveTo>
                    <a:pt x="100" y="1"/>
                  </a:moveTo>
                  <a:cubicBezTo>
                    <a:pt x="39" y="1"/>
                    <a:pt x="1" y="94"/>
                    <a:pt x="67" y="123"/>
                  </a:cubicBezTo>
                  <a:cubicBezTo>
                    <a:pt x="416" y="291"/>
                    <a:pt x="562" y="707"/>
                    <a:pt x="393" y="1056"/>
                  </a:cubicBezTo>
                  <a:cubicBezTo>
                    <a:pt x="370" y="1110"/>
                    <a:pt x="416" y="1158"/>
                    <a:pt x="461" y="1158"/>
                  </a:cubicBezTo>
                  <a:cubicBezTo>
                    <a:pt x="482" y="1158"/>
                    <a:pt x="503" y="1148"/>
                    <a:pt x="517" y="1123"/>
                  </a:cubicBezTo>
                  <a:cubicBezTo>
                    <a:pt x="618" y="921"/>
                    <a:pt x="629" y="674"/>
                    <a:pt x="551" y="460"/>
                  </a:cubicBezTo>
                  <a:cubicBezTo>
                    <a:pt x="472" y="258"/>
                    <a:pt x="326" y="100"/>
                    <a:pt x="135" y="10"/>
                  </a:cubicBezTo>
                  <a:cubicBezTo>
                    <a:pt x="123" y="4"/>
                    <a:pt x="111" y="1"/>
                    <a:pt x="1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41"/>
            <p:cNvSpPr/>
            <p:nvPr/>
          </p:nvSpPr>
          <p:spPr>
            <a:xfrm>
              <a:off x="5997582" y="1091992"/>
              <a:ext cx="63785" cy="54454"/>
            </a:xfrm>
            <a:custGeom>
              <a:avLst/>
              <a:gdLst/>
              <a:ahLst/>
              <a:cxnLst/>
              <a:rect l="l" t="t" r="r" b="b"/>
              <a:pathLst>
                <a:path w="540" h="461" extrusionOk="0">
                  <a:moveTo>
                    <a:pt x="395" y="1"/>
                  </a:moveTo>
                  <a:cubicBezTo>
                    <a:pt x="183" y="1"/>
                    <a:pt x="1" y="175"/>
                    <a:pt x="11" y="393"/>
                  </a:cubicBezTo>
                  <a:cubicBezTo>
                    <a:pt x="11" y="438"/>
                    <a:pt x="45" y="460"/>
                    <a:pt x="78" y="460"/>
                  </a:cubicBezTo>
                  <a:cubicBezTo>
                    <a:pt x="112" y="460"/>
                    <a:pt x="146" y="438"/>
                    <a:pt x="146" y="393"/>
                  </a:cubicBezTo>
                  <a:cubicBezTo>
                    <a:pt x="146" y="382"/>
                    <a:pt x="146" y="370"/>
                    <a:pt x="146" y="359"/>
                  </a:cubicBezTo>
                  <a:lnTo>
                    <a:pt x="146" y="337"/>
                  </a:lnTo>
                  <a:lnTo>
                    <a:pt x="157" y="303"/>
                  </a:lnTo>
                  <a:cubicBezTo>
                    <a:pt x="157" y="303"/>
                    <a:pt x="157" y="303"/>
                    <a:pt x="157" y="292"/>
                  </a:cubicBezTo>
                  <a:cubicBezTo>
                    <a:pt x="157" y="280"/>
                    <a:pt x="168" y="280"/>
                    <a:pt x="168" y="269"/>
                  </a:cubicBezTo>
                  <a:lnTo>
                    <a:pt x="179" y="258"/>
                  </a:lnTo>
                  <a:lnTo>
                    <a:pt x="179" y="247"/>
                  </a:lnTo>
                  <a:cubicBezTo>
                    <a:pt x="191" y="224"/>
                    <a:pt x="213" y="213"/>
                    <a:pt x="224" y="202"/>
                  </a:cubicBezTo>
                  <a:lnTo>
                    <a:pt x="236" y="190"/>
                  </a:lnTo>
                  <a:lnTo>
                    <a:pt x="269" y="168"/>
                  </a:lnTo>
                  <a:lnTo>
                    <a:pt x="292" y="168"/>
                  </a:lnTo>
                  <a:cubicBezTo>
                    <a:pt x="303" y="168"/>
                    <a:pt x="314" y="157"/>
                    <a:pt x="326" y="157"/>
                  </a:cubicBezTo>
                  <a:lnTo>
                    <a:pt x="427" y="157"/>
                  </a:lnTo>
                  <a:cubicBezTo>
                    <a:pt x="433" y="159"/>
                    <a:pt x="439" y="160"/>
                    <a:pt x="445" y="160"/>
                  </a:cubicBezTo>
                  <a:cubicBezTo>
                    <a:pt x="475" y="160"/>
                    <a:pt x="507" y="139"/>
                    <a:pt x="517" y="112"/>
                  </a:cubicBezTo>
                  <a:cubicBezTo>
                    <a:pt x="539" y="78"/>
                    <a:pt x="517" y="22"/>
                    <a:pt x="483" y="11"/>
                  </a:cubicBezTo>
                  <a:cubicBezTo>
                    <a:pt x="454" y="4"/>
                    <a:pt x="424" y="1"/>
                    <a:pt x="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41"/>
            <p:cNvSpPr/>
            <p:nvPr/>
          </p:nvSpPr>
          <p:spPr>
            <a:xfrm>
              <a:off x="6381238" y="947648"/>
              <a:ext cx="91779" cy="39571"/>
            </a:xfrm>
            <a:custGeom>
              <a:avLst/>
              <a:gdLst/>
              <a:ahLst/>
              <a:cxnLst/>
              <a:rect l="l" t="t" r="r" b="b"/>
              <a:pathLst>
                <a:path w="777" h="335" extrusionOk="0">
                  <a:moveTo>
                    <a:pt x="422" y="0"/>
                  </a:moveTo>
                  <a:cubicBezTo>
                    <a:pt x="267" y="0"/>
                    <a:pt x="111" y="81"/>
                    <a:pt x="23" y="232"/>
                  </a:cubicBezTo>
                  <a:cubicBezTo>
                    <a:pt x="0" y="286"/>
                    <a:pt x="45" y="334"/>
                    <a:pt x="91" y="334"/>
                  </a:cubicBezTo>
                  <a:cubicBezTo>
                    <a:pt x="112" y="334"/>
                    <a:pt x="133" y="324"/>
                    <a:pt x="147" y="299"/>
                  </a:cubicBezTo>
                  <a:cubicBezTo>
                    <a:pt x="203" y="194"/>
                    <a:pt x="310" y="136"/>
                    <a:pt x="418" y="136"/>
                  </a:cubicBezTo>
                  <a:cubicBezTo>
                    <a:pt x="505" y="136"/>
                    <a:pt x="592" y="174"/>
                    <a:pt x="653" y="254"/>
                  </a:cubicBezTo>
                  <a:cubicBezTo>
                    <a:pt x="670" y="266"/>
                    <a:pt x="689" y="271"/>
                    <a:pt x="707" y="271"/>
                  </a:cubicBezTo>
                  <a:cubicBezTo>
                    <a:pt x="726" y="271"/>
                    <a:pt x="743" y="266"/>
                    <a:pt x="754" y="254"/>
                  </a:cubicBezTo>
                  <a:cubicBezTo>
                    <a:pt x="776" y="221"/>
                    <a:pt x="776" y="176"/>
                    <a:pt x="754" y="153"/>
                  </a:cubicBezTo>
                  <a:cubicBezTo>
                    <a:pt x="665" y="50"/>
                    <a:pt x="544" y="0"/>
                    <a:pt x="4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4" name="Google Shape;2064;p41"/>
          <p:cNvGrpSpPr/>
          <p:nvPr/>
        </p:nvGrpSpPr>
        <p:grpSpPr>
          <a:xfrm>
            <a:off x="7624897" y="-1054304"/>
            <a:ext cx="2291805" cy="1938950"/>
            <a:chOff x="-2600773" y="-1271122"/>
            <a:chExt cx="2600777" cy="2200351"/>
          </a:xfrm>
        </p:grpSpPr>
        <p:sp>
          <p:nvSpPr>
            <p:cNvPr id="2065" name="Google Shape;2065;p41"/>
            <p:cNvSpPr/>
            <p:nvPr/>
          </p:nvSpPr>
          <p:spPr>
            <a:xfrm>
              <a:off x="-1736690" y="-679752"/>
              <a:ext cx="1042062" cy="924698"/>
            </a:xfrm>
            <a:custGeom>
              <a:avLst/>
              <a:gdLst/>
              <a:ahLst/>
              <a:cxnLst/>
              <a:rect l="l" t="t" r="r" b="b"/>
              <a:pathLst>
                <a:path w="9163" h="8131" extrusionOk="0">
                  <a:moveTo>
                    <a:pt x="4580" y="0"/>
                  </a:moveTo>
                  <a:cubicBezTo>
                    <a:pt x="2902" y="0"/>
                    <a:pt x="1336" y="1038"/>
                    <a:pt x="742" y="2705"/>
                  </a:cubicBezTo>
                  <a:cubicBezTo>
                    <a:pt x="0" y="4830"/>
                    <a:pt x="1113" y="7146"/>
                    <a:pt x="3227" y="7899"/>
                  </a:cubicBezTo>
                  <a:cubicBezTo>
                    <a:pt x="3673" y="8056"/>
                    <a:pt x="4129" y="8130"/>
                    <a:pt x="4577" y="8130"/>
                  </a:cubicBezTo>
                  <a:cubicBezTo>
                    <a:pt x="6252" y="8130"/>
                    <a:pt x="7824" y="7091"/>
                    <a:pt x="8410" y="5414"/>
                  </a:cubicBezTo>
                  <a:cubicBezTo>
                    <a:pt x="9163" y="3301"/>
                    <a:pt x="8050" y="985"/>
                    <a:pt x="5936" y="232"/>
                  </a:cubicBezTo>
                  <a:cubicBezTo>
                    <a:pt x="5487" y="75"/>
                    <a:pt x="5030" y="0"/>
                    <a:pt x="458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41"/>
            <p:cNvSpPr/>
            <p:nvPr/>
          </p:nvSpPr>
          <p:spPr>
            <a:xfrm>
              <a:off x="-798232" y="-1104628"/>
              <a:ext cx="359712" cy="392010"/>
            </a:xfrm>
            <a:custGeom>
              <a:avLst/>
              <a:gdLst/>
              <a:ahLst/>
              <a:cxnLst/>
              <a:rect l="l" t="t" r="r" b="b"/>
              <a:pathLst>
                <a:path w="3163" h="3447" extrusionOk="0">
                  <a:moveTo>
                    <a:pt x="2962" y="1"/>
                  </a:moveTo>
                  <a:cubicBezTo>
                    <a:pt x="2931" y="1"/>
                    <a:pt x="2897" y="14"/>
                    <a:pt x="2867" y="44"/>
                  </a:cubicBezTo>
                  <a:cubicBezTo>
                    <a:pt x="1754" y="943"/>
                    <a:pt x="798" y="2023"/>
                    <a:pt x="34" y="3226"/>
                  </a:cubicBezTo>
                  <a:cubicBezTo>
                    <a:pt x="0" y="3259"/>
                    <a:pt x="0" y="3304"/>
                    <a:pt x="23" y="3349"/>
                  </a:cubicBezTo>
                  <a:cubicBezTo>
                    <a:pt x="38" y="3403"/>
                    <a:pt x="80" y="3447"/>
                    <a:pt x="130" y="3447"/>
                  </a:cubicBezTo>
                  <a:cubicBezTo>
                    <a:pt x="153" y="3447"/>
                    <a:pt x="178" y="3438"/>
                    <a:pt x="203" y="3417"/>
                  </a:cubicBezTo>
                  <a:lnTo>
                    <a:pt x="236" y="3405"/>
                  </a:lnTo>
                  <a:cubicBezTo>
                    <a:pt x="304" y="3361"/>
                    <a:pt x="360" y="3304"/>
                    <a:pt x="405" y="3259"/>
                  </a:cubicBezTo>
                  <a:cubicBezTo>
                    <a:pt x="439" y="3259"/>
                    <a:pt x="461" y="3248"/>
                    <a:pt x="484" y="3226"/>
                  </a:cubicBezTo>
                  <a:cubicBezTo>
                    <a:pt x="1271" y="2382"/>
                    <a:pt x="2024" y="1506"/>
                    <a:pt x="2755" y="606"/>
                  </a:cubicBezTo>
                  <a:lnTo>
                    <a:pt x="2788" y="584"/>
                  </a:lnTo>
                  <a:cubicBezTo>
                    <a:pt x="2800" y="561"/>
                    <a:pt x="2811" y="550"/>
                    <a:pt x="2822" y="527"/>
                  </a:cubicBezTo>
                  <a:cubicBezTo>
                    <a:pt x="2901" y="426"/>
                    <a:pt x="2979" y="336"/>
                    <a:pt x="3058" y="246"/>
                  </a:cubicBezTo>
                  <a:cubicBezTo>
                    <a:pt x="3163" y="151"/>
                    <a:pt x="3072" y="1"/>
                    <a:pt x="296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41"/>
            <p:cNvSpPr/>
            <p:nvPr/>
          </p:nvSpPr>
          <p:spPr>
            <a:xfrm>
              <a:off x="-739095" y="-671336"/>
              <a:ext cx="247807" cy="161262"/>
            </a:xfrm>
            <a:custGeom>
              <a:avLst/>
              <a:gdLst/>
              <a:ahLst/>
              <a:cxnLst/>
              <a:rect l="l" t="t" r="r" b="b"/>
              <a:pathLst>
                <a:path w="2179" h="1418" extrusionOk="0">
                  <a:moveTo>
                    <a:pt x="2032" y="0"/>
                  </a:moveTo>
                  <a:cubicBezTo>
                    <a:pt x="1864" y="34"/>
                    <a:pt x="1706" y="90"/>
                    <a:pt x="1571" y="180"/>
                  </a:cubicBezTo>
                  <a:cubicBezTo>
                    <a:pt x="1414" y="259"/>
                    <a:pt x="1245" y="349"/>
                    <a:pt x="1088" y="439"/>
                  </a:cubicBezTo>
                  <a:cubicBezTo>
                    <a:pt x="773" y="607"/>
                    <a:pt x="481" y="798"/>
                    <a:pt x="200" y="1023"/>
                  </a:cubicBezTo>
                  <a:cubicBezTo>
                    <a:pt x="166" y="1046"/>
                    <a:pt x="155" y="1091"/>
                    <a:pt x="166" y="1136"/>
                  </a:cubicBezTo>
                  <a:lnTo>
                    <a:pt x="110" y="1169"/>
                  </a:lnTo>
                  <a:cubicBezTo>
                    <a:pt x="0" y="1224"/>
                    <a:pt x="40" y="1417"/>
                    <a:pt x="167" y="1417"/>
                  </a:cubicBezTo>
                  <a:cubicBezTo>
                    <a:pt x="170" y="1417"/>
                    <a:pt x="174" y="1417"/>
                    <a:pt x="177" y="1417"/>
                  </a:cubicBezTo>
                  <a:cubicBezTo>
                    <a:pt x="582" y="1338"/>
                    <a:pt x="975" y="1192"/>
                    <a:pt x="1324" y="967"/>
                  </a:cubicBezTo>
                  <a:cubicBezTo>
                    <a:pt x="1493" y="866"/>
                    <a:pt x="1672" y="765"/>
                    <a:pt x="1830" y="652"/>
                  </a:cubicBezTo>
                  <a:cubicBezTo>
                    <a:pt x="2021" y="540"/>
                    <a:pt x="2145" y="349"/>
                    <a:pt x="2178" y="135"/>
                  </a:cubicBezTo>
                  <a:cubicBezTo>
                    <a:pt x="2167" y="56"/>
                    <a:pt x="2111" y="0"/>
                    <a:pt x="203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41"/>
            <p:cNvSpPr/>
            <p:nvPr/>
          </p:nvSpPr>
          <p:spPr>
            <a:xfrm>
              <a:off x="-988266" y="-954284"/>
              <a:ext cx="112133" cy="198109"/>
            </a:xfrm>
            <a:custGeom>
              <a:avLst/>
              <a:gdLst/>
              <a:ahLst/>
              <a:cxnLst/>
              <a:rect l="l" t="t" r="r" b="b"/>
              <a:pathLst>
                <a:path w="986" h="1742" extrusionOk="0">
                  <a:moveTo>
                    <a:pt x="732" y="1"/>
                  </a:moveTo>
                  <a:cubicBezTo>
                    <a:pt x="687" y="1"/>
                    <a:pt x="642" y="21"/>
                    <a:pt x="614" y="60"/>
                  </a:cubicBezTo>
                  <a:cubicBezTo>
                    <a:pt x="322" y="476"/>
                    <a:pt x="142" y="970"/>
                    <a:pt x="97" y="1476"/>
                  </a:cubicBezTo>
                  <a:lnTo>
                    <a:pt x="64" y="1544"/>
                  </a:lnTo>
                  <a:cubicBezTo>
                    <a:pt x="1" y="1645"/>
                    <a:pt x="96" y="1742"/>
                    <a:pt x="186" y="1742"/>
                  </a:cubicBezTo>
                  <a:cubicBezTo>
                    <a:pt x="226" y="1742"/>
                    <a:pt x="264" y="1723"/>
                    <a:pt x="288" y="1679"/>
                  </a:cubicBezTo>
                  <a:lnTo>
                    <a:pt x="761" y="779"/>
                  </a:lnTo>
                  <a:cubicBezTo>
                    <a:pt x="873" y="566"/>
                    <a:pt x="985" y="296"/>
                    <a:pt x="850" y="60"/>
                  </a:cubicBezTo>
                  <a:cubicBezTo>
                    <a:pt x="822" y="21"/>
                    <a:pt x="777" y="1"/>
                    <a:pt x="73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41"/>
            <p:cNvSpPr/>
            <p:nvPr/>
          </p:nvSpPr>
          <p:spPr>
            <a:xfrm>
              <a:off x="-1224701" y="-1271122"/>
              <a:ext cx="175933" cy="465931"/>
            </a:xfrm>
            <a:custGeom>
              <a:avLst/>
              <a:gdLst/>
              <a:ahLst/>
              <a:cxnLst/>
              <a:rect l="l" t="t" r="r" b="b"/>
              <a:pathLst>
                <a:path w="1547" h="4097" extrusionOk="0">
                  <a:moveTo>
                    <a:pt x="1127" y="0"/>
                  </a:moveTo>
                  <a:cubicBezTo>
                    <a:pt x="1106" y="0"/>
                    <a:pt x="1085" y="4"/>
                    <a:pt x="1063" y="13"/>
                  </a:cubicBezTo>
                  <a:cubicBezTo>
                    <a:pt x="940" y="58"/>
                    <a:pt x="895" y="193"/>
                    <a:pt x="850" y="294"/>
                  </a:cubicBezTo>
                  <a:cubicBezTo>
                    <a:pt x="782" y="462"/>
                    <a:pt x="726" y="631"/>
                    <a:pt x="692" y="800"/>
                  </a:cubicBezTo>
                  <a:cubicBezTo>
                    <a:pt x="670" y="856"/>
                    <a:pt x="659" y="912"/>
                    <a:pt x="647" y="968"/>
                  </a:cubicBezTo>
                  <a:cubicBezTo>
                    <a:pt x="535" y="1328"/>
                    <a:pt x="445" y="1688"/>
                    <a:pt x="355" y="2048"/>
                  </a:cubicBezTo>
                  <a:cubicBezTo>
                    <a:pt x="186" y="2677"/>
                    <a:pt x="74" y="3318"/>
                    <a:pt x="6" y="3970"/>
                  </a:cubicBezTo>
                  <a:cubicBezTo>
                    <a:pt x="1" y="4054"/>
                    <a:pt x="65" y="4097"/>
                    <a:pt x="133" y="4097"/>
                  </a:cubicBezTo>
                  <a:cubicBezTo>
                    <a:pt x="200" y="4097"/>
                    <a:pt x="271" y="4054"/>
                    <a:pt x="276" y="3970"/>
                  </a:cubicBezTo>
                  <a:cubicBezTo>
                    <a:pt x="276" y="3970"/>
                    <a:pt x="276" y="3959"/>
                    <a:pt x="276" y="3959"/>
                  </a:cubicBezTo>
                  <a:cubicBezTo>
                    <a:pt x="288" y="3936"/>
                    <a:pt x="299" y="3925"/>
                    <a:pt x="299" y="3903"/>
                  </a:cubicBezTo>
                  <a:cubicBezTo>
                    <a:pt x="670" y="2767"/>
                    <a:pt x="1052" y="1620"/>
                    <a:pt x="1423" y="474"/>
                  </a:cubicBezTo>
                  <a:cubicBezTo>
                    <a:pt x="1468" y="316"/>
                    <a:pt x="1547" y="46"/>
                    <a:pt x="1299" y="24"/>
                  </a:cubicBezTo>
                  <a:lnTo>
                    <a:pt x="1221" y="24"/>
                  </a:lnTo>
                  <a:cubicBezTo>
                    <a:pt x="1193" y="10"/>
                    <a:pt x="1161" y="0"/>
                    <a:pt x="112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41"/>
            <p:cNvSpPr/>
            <p:nvPr/>
          </p:nvSpPr>
          <p:spPr>
            <a:xfrm>
              <a:off x="-1431111" y="-925056"/>
              <a:ext cx="58910" cy="162968"/>
            </a:xfrm>
            <a:custGeom>
              <a:avLst/>
              <a:gdLst/>
              <a:ahLst/>
              <a:cxnLst/>
              <a:rect l="l" t="t" r="r" b="b"/>
              <a:pathLst>
                <a:path w="518" h="1433" extrusionOk="0">
                  <a:moveTo>
                    <a:pt x="160" y="1"/>
                  </a:moveTo>
                  <a:cubicBezTo>
                    <a:pt x="92" y="1"/>
                    <a:pt x="31" y="52"/>
                    <a:pt x="23" y="129"/>
                  </a:cubicBezTo>
                  <a:cubicBezTo>
                    <a:pt x="0" y="545"/>
                    <a:pt x="90" y="950"/>
                    <a:pt x="270" y="1332"/>
                  </a:cubicBezTo>
                  <a:cubicBezTo>
                    <a:pt x="281" y="1388"/>
                    <a:pt x="337" y="1433"/>
                    <a:pt x="394" y="1433"/>
                  </a:cubicBezTo>
                  <a:cubicBezTo>
                    <a:pt x="427" y="1433"/>
                    <a:pt x="450" y="1422"/>
                    <a:pt x="461" y="1411"/>
                  </a:cubicBezTo>
                  <a:cubicBezTo>
                    <a:pt x="472" y="1411"/>
                    <a:pt x="484" y="1399"/>
                    <a:pt x="495" y="1388"/>
                  </a:cubicBezTo>
                  <a:lnTo>
                    <a:pt x="506" y="1366"/>
                  </a:lnTo>
                  <a:cubicBezTo>
                    <a:pt x="506" y="1354"/>
                    <a:pt x="506" y="1343"/>
                    <a:pt x="517" y="1332"/>
                  </a:cubicBezTo>
                  <a:cubicBezTo>
                    <a:pt x="517" y="1321"/>
                    <a:pt x="517" y="1309"/>
                    <a:pt x="517" y="1298"/>
                  </a:cubicBezTo>
                  <a:lnTo>
                    <a:pt x="517" y="1287"/>
                  </a:lnTo>
                  <a:cubicBezTo>
                    <a:pt x="517" y="1287"/>
                    <a:pt x="517" y="1276"/>
                    <a:pt x="517" y="1264"/>
                  </a:cubicBezTo>
                  <a:cubicBezTo>
                    <a:pt x="517" y="1174"/>
                    <a:pt x="495" y="1096"/>
                    <a:pt x="495" y="1017"/>
                  </a:cubicBezTo>
                  <a:cubicBezTo>
                    <a:pt x="472" y="725"/>
                    <a:pt x="450" y="432"/>
                    <a:pt x="405" y="151"/>
                  </a:cubicBezTo>
                  <a:cubicBezTo>
                    <a:pt x="405" y="140"/>
                    <a:pt x="405" y="118"/>
                    <a:pt x="405" y="118"/>
                  </a:cubicBezTo>
                  <a:cubicBezTo>
                    <a:pt x="382" y="50"/>
                    <a:pt x="326" y="16"/>
                    <a:pt x="270" y="16"/>
                  </a:cubicBezTo>
                  <a:cubicBezTo>
                    <a:pt x="259" y="16"/>
                    <a:pt x="247" y="28"/>
                    <a:pt x="247" y="28"/>
                  </a:cubicBezTo>
                  <a:lnTo>
                    <a:pt x="225" y="16"/>
                  </a:lnTo>
                  <a:cubicBezTo>
                    <a:pt x="204" y="6"/>
                    <a:pt x="182" y="1"/>
                    <a:pt x="16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41"/>
            <p:cNvSpPr/>
            <p:nvPr/>
          </p:nvSpPr>
          <p:spPr>
            <a:xfrm>
              <a:off x="-1946399" y="-1224040"/>
              <a:ext cx="349136" cy="561460"/>
            </a:xfrm>
            <a:custGeom>
              <a:avLst/>
              <a:gdLst/>
              <a:ahLst/>
              <a:cxnLst/>
              <a:rect l="l" t="t" r="r" b="b"/>
              <a:pathLst>
                <a:path w="3070" h="4937" extrusionOk="0">
                  <a:moveTo>
                    <a:pt x="331" y="1"/>
                  </a:moveTo>
                  <a:cubicBezTo>
                    <a:pt x="285" y="1"/>
                    <a:pt x="242" y="22"/>
                    <a:pt x="214" y="60"/>
                  </a:cubicBezTo>
                  <a:cubicBezTo>
                    <a:pt x="0" y="464"/>
                    <a:pt x="349" y="925"/>
                    <a:pt x="529" y="1274"/>
                  </a:cubicBezTo>
                  <a:lnTo>
                    <a:pt x="1260" y="2702"/>
                  </a:lnTo>
                  <a:cubicBezTo>
                    <a:pt x="1676" y="3500"/>
                    <a:pt x="2092" y="4309"/>
                    <a:pt x="2800" y="4905"/>
                  </a:cubicBezTo>
                  <a:cubicBezTo>
                    <a:pt x="2821" y="4927"/>
                    <a:pt x="2851" y="4937"/>
                    <a:pt x="2882" y="4937"/>
                  </a:cubicBezTo>
                  <a:cubicBezTo>
                    <a:pt x="2965" y="4937"/>
                    <a:pt x="3054" y="4868"/>
                    <a:pt x="3013" y="4770"/>
                  </a:cubicBezTo>
                  <a:cubicBezTo>
                    <a:pt x="3013" y="4759"/>
                    <a:pt x="3002" y="4748"/>
                    <a:pt x="2991" y="4725"/>
                  </a:cubicBezTo>
                  <a:cubicBezTo>
                    <a:pt x="3058" y="4692"/>
                    <a:pt x="3070" y="4613"/>
                    <a:pt x="3036" y="4557"/>
                  </a:cubicBezTo>
                  <a:cubicBezTo>
                    <a:pt x="2519" y="3770"/>
                    <a:pt x="2092" y="2927"/>
                    <a:pt x="1743" y="2050"/>
                  </a:cubicBezTo>
                  <a:cubicBezTo>
                    <a:pt x="1428" y="1285"/>
                    <a:pt x="1226" y="330"/>
                    <a:pt x="360" y="3"/>
                  </a:cubicBezTo>
                  <a:cubicBezTo>
                    <a:pt x="351" y="2"/>
                    <a:pt x="341" y="1"/>
                    <a:pt x="33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41"/>
            <p:cNvSpPr/>
            <p:nvPr/>
          </p:nvSpPr>
          <p:spPr>
            <a:xfrm>
              <a:off x="-646068" y="-413294"/>
              <a:ext cx="593303" cy="100533"/>
            </a:xfrm>
            <a:custGeom>
              <a:avLst/>
              <a:gdLst/>
              <a:ahLst/>
              <a:cxnLst/>
              <a:rect l="l" t="t" r="r" b="b"/>
              <a:pathLst>
                <a:path w="5217" h="884" extrusionOk="0">
                  <a:moveTo>
                    <a:pt x="3818" y="0"/>
                  </a:moveTo>
                  <a:cubicBezTo>
                    <a:pt x="2571" y="0"/>
                    <a:pt x="1328" y="266"/>
                    <a:pt x="124" y="576"/>
                  </a:cubicBezTo>
                  <a:cubicBezTo>
                    <a:pt x="0" y="621"/>
                    <a:pt x="0" y="789"/>
                    <a:pt x="124" y="823"/>
                  </a:cubicBezTo>
                  <a:cubicBezTo>
                    <a:pt x="146" y="857"/>
                    <a:pt x="180" y="879"/>
                    <a:pt x="225" y="879"/>
                  </a:cubicBezTo>
                  <a:cubicBezTo>
                    <a:pt x="361" y="882"/>
                    <a:pt x="498" y="883"/>
                    <a:pt x="634" y="883"/>
                  </a:cubicBezTo>
                  <a:cubicBezTo>
                    <a:pt x="2139" y="883"/>
                    <a:pt x="3641" y="712"/>
                    <a:pt x="5115" y="362"/>
                  </a:cubicBezTo>
                  <a:cubicBezTo>
                    <a:pt x="5217" y="306"/>
                    <a:pt x="5217" y="148"/>
                    <a:pt x="5104" y="103"/>
                  </a:cubicBezTo>
                  <a:cubicBezTo>
                    <a:pt x="4676" y="31"/>
                    <a:pt x="4246" y="0"/>
                    <a:pt x="381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41"/>
            <p:cNvSpPr/>
            <p:nvPr/>
          </p:nvSpPr>
          <p:spPr>
            <a:xfrm>
              <a:off x="-615476" y="-198354"/>
              <a:ext cx="168882" cy="70964"/>
            </a:xfrm>
            <a:custGeom>
              <a:avLst/>
              <a:gdLst/>
              <a:ahLst/>
              <a:cxnLst/>
              <a:rect l="l" t="t" r="r" b="b"/>
              <a:pathLst>
                <a:path w="1485" h="624" extrusionOk="0">
                  <a:moveTo>
                    <a:pt x="136" y="1"/>
                  </a:moveTo>
                  <a:cubicBezTo>
                    <a:pt x="68" y="1"/>
                    <a:pt x="1" y="57"/>
                    <a:pt x="12" y="136"/>
                  </a:cubicBezTo>
                  <a:cubicBezTo>
                    <a:pt x="12" y="158"/>
                    <a:pt x="12" y="181"/>
                    <a:pt x="23" y="192"/>
                  </a:cubicBezTo>
                  <a:cubicBezTo>
                    <a:pt x="12" y="259"/>
                    <a:pt x="35" y="316"/>
                    <a:pt x="80" y="361"/>
                  </a:cubicBezTo>
                  <a:cubicBezTo>
                    <a:pt x="343" y="508"/>
                    <a:pt x="636" y="587"/>
                    <a:pt x="931" y="587"/>
                  </a:cubicBezTo>
                  <a:cubicBezTo>
                    <a:pt x="951" y="587"/>
                    <a:pt x="970" y="586"/>
                    <a:pt x="990" y="586"/>
                  </a:cubicBezTo>
                  <a:lnTo>
                    <a:pt x="1046" y="608"/>
                  </a:lnTo>
                  <a:cubicBezTo>
                    <a:pt x="1064" y="619"/>
                    <a:pt x="1085" y="624"/>
                    <a:pt x="1106" y="624"/>
                  </a:cubicBezTo>
                  <a:cubicBezTo>
                    <a:pt x="1150" y="624"/>
                    <a:pt x="1196" y="601"/>
                    <a:pt x="1226" y="563"/>
                  </a:cubicBezTo>
                  <a:cubicBezTo>
                    <a:pt x="1282" y="563"/>
                    <a:pt x="1327" y="541"/>
                    <a:pt x="1384" y="529"/>
                  </a:cubicBezTo>
                  <a:cubicBezTo>
                    <a:pt x="1440" y="507"/>
                    <a:pt x="1485" y="462"/>
                    <a:pt x="1485" y="394"/>
                  </a:cubicBezTo>
                  <a:cubicBezTo>
                    <a:pt x="1474" y="338"/>
                    <a:pt x="1440" y="282"/>
                    <a:pt x="1384" y="271"/>
                  </a:cubicBezTo>
                  <a:cubicBezTo>
                    <a:pt x="979" y="125"/>
                    <a:pt x="563" y="35"/>
                    <a:pt x="13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41"/>
            <p:cNvSpPr/>
            <p:nvPr/>
          </p:nvSpPr>
          <p:spPr>
            <a:xfrm>
              <a:off x="-1988591" y="-751626"/>
              <a:ext cx="269756" cy="186964"/>
            </a:xfrm>
            <a:custGeom>
              <a:avLst/>
              <a:gdLst/>
              <a:ahLst/>
              <a:cxnLst/>
              <a:rect l="l" t="t" r="r" b="b"/>
              <a:pathLst>
                <a:path w="2372" h="1644" extrusionOk="0">
                  <a:moveTo>
                    <a:pt x="309" y="1"/>
                  </a:moveTo>
                  <a:cubicBezTo>
                    <a:pt x="274" y="1"/>
                    <a:pt x="238" y="4"/>
                    <a:pt x="203" y="9"/>
                  </a:cubicBezTo>
                  <a:cubicBezTo>
                    <a:pt x="79" y="54"/>
                    <a:pt x="0" y="200"/>
                    <a:pt x="45" y="335"/>
                  </a:cubicBezTo>
                  <a:cubicBezTo>
                    <a:pt x="90" y="493"/>
                    <a:pt x="248" y="571"/>
                    <a:pt x="383" y="650"/>
                  </a:cubicBezTo>
                  <a:lnTo>
                    <a:pt x="585" y="762"/>
                  </a:lnTo>
                  <a:cubicBezTo>
                    <a:pt x="754" y="897"/>
                    <a:pt x="945" y="1010"/>
                    <a:pt x="1125" y="1122"/>
                  </a:cubicBezTo>
                  <a:lnTo>
                    <a:pt x="1732" y="1504"/>
                  </a:lnTo>
                  <a:cubicBezTo>
                    <a:pt x="1826" y="1564"/>
                    <a:pt x="1939" y="1644"/>
                    <a:pt x="2043" y="1644"/>
                  </a:cubicBezTo>
                  <a:cubicBezTo>
                    <a:pt x="2075" y="1644"/>
                    <a:pt x="2107" y="1636"/>
                    <a:pt x="2137" y="1617"/>
                  </a:cubicBezTo>
                  <a:cubicBezTo>
                    <a:pt x="2151" y="1621"/>
                    <a:pt x="2165" y="1623"/>
                    <a:pt x="2179" y="1623"/>
                  </a:cubicBezTo>
                  <a:cubicBezTo>
                    <a:pt x="2309" y="1623"/>
                    <a:pt x="2371" y="1441"/>
                    <a:pt x="2249" y="1370"/>
                  </a:cubicBezTo>
                  <a:cubicBezTo>
                    <a:pt x="1934" y="1190"/>
                    <a:pt x="1653" y="987"/>
                    <a:pt x="1383" y="740"/>
                  </a:cubicBezTo>
                  <a:cubicBezTo>
                    <a:pt x="1136" y="515"/>
                    <a:pt x="922" y="245"/>
                    <a:pt x="619" y="88"/>
                  </a:cubicBezTo>
                  <a:cubicBezTo>
                    <a:pt x="525" y="28"/>
                    <a:pt x="419" y="1"/>
                    <a:pt x="30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41"/>
            <p:cNvSpPr/>
            <p:nvPr/>
          </p:nvSpPr>
          <p:spPr>
            <a:xfrm>
              <a:off x="-2600773" y="-567846"/>
              <a:ext cx="867949" cy="197085"/>
            </a:xfrm>
            <a:custGeom>
              <a:avLst/>
              <a:gdLst/>
              <a:ahLst/>
              <a:cxnLst/>
              <a:rect l="l" t="t" r="r" b="b"/>
              <a:pathLst>
                <a:path w="7632" h="1733" extrusionOk="0">
                  <a:moveTo>
                    <a:pt x="5271" y="1159"/>
                  </a:moveTo>
                  <a:lnTo>
                    <a:pt x="5799" y="1238"/>
                  </a:lnTo>
                  <a:cubicBezTo>
                    <a:pt x="6047" y="1271"/>
                    <a:pt x="6305" y="1305"/>
                    <a:pt x="6553" y="1372"/>
                  </a:cubicBezTo>
                  <a:cubicBezTo>
                    <a:pt x="6170" y="1316"/>
                    <a:pt x="5811" y="1260"/>
                    <a:pt x="5428" y="1193"/>
                  </a:cubicBezTo>
                  <a:lnTo>
                    <a:pt x="5440" y="1193"/>
                  </a:lnTo>
                  <a:lnTo>
                    <a:pt x="5271" y="1159"/>
                  </a:lnTo>
                  <a:close/>
                  <a:moveTo>
                    <a:pt x="144" y="0"/>
                  </a:moveTo>
                  <a:cubicBezTo>
                    <a:pt x="9" y="0"/>
                    <a:pt x="1" y="183"/>
                    <a:pt x="88" y="248"/>
                  </a:cubicBezTo>
                  <a:cubicBezTo>
                    <a:pt x="1089" y="1013"/>
                    <a:pt x="2393" y="923"/>
                    <a:pt x="3562" y="1080"/>
                  </a:cubicBezTo>
                  <a:cubicBezTo>
                    <a:pt x="4192" y="1170"/>
                    <a:pt x="4810" y="1339"/>
                    <a:pt x="5428" y="1462"/>
                  </a:cubicBezTo>
                  <a:cubicBezTo>
                    <a:pt x="6058" y="1575"/>
                    <a:pt x="6699" y="1665"/>
                    <a:pt x="7340" y="1732"/>
                  </a:cubicBezTo>
                  <a:cubicBezTo>
                    <a:pt x="7418" y="1721"/>
                    <a:pt x="7475" y="1653"/>
                    <a:pt x="7463" y="1575"/>
                  </a:cubicBezTo>
                  <a:cubicBezTo>
                    <a:pt x="7609" y="1564"/>
                    <a:pt x="7632" y="1361"/>
                    <a:pt x="7497" y="1316"/>
                  </a:cubicBezTo>
                  <a:cubicBezTo>
                    <a:pt x="5080" y="698"/>
                    <a:pt x="2629" y="248"/>
                    <a:pt x="156" y="1"/>
                  </a:cubicBezTo>
                  <a:cubicBezTo>
                    <a:pt x="152" y="1"/>
                    <a:pt x="147" y="0"/>
                    <a:pt x="14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41"/>
            <p:cNvSpPr/>
            <p:nvPr/>
          </p:nvSpPr>
          <p:spPr>
            <a:xfrm>
              <a:off x="-1945148" y="-264314"/>
              <a:ext cx="197085" cy="74149"/>
            </a:xfrm>
            <a:custGeom>
              <a:avLst/>
              <a:gdLst/>
              <a:ahLst/>
              <a:cxnLst/>
              <a:rect l="l" t="t" r="r" b="b"/>
              <a:pathLst>
                <a:path w="1733" h="652" extrusionOk="0">
                  <a:moveTo>
                    <a:pt x="1047" y="1"/>
                  </a:moveTo>
                  <a:cubicBezTo>
                    <a:pt x="998" y="1"/>
                    <a:pt x="949" y="3"/>
                    <a:pt x="900" y="8"/>
                  </a:cubicBezTo>
                  <a:cubicBezTo>
                    <a:pt x="788" y="19"/>
                    <a:pt x="664" y="41"/>
                    <a:pt x="540" y="64"/>
                  </a:cubicBezTo>
                  <a:cubicBezTo>
                    <a:pt x="428" y="75"/>
                    <a:pt x="315" y="109"/>
                    <a:pt x="203" y="142"/>
                  </a:cubicBezTo>
                  <a:cubicBezTo>
                    <a:pt x="79" y="176"/>
                    <a:pt x="1" y="277"/>
                    <a:pt x="1" y="401"/>
                  </a:cubicBezTo>
                  <a:cubicBezTo>
                    <a:pt x="1" y="536"/>
                    <a:pt x="124" y="592"/>
                    <a:pt x="248" y="615"/>
                  </a:cubicBezTo>
                  <a:cubicBezTo>
                    <a:pt x="393" y="641"/>
                    <a:pt x="538" y="652"/>
                    <a:pt x="683" y="652"/>
                  </a:cubicBezTo>
                  <a:cubicBezTo>
                    <a:pt x="785" y="652"/>
                    <a:pt x="888" y="646"/>
                    <a:pt x="990" y="637"/>
                  </a:cubicBezTo>
                  <a:cubicBezTo>
                    <a:pt x="1237" y="626"/>
                    <a:pt x="1485" y="603"/>
                    <a:pt x="1698" y="446"/>
                  </a:cubicBezTo>
                  <a:cubicBezTo>
                    <a:pt x="1732" y="401"/>
                    <a:pt x="1732" y="345"/>
                    <a:pt x="1721" y="300"/>
                  </a:cubicBezTo>
                  <a:cubicBezTo>
                    <a:pt x="1710" y="289"/>
                    <a:pt x="1698" y="277"/>
                    <a:pt x="1687" y="266"/>
                  </a:cubicBezTo>
                  <a:cubicBezTo>
                    <a:pt x="1710" y="210"/>
                    <a:pt x="1687" y="142"/>
                    <a:pt x="1631" y="120"/>
                  </a:cubicBezTo>
                  <a:cubicBezTo>
                    <a:pt x="1450" y="39"/>
                    <a:pt x="1248" y="1"/>
                    <a:pt x="10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41"/>
            <p:cNvSpPr/>
            <p:nvPr/>
          </p:nvSpPr>
          <p:spPr>
            <a:xfrm>
              <a:off x="-2315892" y="-41186"/>
              <a:ext cx="553727" cy="326618"/>
            </a:xfrm>
            <a:custGeom>
              <a:avLst/>
              <a:gdLst/>
              <a:ahLst/>
              <a:cxnLst/>
              <a:rect l="l" t="t" r="r" b="b"/>
              <a:pathLst>
                <a:path w="4869" h="2872" extrusionOk="0">
                  <a:moveTo>
                    <a:pt x="4709" y="0"/>
                  </a:moveTo>
                  <a:cubicBezTo>
                    <a:pt x="4703" y="0"/>
                    <a:pt x="4696" y="1"/>
                    <a:pt x="4688" y="2"/>
                  </a:cubicBezTo>
                  <a:cubicBezTo>
                    <a:pt x="3767" y="80"/>
                    <a:pt x="3047" y="676"/>
                    <a:pt x="2283" y="1137"/>
                  </a:cubicBezTo>
                  <a:cubicBezTo>
                    <a:pt x="1518" y="1598"/>
                    <a:pt x="607" y="1902"/>
                    <a:pt x="57" y="2655"/>
                  </a:cubicBezTo>
                  <a:cubicBezTo>
                    <a:pt x="0" y="2734"/>
                    <a:pt x="68" y="2824"/>
                    <a:pt x="135" y="2846"/>
                  </a:cubicBezTo>
                  <a:cubicBezTo>
                    <a:pt x="180" y="2864"/>
                    <a:pt x="225" y="2872"/>
                    <a:pt x="270" y="2872"/>
                  </a:cubicBezTo>
                  <a:cubicBezTo>
                    <a:pt x="393" y="2872"/>
                    <a:pt x="514" y="2814"/>
                    <a:pt x="630" y="2756"/>
                  </a:cubicBezTo>
                  <a:cubicBezTo>
                    <a:pt x="832" y="2666"/>
                    <a:pt x="1023" y="2554"/>
                    <a:pt x="1226" y="2453"/>
                  </a:cubicBezTo>
                  <a:cubicBezTo>
                    <a:pt x="1631" y="2250"/>
                    <a:pt x="2024" y="2025"/>
                    <a:pt x="2417" y="1789"/>
                  </a:cubicBezTo>
                  <a:cubicBezTo>
                    <a:pt x="3193" y="1328"/>
                    <a:pt x="3935" y="822"/>
                    <a:pt x="4655" y="283"/>
                  </a:cubicBezTo>
                  <a:lnTo>
                    <a:pt x="4666" y="272"/>
                  </a:lnTo>
                  <a:lnTo>
                    <a:pt x="4700" y="272"/>
                  </a:lnTo>
                  <a:cubicBezTo>
                    <a:pt x="4862" y="250"/>
                    <a:pt x="4868" y="0"/>
                    <a:pt x="47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41"/>
            <p:cNvSpPr/>
            <p:nvPr/>
          </p:nvSpPr>
          <p:spPr>
            <a:xfrm>
              <a:off x="-1792984" y="133155"/>
              <a:ext cx="119070" cy="103376"/>
            </a:xfrm>
            <a:custGeom>
              <a:avLst/>
              <a:gdLst/>
              <a:ahLst/>
              <a:cxnLst/>
              <a:rect l="l" t="t" r="r" b="b"/>
              <a:pathLst>
                <a:path w="1047" h="909" extrusionOk="0">
                  <a:moveTo>
                    <a:pt x="783" y="1"/>
                  </a:moveTo>
                  <a:cubicBezTo>
                    <a:pt x="751" y="1"/>
                    <a:pt x="720" y="15"/>
                    <a:pt x="698" y="43"/>
                  </a:cubicBezTo>
                  <a:cubicBezTo>
                    <a:pt x="450" y="234"/>
                    <a:pt x="237" y="459"/>
                    <a:pt x="46" y="706"/>
                  </a:cubicBezTo>
                  <a:cubicBezTo>
                    <a:pt x="1" y="796"/>
                    <a:pt x="68" y="897"/>
                    <a:pt x="169" y="908"/>
                  </a:cubicBezTo>
                  <a:cubicBezTo>
                    <a:pt x="563" y="852"/>
                    <a:pt x="900" y="594"/>
                    <a:pt x="1035" y="223"/>
                  </a:cubicBezTo>
                  <a:cubicBezTo>
                    <a:pt x="1046" y="166"/>
                    <a:pt x="1035" y="110"/>
                    <a:pt x="990" y="76"/>
                  </a:cubicBezTo>
                  <a:cubicBezTo>
                    <a:pt x="966" y="68"/>
                    <a:pt x="942" y="61"/>
                    <a:pt x="918" y="61"/>
                  </a:cubicBezTo>
                  <a:cubicBezTo>
                    <a:pt x="908" y="61"/>
                    <a:pt x="899" y="62"/>
                    <a:pt x="889" y="65"/>
                  </a:cubicBezTo>
                  <a:cubicBezTo>
                    <a:pt x="889" y="54"/>
                    <a:pt x="889" y="43"/>
                    <a:pt x="877" y="43"/>
                  </a:cubicBezTo>
                  <a:cubicBezTo>
                    <a:pt x="849" y="15"/>
                    <a:pt x="816" y="1"/>
                    <a:pt x="78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41"/>
            <p:cNvSpPr/>
            <p:nvPr/>
          </p:nvSpPr>
          <p:spPr>
            <a:xfrm>
              <a:off x="-1510378" y="296464"/>
              <a:ext cx="80631" cy="161944"/>
            </a:xfrm>
            <a:custGeom>
              <a:avLst/>
              <a:gdLst/>
              <a:ahLst/>
              <a:cxnLst/>
              <a:rect l="l" t="t" r="r" b="b"/>
              <a:pathLst>
                <a:path w="709" h="1424" extrusionOk="0">
                  <a:moveTo>
                    <a:pt x="523" y="1"/>
                  </a:moveTo>
                  <a:cubicBezTo>
                    <a:pt x="489" y="1"/>
                    <a:pt x="455" y="12"/>
                    <a:pt x="427" y="34"/>
                  </a:cubicBezTo>
                  <a:cubicBezTo>
                    <a:pt x="113" y="394"/>
                    <a:pt x="0" y="878"/>
                    <a:pt x="135" y="1339"/>
                  </a:cubicBezTo>
                  <a:cubicBezTo>
                    <a:pt x="154" y="1396"/>
                    <a:pt x="205" y="1424"/>
                    <a:pt x="258" y="1424"/>
                  </a:cubicBezTo>
                  <a:cubicBezTo>
                    <a:pt x="299" y="1424"/>
                    <a:pt x="342" y="1407"/>
                    <a:pt x="371" y="1372"/>
                  </a:cubicBezTo>
                  <a:cubicBezTo>
                    <a:pt x="562" y="1013"/>
                    <a:pt x="675" y="630"/>
                    <a:pt x="708" y="237"/>
                  </a:cubicBezTo>
                  <a:cubicBezTo>
                    <a:pt x="708" y="192"/>
                    <a:pt x="686" y="147"/>
                    <a:pt x="652" y="124"/>
                  </a:cubicBezTo>
                  <a:cubicBezTo>
                    <a:pt x="652" y="91"/>
                    <a:pt x="641" y="57"/>
                    <a:pt x="618" y="34"/>
                  </a:cubicBezTo>
                  <a:cubicBezTo>
                    <a:pt x="590" y="12"/>
                    <a:pt x="557" y="1"/>
                    <a:pt x="5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41"/>
            <p:cNvSpPr/>
            <p:nvPr/>
          </p:nvSpPr>
          <p:spPr>
            <a:xfrm>
              <a:off x="-1106427" y="301240"/>
              <a:ext cx="70509" cy="134992"/>
            </a:xfrm>
            <a:custGeom>
              <a:avLst/>
              <a:gdLst/>
              <a:ahLst/>
              <a:cxnLst/>
              <a:rect l="l" t="t" r="r" b="b"/>
              <a:pathLst>
                <a:path w="620" h="1187" extrusionOk="0">
                  <a:moveTo>
                    <a:pt x="144" y="0"/>
                  </a:moveTo>
                  <a:cubicBezTo>
                    <a:pt x="121" y="0"/>
                    <a:pt x="98" y="6"/>
                    <a:pt x="79" y="15"/>
                  </a:cubicBezTo>
                  <a:cubicBezTo>
                    <a:pt x="23" y="82"/>
                    <a:pt x="1" y="161"/>
                    <a:pt x="12" y="251"/>
                  </a:cubicBezTo>
                  <a:cubicBezTo>
                    <a:pt x="68" y="532"/>
                    <a:pt x="136" y="813"/>
                    <a:pt x="203" y="1094"/>
                  </a:cubicBezTo>
                  <a:cubicBezTo>
                    <a:pt x="225" y="1152"/>
                    <a:pt x="283" y="1186"/>
                    <a:pt x="339" y="1186"/>
                  </a:cubicBezTo>
                  <a:cubicBezTo>
                    <a:pt x="372" y="1186"/>
                    <a:pt x="404" y="1175"/>
                    <a:pt x="428" y="1150"/>
                  </a:cubicBezTo>
                  <a:cubicBezTo>
                    <a:pt x="574" y="993"/>
                    <a:pt x="619" y="768"/>
                    <a:pt x="563" y="566"/>
                  </a:cubicBezTo>
                  <a:cubicBezTo>
                    <a:pt x="484" y="363"/>
                    <a:pt x="383" y="184"/>
                    <a:pt x="237" y="37"/>
                  </a:cubicBezTo>
                  <a:cubicBezTo>
                    <a:pt x="210" y="11"/>
                    <a:pt x="176" y="0"/>
                    <a:pt x="14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41"/>
            <p:cNvSpPr/>
            <p:nvPr/>
          </p:nvSpPr>
          <p:spPr>
            <a:xfrm>
              <a:off x="-768891" y="201390"/>
              <a:ext cx="88364" cy="115203"/>
            </a:xfrm>
            <a:custGeom>
              <a:avLst/>
              <a:gdLst/>
              <a:ahLst/>
              <a:cxnLst/>
              <a:rect l="l" t="t" r="r" b="b"/>
              <a:pathLst>
                <a:path w="777" h="1013" extrusionOk="0">
                  <a:moveTo>
                    <a:pt x="136" y="1"/>
                  </a:moveTo>
                  <a:cubicBezTo>
                    <a:pt x="103" y="1"/>
                    <a:pt x="71" y="13"/>
                    <a:pt x="46" y="39"/>
                  </a:cubicBezTo>
                  <a:cubicBezTo>
                    <a:pt x="12" y="72"/>
                    <a:pt x="1" y="128"/>
                    <a:pt x="12" y="173"/>
                  </a:cubicBezTo>
                  <a:cubicBezTo>
                    <a:pt x="124" y="477"/>
                    <a:pt x="304" y="758"/>
                    <a:pt x="552" y="983"/>
                  </a:cubicBezTo>
                  <a:cubicBezTo>
                    <a:pt x="578" y="1003"/>
                    <a:pt x="608" y="1012"/>
                    <a:pt x="637" y="1012"/>
                  </a:cubicBezTo>
                  <a:cubicBezTo>
                    <a:pt x="705" y="1012"/>
                    <a:pt x="769" y="961"/>
                    <a:pt x="776" y="882"/>
                  </a:cubicBezTo>
                  <a:cubicBezTo>
                    <a:pt x="776" y="781"/>
                    <a:pt x="754" y="691"/>
                    <a:pt x="720" y="601"/>
                  </a:cubicBezTo>
                  <a:cubicBezTo>
                    <a:pt x="687" y="308"/>
                    <a:pt x="473" y="61"/>
                    <a:pt x="169" y="5"/>
                  </a:cubicBezTo>
                  <a:cubicBezTo>
                    <a:pt x="158" y="2"/>
                    <a:pt x="147" y="1"/>
                    <a:pt x="13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41"/>
            <p:cNvSpPr/>
            <p:nvPr/>
          </p:nvSpPr>
          <p:spPr>
            <a:xfrm>
              <a:off x="-1880894" y="230731"/>
              <a:ext cx="325367" cy="579656"/>
            </a:xfrm>
            <a:custGeom>
              <a:avLst/>
              <a:gdLst/>
              <a:ahLst/>
              <a:cxnLst/>
              <a:rect l="l" t="t" r="r" b="b"/>
              <a:pathLst>
                <a:path w="2861" h="5097" extrusionOk="0">
                  <a:moveTo>
                    <a:pt x="2697" y="0"/>
                  </a:moveTo>
                  <a:cubicBezTo>
                    <a:pt x="2665" y="0"/>
                    <a:pt x="2633" y="12"/>
                    <a:pt x="2606" y="39"/>
                  </a:cubicBezTo>
                  <a:cubicBezTo>
                    <a:pt x="2592" y="33"/>
                    <a:pt x="2576" y="30"/>
                    <a:pt x="2561" y="30"/>
                  </a:cubicBezTo>
                  <a:cubicBezTo>
                    <a:pt x="2517" y="30"/>
                    <a:pt x="2474" y="54"/>
                    <a:pt x="2449" y="95"/>
                  </a:cubicBezTo>
                  <a:cubicBezTo>
                    <a:pt x="1459" y="1613"/>
                    <a:pt x="639" y="3232"/>
                    <a:pt x="9" y="4941"/>
                  </a:cubicBezTo>
                  <a:cubicBezTo>
                    <a:pt x="1" y="5030"/>
                    <a:pt x="69" y="5096"/>
                    <a:pt x="146" y="5096"/>
                  </a:cubicBezTo>
                  <a:cubicBezTo>
                    <a:pt x="175" y="5096"/>
                    <a:pt x="206" y="5086"/>
                    <a:pt x="234" y="5064"/>
                  </a:cubicBezTo>
                  <a:cubicBezTo>
                    <a:pt x="504" y="4738"/>
                    <a:pt x="672" y="4322"/>
                    <a:pt x="863" y="3940"/>
                  </a:cubicBezTo>
                  <a:lnTo>
                    <a:pt x="1527" y="2681"/>
                  </a:lnTo>
                  <a:lnTo>
                    <a:pt x="2820" y="185"/>
                  </a:lnTo>
                  <a:cubicBezTo>
                    <a:pt x="2861" y="87"/>
                    <a:pt x="2782" y="0"/>
                    <a:pt x="269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41"/>
            <p:cNvSpPr/>
            <p:nvPr/>
          </p:nvSpPr>
          <p:spPr>
            <a:xfrm>
              <a:off x="-1281563" y="344001"/>
              <a:ext cx="84498" cy="585229"/>
            </a:xfrm>
            <a:custGeom>
              <a:avLst/>
              <a:gdLst/>
              <a:ahLst/>
              <a:cxnLst/>
              <a:rect l="l" t="t" r="r" b="b"/>
              <a:pathLst>
                <a:path w="743" h="5146" extrusionOk="0">
                  <a:moveTo>
                    <a:pt x="284" y="0"/>
                  </a:moveTo>
                  <a:cubicBezTo>
                    <a:pt x="246" y="0"/>
                    <a:pt x="210" y="20"/>
                    <a:pt x="192" y="66"/>
                  </a:cubicBezTo>
                  <a:lnTo>
                    <a:pt x="180" y="100"/>
                  </a:lnTo>
                  <a:cubicBezTo>
                    <a:pt x="45" y="471"/>
                    <a:pt x="1" y="864"/>
                    <a:pt x="57" y="1258"/>
                  </a:cubicBezTo>
                  <a:cubicBezTo>
                    <a:pt x="79" y="1674"/>
                    <a:pt x="113" y="2112"/>
                    <a:pt x="147" y="2528"/>
                  </a:cubicBezTo>
                  <a:cubicBezTo>
                    <a:pt x="203" y="3371"/>
                    <a:pt x="315" y="4215"/>
                    <a:pt x="461" y="5047"/>
                  </a:cubicBezTo>
                  <a:cubicBezTo>
                    <a:pt x="476" y="5115"/>
                    <a:pt x="527" y="5145"/>
                    <a:pt x="580" y="5145"/>
                  </a:cubicBezTo>
                  <a:cubicBezTo>
                    <a:pt x="649" y="5145"/>
                    <a:pt x="720" y="5095"/>
                    <a:pt x="720" y="5013"/>
                  </a:cubicBezTo>
                  <a:cubicBezTo>
                    <a:pt x="720" y="4068"/>
                    <a:pt x="731" y="3135"/>
                    <a:pt x="743" y="2191"/>
                  </a:cubicBezTo>
                  <a:cubicBezTo>
                    <a:pt x="743" y="1730"/>
                    <a:pt x="743" y="1269"/>
                    <a:pt x="743" y="808"/>
                  </a:cubicBezTo>
                  <a:cubicBezTo>
                    <a:pt x="743" y="538"/>
                    <a:pt x="709" y="201"/>
                    <a:pt x="428" y="100"/>
                  </a:cubicBezTo>
                  <a:cubicBezTo>
                    <a:pt x="401" y="40"/>
                    <a:pt x="340" y="0"/>
                    <a:pt x="2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41"/>
            <p:cNvSpPr/>
            <p:nvPr/>
          </p:nvSpPr>
          <p:spPr>
            <a:xfrm>
              <a:off x="-927423" y="290777"/>
              <a:ext cx="328779" cy="610817"/>
            </a:xfrm>
            <a:custGeom>
              <a:avLst/>
              <a:gdLst/>
              <a:ahLst/>
              <a:cxnLst/>
              <a:rect l="l" t="t" r="r" b="b"/>
              <a:pathLst>
                <a:path w="2891" h="5371" extrusionOk="0">
                  <a:moveTo>
                    <a:pt x="195" y="1"/>
                  </a:moveTo>
                  <a:cubicBezTo>
                    <a:pt x="166" y="1"/>
                    <a:pt x="135" y="6"/>
                    <a:pt x="102" y="17"/>
                  </a:cubicBezTo>
                  <a:cubicBezTo>
                    <a:pt x="34" y="28"/>
                    <a:pt x="1" y="107"/>
                    <a:pt x="12" y="174"/>
                  </a:cubicBezTo>
                  <a:cubicBezTo>
                    <a:pt x="585" y="1996"/>
                    <a:pt x="1417" y="3738"/>
                    <a:pt x="2485" y="5323"/>
                  </a:cubicBezTo>
                  <a:cubicBezTo>
                    <a:pt x="2514" y="5356"/>
                    <a:pt x="2552" y="5371"/>
                    <a:pt x="2591" y="5371"/>
                  </a:cubicBezTo>
                  <a:cubicBezTo>
                    <a:pt x="2658" y="5371"/>
                    <a:pt x="2725" y="5324"/>
                    <a:pt x="2733" y="5245"/>
                  </a:cubicBezTo>
                  <a:cubicBezTo>
                    <a:pt x="2823" y="5245"/>
                    <a:pt x="2890" y="5166"/>
                    <a:pt x="2856" y="5076"/>
                  </a:cubicBezTo>
                  <a:cubicBezTo>
                    <a:pt x="2485" y="4132"/>
                    <a:pt x="2069" y="3187"/>
                    <a:pt x="1620" y="2277"/>
                  </a:cubicBezTo>
                  <a:cubicBezTo>
                    <a:pt x="1395" y="1816"/>
                    <a:pt x="1147" y="1366"/>
                    <a:pt x="900" y="928"/>
                  </a:cubicBezTo>
                  <a:cubicBezTo>
                    <a:pt x="776" y="703"/>
                    <a:pt x="653" y="478"/>
                    <a:pt x="518" y="264"/>
                  </a:cubicBezTo>
                  <a:cubicBezTo>
                    <a:pt x="443" y="133"/>
                    <a:pt x="344" y="1"/>
                    <a:pt x="19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41"/>
            <p:cNvSpPr/>
            <p:nvPr/>
          </p:nvSpPr>
          <p:spPr>
            <a:xfrm>
              <a:off x="-642087" y="62418"/>
              <a:ext cx="642091" cy="284313"/>
            </a:xfrm>
            <a:custGeom>
              <a:avLst/>
              <a:gdLst/>
              <a:ahLst/>
              <a:cxnLst/>
              <a:rect l="l" t="t" r="r" b="b"/>
              <a:pathLst>
                <a:path w="5646" h="2500" extrusionOk="0">
                  <a:moveTo>
                    <a:pt x="174" y="1"/>
                  </a:moveTo>
                  <a:cubicBezTo>
                    <a:pt x="70" y="1"/>
                    <a:pt x="1" y="107"/>
                    <a:pt x="44" y="192"/>
                  </a:cubicBezTo>
                  <a:cubicBezTo>
                    <a:pt x="280" y="563"/>
                    <a:pt x="718" y="575"/>
                    <a:pt x="1089" y="710"/>
                  </a:cubicBezTo>
                  <a:cubicBezTo>
                    <a:pt x="1595" y="878"/>
                    <a:pt x="2022" y="1227"/>
                    <a:pt x="2483" y="1497"/>
                  </a:cubicBezTo>
                  <a:cubicBezTo>
                    <a:pt x="3383" y="2014"/>
                    <a:pt x="4383" y="2362"/>
                    <a:pt x="5418" y="2497"/>
                  </a:cubicBezTo>
                  <a:cubicBezTo>
                    <a:pt x="5425" y="2499"/>
                    <a:pt x="5433" y="2500"/>
                    <a:pt x="5441" y="2500"/>
                  </a:cubicBezTo>
                  <a:cubicBezTo>
                    <a:pt x="5546" y="2500"/>
                    <a:pt x="5646" y="2367"/>
                    <a:pt x="5541" y="2284"/>
                  </a:cubicBezTo>
                  <a:cubicBezTo>
                    <a:pt x="5193" y="2014"/>
                    <a:pt x="4811" y="1800"/>
                    <a:pt x="4406" y="1643"/>
                  </a:cubicBezTo>
                  <a:lnTo>
                    <a:pt x="3034" y="1047"/>
                  </a:lnTo>
                  <a:cubicBezTo>
                    <a:pt x="2573" y="845"/>
                    <a:pt x="2124" y="642"/>
                    <a:pt x="1663" y="451"/>
                  </a:cubicBezTo>
                  <a:cubicBezTo>
                    <a:pt x="1235" y="249"/>
                    <a:pt x="774" y="103"/>
                    <a:pt x="302" y="24"/>
                  </a:cubicBezTo>
                  <a:cubicBezTo>
                    <a:pt x="297" y="18"/>
                    <a:pt x="288" y="15"/>
                    <a:pt x="278" y="15"/>
                  </a:cubicBezTo>
                  <a:cubicBezTo>
                    <a:pt x="269" y="15"/>
                    <a:pt x="257" y="18"/>
                    <a:pt x="246" y="24"/>
                  </a:cubicBezTo>
                  <a:lnTo>
                    <a:pt x="190" y="1"/>
                  </a:lnTo>
                  <a:cubicBezTo>
                    <a:pt x="185" y="1"/>
                    <a:pt x="179" y="1"/>
                    <a:pt x="17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41"/>
            <p:cNvSpPr/>
            <p:nvPr/>
          </p:nvSpPr>
          <p:spPr>
            <a:xfrm>
              <a:off x="-1623534" y="-514623"/>
              <a:ext cx="128964" cy="260203"/>
            </a:xfrm>
            <a:custGeom>
              <a:avLst/>
              <a:gdLst/>
              <a:ahLst/>
              <a:cxnLst/>
              <a:rect l="l" t="t" r="r" b="b"/>
              <a:pathLst>
                <a:path w="1134" h="2288" extrusionOk="0">
                  <a:moveTo>
                    <a:pt x="1026" y="1"/>
                  </a:moveTo>
                  <a:cubicBezTo>
                    <a:pt x="1008" y="1"/>
                    <a:pt x="989" y="8"/>
                    <a:pt x="973" y="28"/>
                  </a:cubicBezTo>
                  <a:cubicBezTo>
                    <a:pt x="411" y="623"/>
                    <a:pt x="73" y="1399"/>
                    <a:pt x="6" y="2220"/>
                  </a:cubicBezTo>
                  <a:cubicBezTo>
                    <a:pt x="0" y="2265"/>
                    <a:pt x="37" y="2287"/>
                    <a:pt x="76" y="2287"/>
                  </a:cubicBezTo>
                  <a:cubicBezTo>
                    <a:pt x="115" y="2287"/>
                    <a:pt x="158" y="2265"/>
                    <a:pt x="163" y="2220"/>
                  </a:cubicBezTo>
                  <a:cubicBezTo>
                    <a:pt x="219" y="1433"/>
                    <a:pt x="545" y="702"/>
                    <a:pt x="1074" y="129"/>
                  </a:cubicBezTo>
                  <a:cubicBezTo>
                    <a:pt x="1133" y="78"/>
                    <a:pt x="1083" y="1"/>
                    <a:pt x="1026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41"/>
            <p:cNvSpPr/>
            <p:nvPr/>
          </p:nvSpPr>
          <p:spPr>
            <a:xfrm>
              <a:off x="-1361625" y="-632215"/>
              <a:ext cx="204705" cy="54588"/>
            </a:xfrm>
            <a:custGeom>
              <a:avLst/>
              <a:gdLst/>
              <a:ahLst/>
              <a:cxnLst/>
              <a:rect l="l" t="t" r="r" b="b"/>
              <a:pathLst>
                <a:path w="1800" h="480" extrusionOk="0">
                  <a:moveTo>
                    <a:pt x="1200" y="1"/>
                  </a:moveTo>
                  <a:cubicBezTo>
                    <a:pt x="804" y="1"/>
                    <a:pt x="414" y="113"/>
                    <a:pt x="75" y="342"/>
                  </a:cubicBezTo>
                  <a:cubicBezTo>
                    <a:pt x="0" y="379"/>
                    <a:pt x="50" y="479"/>
                    <a:pt x="114" y="479"/>
                  </a:cubicBezTo>
                  <a:cubicBezTo>
                    <a:pt x="127" y="479"/>
                    <a:pt x="140" y="475"/>
                    <a:pt x="154" y="466"/>
                  </a:cubicBezTo>
                  <a:cubicBezTo>
                    <a:pt x="459" y="262"/>
                    <a:pt x="818" y="157"/>
                    <a:pt x="1182" y="157"/>
                  </a:cubicBezTo>
                  <a:cubicBezTo>
                    <a:pt x="1342" y="157"/>
                    <a:pt x="1503" y="177"/>
                    <a:pt x="1660" y="218"/>
                  </a:cubicBezTo>
                  <a:cubicBezTo>
                    <a:pt x="1667" y="220"/>
                    <a:pt x="1674" y="221"/>
                    <a:pt x="1681" y="221"/>
                  </a:cubicBezTo>
                  <a:cubicBezTo>
                    <a:pt x="1767" y="221"/>
                    <a:pt x="1799" y="92"/>
                    <a:pt x="1705" y="61"/>
                  </a:cubicBezTo>
                  <a:cubicBezTo>
                    <a:pt x="1538" y="21"/>
                    <a:pt x="1368" y="1"/>
                    <a:pt x="1200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41"/>
            <p:cNvSpPr/>
            <p:nvPr/>
          </p:nvSpPr>
          <p:spPr>
            <a:xfrm>
              <a:off x="-1617848" y="-137852"/>
              <a:ext cx="74831" cy="183325"/>
            </a:xfrm>
            <a:custGeom>
              <a:avLst/>
              <a:gdLst/>
              <a:ahLst/>
              <a:cxnLst/>
              <a:rect l="l" t="t" r="r" b="b"/>
              <a:pathLst>
                <a:path w="658" h="1612" extrusionOk="0">
                  <a:moveTo>
                    <a:pt x="102" y="0"/>
                  </a:moveTo>
                  <a:cubicBezTo>
                    <a:pt x="63" y="0"/>
                    <a:pt x="23" y="25"/>
                    <a:pt x="23" y="76"/>
                  </a:cubicBezTo>
                  <a:cubicBezTo>
                    <a:pt x="1" y="616"/>
                    <a:pt x="169" y="1144"/>
                    <a:pt x="484" y="1571"/>
                  </a:cubicBezTo>
                  <a:cubicBezTo>
                    <a:pt x="502" y="1600"/>
                    <a:pt x="528" y="1611"/>
                    <a:pt x="553" y="1611"/>
                  </a:cubicBezTo>
                  <a:cubicBezTo>
                    <a:pt x="607" y="1611"/>
                    <a:pt x="657" y="1558"/>
                    <a:pt x="619" y="1504"/>
                  </a:cubicBezTo>
                  <a:cubicBezTo>
                    <a:pt x="316" y="1088"/>
                    <a:pt x="158" y="582"/>
                    <a:pt x="181" y="76"/>
                  </a:cubicBezTo>
                  <a:cubicBezTo>
                    <a:pt x="181" y="25"/>
                    <a:pt x="141" y="0"/>
                    <a:pt x="102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41"/>
            <p:cNvSpPr/>
            <p:nvPr/>
          </p:nvSpPr>
          <p:spPr>
            <a:xfrm>
              <a:off x="-1263026" y="-154570"/>
              <a:ext cx="188670" cy="141815"/>
            </a:xfrm>
            <a:custGeom>
              <a:avLst/>
              <a:gdLst/>
              <a:ahLst/>
              <a:cxnLst/>
              <a:rect l="l" t="t" r="r" b="b"/>
              <a:pathLst>
                <a:path w="1659" h="1247" extrusionOk="0">
                  <a:moveTo>
                    <a:pt x="1553" y="1"/>
                  </a:moveTo>
                  <a:cubicBezTo>
                    <a:pt x="1513" y="1"/>
                    <a:pt x="1473" y="26"/>
                    <a:pt x="1479" y="77"/>
                  </a:cubicBezTo>
                  <a:cubicBezTo>
                    <a:pt x="1490" y="437"/>
                    <a:pt x="1400" y="853"/>
                    <a:pt x="1040" y="1032"/>
                  </a:cubicBezTo>
                  <a:cubicBezTo>
                    <a:pt x="962" y="1075"/>
                    <a:pt x="874" y="1097"/>
                    <a:pt x="785" y="1097"/>
                  </a:cubicBezTo>
                  <a:cubicBezTo>
                    <a:pt x="708" y="1097"/>
                    <a:pt x="630" y="1080"/>
                    <a:pt x="557" y="1044"/>
                  </a:cubicBezTo>
                  <a:cubicBezTo>
                    <a:pt x="400" y="943"/>
                    <a:pt x="276" y="819"/>
                    <a:pt x="175" y="661"/>
                  </a:cubicBezTo>
                  <a:cubicBezTo>
                    <a:pt x="158" y="638"/>
                    <a:pt x="135" y="629"/>
                    <a:pt x="112" y="629"/>
                  </a:cubicBezTo>
                  <a:cubicBezTo>
                    <a:pt x="56" y="629"/>
                    <a:pt x="0" y="685"/>
                    <a:pt x="40" y="740"/>
                  </a:cubicBezTo>
                  <a:cubicBezTo>
                    <a:pt x="152" y="920"/>
                    <a:pt x="310" y="1077"/>
                    <a:pt x="490" y="1179"/>
                  </a:cubicBezTo>
                  <a:cubicBezTo>
                    <a:pt x="585" y="1224"/>
                    <a:pt x="686" y="1246"/>
                    <a:pt x="786" y="1246"/>
                  </a:cubicBezTo>
                  <a:cubicBezTo>
                    <a:pt x="886" y="1246"/>
                    <a:pt x="984" y="1224"/>
                    <a:pt x="1074" y="1179"/>
                  </a:cubicBezTo>
                  <a:cubicBezTo>
                    <a:pt x="1524" y="999"/>
                    <a:pt x="1659" y="504"/>
                    <a:pt x="1636" y="77"/>
                  </a:cubicBezTo>
                  <a:cubicBezTo>
                    <a:pt x="1636" y="26"/>
                    <a:pt x="1594" y="1"/>
                    <a:pt x="1553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41"/>
            <p:cNvSpPr/>
            <p:nvPr/>
          </p:nvSpPr>
          <p:spPr>
            <a:xfrm>
              <a:off x="-1371065" y="-269091"/>
              <a:ext cx="73011" cy="68008"/>
            </a:xfrm>
            <a:custGeom>
              <a:avLst/>
              <a:gdLst/>
              <a:ahLst/>
              <a:cxnLst/>
              <a:rect l="l" t="t" r="r" b="b"/>
              <a:pathLst>
                <a:path w="642" h="598" extrusionOk="0">
                  <a:moveTo>
                    <a:pt x="393" y="1"/>
                  </a:moveTo>
                  <a:cubicBezTo>
                    <a:pt x="359" y="1"/>
                    <a:pt x="326" y="6"/>
                    <a:pt x="293" y="16"/>
                  </a:cubicBezTo>
                  <a:cubicBezTo>
                    <a:pt x="158" y="61"/>
                    <a:pt x="68" y="173"/>
                    <a:pt x="34" y="297"/>
                  </a:cubicBezTo>
                  <a:cubicBezTo>
                    <a:pt x="12" y="376"/>
                    <a:pt x="1" y="443"/>
                    <a:pt x="12" y="522"/>
                  </a:cubicBezTo>
                  <a:cubicBezTo>
                    <a:pt x="12" y="572"/>
                    <a:pt x="51" y="598"/>
                    <a:pt x="90" y="598"/>
                  </a:cubicBezTo>
                  <a:cubicBezTo>
                    <a:pt x="130" y="598"/>
                    <a:pt x="169" y="572"/>
                    <a:pt x="169" y="522"/>
                  </a:cubicBezTo>
                  <a:cubicBezTo>
                    <a:pt x="158" y="488"/>
                    <a:pt x="158" y="454"/>
                    <a:pt x="169" y="421"/>
                  </a:cubicBezTo>
                  <a:lnTo>
                    <a:pt x="169" y="409"/>
                  </a:lnTo>
                  <a:lnTo>
                    <a:pt x="169" y="387"/>
                  </a:lnTo>
                  <a:cubicBezTo>
                    <a:pt x="169" y="364"/>
                    <a:pt x="169" y="353"/>
                    <a:pt x="180" y="331"/>
                  </a:cubicBezTo>
                  <a:cubicBezTo>
                    <a:pt x="180" y="331"/>
                    <a:pt x="180" y="319"/>
                    <a:pt x="180" y="319"/>
                  </a:cubicBezTo>
                  <a:lnTo>
                    <a:pt x="180" y="308"/>
                  </a:lnTo>
                  <a:cubicBezTo>
                    <a:pt x="192" y="286"/>
                    <a:pt x="203" y="274"/>
                    <a:pt x="214" y="263"/>
                  </a:cubicBezTo>
                  <a:lnTo>
                    <a:pt x="214" y="252"/>
                  </a:lnTo>
                  <a:lnTo>
                    <a:pt x="225" y="229"/>
                  </a:lnTo>
                  <a:lnTo>
                    <a:pt x="248" y="218"/>
                  </a:lnTo>
                  <a:lnTo>
                    <a:pt x="259" y="207"/>
                  </a:lnTo>
                  <a:lnTo>
                    <a:pt x="270" y="196"/>
                  </a:lnTo>
                  <a:lnTo>
                    <a:pt x="282" y="196"/>
                  </a:lnTo>
                  <a:cubicBezTo>
                    <a:pt x="282" y="196"/>
                    <a:pt x="297" y="186"/>
                    <a:pt x="300" y="186"/>
                  </a:cubicBezTo>
                  <a:cubicBezTo>
                    <a:pt x="302" y="186"/>
                    <a:pt x="300" y="188"/>
                    <a:pt x="293" y="196"/>
                  </a:cubicBezTo>
                  <a:lnTo>
                    <a:pt x="315" y="196"/>
                  </a:lnTo>
                  <a:cubicBezTo>
                    <a:pt x="327" y="184"/>
                    <a:pt x="338" y="184"/>
                    <a:pt x="349" y="184"/>
                  </a:cubicBezTo>
                  <a:lnTo>
                    <a:pt x="439" y="184"/>
                  </a:lnTo>
                  <a:cubicBezTo>
                    <a:pt x="450" y="184"/>
                    <a:pt x="461" y="196"/>
                    <a:pt x="473" y="196"/>
                  </a:cubicBezTo>
                  <a:lnTo>
                    <a:pt x="484" y="218"/>
                  </a:lnTo>
                  <a:cubicBezTo>
                    <a:pt x="501" y="229"/>
                    <a:pt x="521" y="235"/>
                    <a:pt x="540" y="235"/>
                  </a:cubicBezTo>
                  <a:cubicBezTo>
                    <a:pt x="560" y="235"/>
                    <a:pt x="580" y="229"/>
                    <a:pt x="596" y="218"/>
                  </a:cubicBezTo>
                  <a:cubicBezTo>
                    <a:pt x="630" y="184"/>
                    <a:pt x="641" y="139"/>
                    <a:pt x="619" y="95"/>
                  </a:cubicBezTo>
                  <a:cubicBezTo>
                    <a:pt x="555" y="31"/>
                    <a:pt x="475" y="1"/>
                    <a:pt x="393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41"/>
            <p:cNvSpPr/>
            <p:nvPr/>
          </p:nvSpPr>
          <p:spPr>
            <a:xfrm>
              <a:off x="-1201046" y="-358137"/>
              <a:ext cx="81996" cy="65278"/>
            </a:xfrm>
            <a:custGeom>
              <a:avLst/>
              <a:gdLst/>
              <a:ahLst/>
              <a:cxnLst/>
              <a:rect l="l" t="t" r="r" b="b"/>
              <a:pathLst>
                <a:path w="721" h="574" extrusionOk="0">
                  <a:moveTo>
                    <a:pt x="349" y="1"/>
                  </a:moveTo>
                  <a:cubicBezTo>
                    <a:pt x="181" y="1"/>
                    <a:pt x="46" y="124"/>
                    <a:pt x="23" y="282"/>
                  </a:cubicBezTo>
                  <a:cubicBezTo>
                    <a:pt x="1" y="372"/>
                    <a:pt x="23" y="462"/>
                    <a:pt x="68" y="529"/>
                  </a:cubicBezTo>
                  <a:cubicBezTo>
                    <a:pt x="83" y="559"/>
                    <a:pt x="108" y="574"/>
                    <a:pt x="137" y="574"/>
                  </a:cubicBezTo>
                  <a:cubicBezTo>
                    <a:pt x="151" y="574"/>
                    <a:pt x="166" y="570"/>
                    <a:pt x="181" y="563"/>
                  </a:cubicBezTo>
                  <a:cubicBezTo>
                    <a:pt x="214" y="540"/>
                    <a:pt x="226" y="495"/>
                    <a:pt x="203" y="462"/>
                  </a:cubicBezTo>
                  <a:cubicBezTo>
                    <a:pt x="192" y="450"/>
                    <a:pt x="192" y="439"/>
                    <a:pt x="181" y="417"/>
                  </a:cubicBezTo>
                  <a:lnTo>
                    <a:pt x="181" y="405"/>
                  </a:lnTo>
                  <a:lnTo>
                    <a:pt x="181" y="383"/>
                  </a:lnTo>
                  <a:lnTo>
                    <a:pt x="181" y="338"/>
                  </a:lnTo>
                  <a:lnTo>
                    <a:pt x="181" y="315"/>
                  </a:lnTo>
                  <a:lnTo>
                    <a:pt x="192" y="282"/>
                  </a:lnTo>
                  <a:lnTo>
                    <a:pt x="203" y="259"/>
                  </a:lnTo>
                  <a:lnTo>
                    <a:pt x="214" y="237"/>
                  </a:lnTo>
                  <a:cubicBezTo>
                    <a:pt x="226" y="225"/>
                    <a:pt x="237" y="214"/>
                    <a:pt x="248" y="203"/>
                  </a:cubicBezTo>
                  <a:lnTo>
                    <a:pt x="259" y="192"/>
                  </a:lnTo>
                  <a:lnTo>
                    <a:pt x="417" y="192"/>
                  </a:lnTo>
                  <a:cubicBezTo>
                    <a:pt x="428" y="203"/>
                    <a:pt x="439" y="203"/>
                    <a:pt x="451" y="214"/>
                  </a:cubicBezTo>
                  <a:lnTo>
                    <a:pt x="462" y="225"/>
                  </a:lnTo>
                  <a:lnTo>
                    <a:pt x="473" y="237"/>
                  </a:lnTo>
                  <a:lnTo>
                    <a:pt x="495" y="259"/>
                  </a:lnTo>
                  <a:lnTo>
                    <a:pt x="529" y="293"/>
                  </a:lnTo>
                  <a:lnTo>
                    <a:pt x="529" y="304"/>
                  </a:lnTo>
                  <a:cubicBezTo>
                    <a:pt x="529" y="315"/>
                    <a:pt x="529" y="327"/>
                    <a:pt x="529" y="338"/>
                  </a:cubicBezTo>
                  <a:cubicBezTo>
                    <a:pt x="540" y="372"/>
                    <a:pt x="574" y="394"/>
                    <a:pt x="619" y="394"/>
                  </a:cubicBezTo>
                  <a:cubicBezTo>
                    <a:pt x="675" y="394"/>
                    <a:pt x="720" y="327"/>
                    <a:pt x="698" y="282"/>
                  </a:cubicBezTo>
                  <a:cubicBezTo>
                    <a:pt x="653" y="113"/>
                    <a:pt x="507" y="1"/>
                    <a:pt x="349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2" name="Google Shape;2092;p41"/>
          <p:cNvGrpSpPr/>
          <p:nvPr/>
        </p:nvGrpSpPr>
        <p:grpSpPr>
          <a:xfrm flipH="1">
            <a:off x="7983874" y="4677029"/>
            <a:ext cx="1932838" cy="874384"/>
            <a:chOff x="5935450" y="921661"/>
            <a:chExt cx="739786" cy="334641"/>
          </a:xfrm>
        </p:grpSpPr>
        <p:sp>
          <p:nvSpPr>
            <p:cNvPr id="2093" name="Google Shape;2093;p41"/>
            <p:cNvSpPr/>
            <p:nvPr/>
          </p:nvSpPr>
          <p:spPr>
            <a:xfrm>
              <a:off x="5935450" y="921661"/>
              <a:ext cx="739786" cy="334641"/>
            </a:xfrm>
            <a:custGeom>
              <a:avLst/>
              <a:gdLst/>
              <a:ahLst/>
              <a:cxnLst/>
              <a:rect l="l" t="t" r="r" b="b"/>
              <a:pathLst>
                <a:path w="6263" h="2833" extrusionOk="0">
                  <a:moveTo>
                    <a:pt x="2871" y="1"/>
                  </a:moveTo>
                  <a:cubicBezTo>
                    <a:pt x="2673" y="1"/>
                    <a:pt x="2473" y="50"/>
                    <a:pt x="2291" y="148"/>
                  </a:cubicBezTo>
                  <a:cubicBezTo>
                    <a:pt x="1571" y="519"/>
                    <a:pt x="1717" y="1160"/>
                    <a:pt x="1717" y="1160"/>
                  </a:cubicBezTo>
                  <a:cubicBezTo>
                    <a:pt x="1717" y="1160"/>
                    <a:pt x="1364" y="1022"/>
                    <a:pt x="996" y="1022"/>
                  </a:cubicBezTo>
                  <a:cubicBezTo>
                    <a:pt x="675" y="1022"/>
                    <a:pt x="342" y="1127"/>
                    <a:pt x="222" y="1520"/>
                  </a:cubicBezTo>
                  <a:cubicBezTo>
                    <a:pt x="0" y="2243"/>
                    <a:pt x="581" y="2594"/>
                    <a:pt x="1290" y="2594"/>
                  </a:cubicBezTo>
                  <a:cubicBezTo>
                    <a:pt x="1407" y="2594"/>
                    <a:pt x="1528" y="2585"/>
                    <a:pt x="1650" y="2566"/>
                  </a:cubicBezTo>
                  <a:cubicBezTo>
                    <a:pt x="1650" y="2566"/>
                    <a:pt x="2679" y="2833"/>
                    <a:pt x="3721" y="2833"/>
                  </a:cubicBezTo>
                  <a:cubicBezTo>
                    <a:pt x="4603" y="2833"/>
                    <a:pt x="5492" y="2642"/>
                    <a:pt x="5776" y="1936"/>
                  </a:cubicBezTo>
                  <a:cubicBezTo>
                    <a:pt x="6262" y="754"/>
                    <a:pt x="5178" y="50"/>
                    <a:pt x="4281" y="50"/>
                  </a:cubicBezTo>
                  <a:cubicBezTo>
                    <a:pt x="4018" y="50"/>
                    <a:pt x="3770" y="111"/>
                    <a:pt x="3583" y="238"/>
                  </a:cubicBezTo>
                  <a:cubicBezTo>
                    <a:pt x="3375" y="81"/>
                    <a:pt x="3125" y="1"/>
                    <a:pt x="2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41"/>
            <p:cNvSpPr/>
            <p:nvPr/>
          </p:nvSpPr>
          <p:spPr>
            <a:xfrm>
              <a:off x="6282962" y="966429"/>
              <a:ext cx="44531" cy="25396"/>
            </a:xfrm>
            <a:custGeom>
              <a:avLst/>
              <a:gdLst/>
              <a:ahLst/>
              <a:cxnLst/>
              <a:rect l="l" t="t" r="r" b="b"/>
              <a:pathLst>
                <a:path w="377" h="215" extrusionOk="0">
                  <a:moveTo>
                    <a:pt x="149" y="1"/>
                  </a:moveTo>
                  <a:cubicBezTo>
                    <a:pt x="114" y="1"/>
                    <a:pt x="79" y="10"/>
                    <a:pt x="46" y="28"/>
                  </a:cubicBezTo>
                  <a:cubicBezTo>
                    <a:pt x="12" y="50"/>
                    <a:pt x="1" y="95"/>
                    <a:pt x="23" y="129"/>
                  </a:cubicBezTo>
                  <a:cubicBezTo>
                    <a:pt x="40" y="146"/>
                    <a:pt x="62" y="156"/>
                    <a:pt x="86" y="156"/>
                  </a:cubicBezTo>
                  <a:cubicBezTo>
                    <a:pt x="95" y="156"/>
                    <a:pt x="104" y="155"/>
                    <a:pt x="113" y="152"/>
                  </a:cubicBezTo>
                  <a:lnTo>
                    <a:pt x="181" y="152"/>
                  </a:lnTo>
                  <a:lnTo>
                    <a:pt x="203" y="163"/>
                  </a:lnTo>
                  <a:lnTo>
                    <a:pt x="214" y="174"/>
                  </a:lnTo>
                  <a:cubicBezTo>
                    <a:pt x="232" y="203"/>
                    <a:pt x="257" y="214"/>
                    <a:pt x="280" y="214"/>
                  </a:cubicBezTo>
                  <a:cubicBezTo>
                    <a:pt x="331" y="214"/>
                    <a:pt x="376" y="160"/>
                    <a:pt x="338" y="107"/>
                  </a:cubicBezTo>
                  <a:cubicBezTo>
                    <a:pt x="292" y="38"/>
                    <a:pt x="221" y="1"/>
                    <a:pt x="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41"/>
            <p:cNvSpPr/>
            <p:nvPr/>
          </p:nvSpPr>
          <p:spPr>
            <a:xfrm>
              <a:off x="6171456" y="969973"/>
              <a:ext cx="77132" cy="98042"/>
            </a:xfrm>
            <a:custGeom>
              <a:avLst/>
              <a:gdLst/>
              <a:ahLst/>
              <a:cxnLst/>
              <a:rect l="l" t="t" r="r" b="b"/>
              <a:pathLst>
                <a:path w="653" h="830" extrusionOk="0">
                  <a:moveTo>
                    <a:pt x="488" y="1"/>
                  </a:moveTo>
                  <a:cubicBezTo>
                    <a:pt x="370" y="1"/>
                    <a:pt x="241" y="98"/>
                    <a:pt x="180" y="189"/>
                  </a:cubicBezTo>
                  <a:cubicBezTo>
                    <a:pt x="57" y="358"/>
                    <a:pt x="0" y="560"/>
                    <a:pt x="0" y="762"/>
                  </a:cubicBezTo>
                  <a:cubicBezTo>
                    <a:pt x="0" y="796"/>
                    <a:pt x="34" y="830"/>
                    <a:pt x="79" y="830"/>
                  </a:cubicBezTo>
                  <a:cubicBezTo>
                    <a:pt x="113" y="830"/>
                    <a:pt x="146" y="796"/>
                    <a:pt x="146" y="762"/>
                  </a:cubicBezTo>
                  <a:cubicBezTo>
                    <a:pt x="146" y="605"/>
                    <a:pt x="180" y="448"/>
                    <a:pt x="259" y="313"/>
                  </a:cubicBezTo>
                  <a:cubicBezTo>
                    <a:pt x="293" y="257"/>
                    <a:pt x="338" y="212"/>
                    <a:pt x="394" y="178"/>
                  </a:cubicBezTo>
                  <a:cubicBezTo>
                    <a:pt x="428" y="155"/>
                    <a:pt x="450" y="144"/>
                    <a:pt x="484" y="144"/>
                  </a:cubicBezTo>
                  <a:lnTo>
                    <a:pt x="529" y="144"/>
                  </a:lnTo>
                  <a:cubicBezTo>
                    <a:pt x="536" y="166"/>
                    <a:pt x="557" y="178"/>
                    <a:pt x="581" y="178"/>
                  </a:cubicBezTo>
                  <a:cubicBezTo>
                    <a:pt x="593" y="178"/>
                    <a:pt x="607" y="175"/>
                    <a:pt x="619" y="167"/>
                  </a:cubicBezTo>
                  <a:cubicBezTo>
                    <a:pt x="652" y="144"/>
                    <a:pt x="652" y="110"/>
                    <a:pt x="641" y="77"/>
                  </a:cubicBezTo>
                  <a:cubicBezTo>
                    <a:pt x="598" y="22"/>
                    <a:pt x="544" y="1"/>
                    <a:pt x="4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41"/>
            <p:cNvSpPr/>
            <p:nvPr/>
          </p:nvSpPr>
          <p:spPr>
            <a:xfrm>
              <a:off x="6508809" y="1003047"/>
              <a:ext cx="74416" cy="136904"/>
            </a:xfrm>
            <a:custGeom>
              <a:avLst/>
              <a:gdLst/>
              <a:ahLst/>
              <a:cxnLst/>
              <a:rect l="l" t="t" r="r" b="b"/>
              <a:pathLst>
                <a:path w="630" h="1159" extrusionOk="0">
                  <a:moveTo>
                    <a:pt x="100" y="1"/>
                  </a:moveTo>
                  <a:cubicBezTo>
                    <a:pt x="39" y="1"/>
                    <a:pt x="1" y="94"/>
                    <a:pt x="67" y="123"/>
                  </a:cubicBezTo>
                  <a:cubicBezTo>
                    <a:pt x="416" y="291"/>
                    <a:pt x="562" y="707"/>
                    <a:pt x="393" y="1056"/>
                  </a:cubicBezTo>
                  <a:cubicBezTo>
                    <a:pt x="370" y="1110"/>
                    <a:pt x="416" y="1158"/>
                    <a:pt x="461" y="1158"/>
                  </a:cubicBezTo>
                  <a:cubicBezTo>
                    <a:pt x="482" y="1158"/>
                    <a:pt x="503" y="1148"/>
                    <a:pt x="517" y="1123"/>
                  </a:cubicBezTo>
                  <a:cubicBezTo>
                    <a:pt x="618" y="921"/>
                    <a:pt x="629" y="674"/>
                    <a:pt x="551" y="460"/>
                  </a:cubicBezTo>
                  <a:cubicBezTo>
                    <a:pt x="472" y="258"/>
                    <a:pt x="326" y="100"/>
                    <a:pt x="135" y="10"/>
                  </a:cubicBezTo>
                  <a:cubicBezTo>
                    <a:pt x="123" y="4"/>
                    <a:pt x="111" y="1"/>
                    <a:pt x="1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41"/>
            <p:cNvSpPr/>
            <p:nvPr/>
          </p:nvSpPr>
          <p:spPr>
            <a:xfrm>
              <a:off x="5997582" y="1091992"/>
              <a:ext cx="63785" cy="54454"/>
            </a:xfrm>
            <a:custGeom>
              <a:avLst/>
              <a:gdLst/>
              <a:ahLst/>
              <a:cxnLst/>
              <a:rect l="l" t="t" r="r" b="b"/>
              <a:pathLst>
                <a:path w="540" h="461" extrusionOk="0">
                  <a:moveTo>
                    <a:pt x="395" y="1"/>
                  </a:moveTo>
                  <a:cubicBezTo>
                    <a:pt x="183" y="1"/>
                    <a:pt x="1" y="175"/>
                    <a:pt x="11" y="393"/>
                  </a:cubicBezTo>
                  <a:cubicBezTo>
                    <a:pt x="11" y="438"/>
                    <a:pt x="45" y="460"/>
                    <a:pt x="78" y="460"/>
                  </a:cubicBezTo>
                  <a:cubicBezTo>
                    <a:pt x="112" y="460"/>
                    <a:pt x="146" y="438"/>
                    <a:pt x="146" y="393"/>
                  </a:cubicBezTo>
                  <a:cubicBezTo>
                    <a:pt x="146" y="382"/>
                    <a:pt x="146" y="370"/>
                    <a:pt x="146" y="359"/>
                  </a:cubicBezTo>
                  <a:lnTo>
                    <a:pt x="146" y="337"/>
                  </a:lnTo>
                  <a:lnTo>
                    <a:pt x="157" y="303"/>
                  </a:lnTo>
                  <a:cubicBezTo>
                    <a:pt x="157" y="303"/>
                    <a:pt x="157" y="303"/>
                    <a:pt x="157" y="292"/>
                  </a:cubicBezTo>
                  <a:cubicBezTo>
                    <a:pt x="157" y="280"/>
                    <a:pt x="168" y="280"/>
                    <a:pt x="168" y="269"/>
                  </a:cubicBezTo>
                  <a:lnTo>
                    <a:pt x="179" y="258"/>
                  </a:lnTo>
                  <a:lnTo>
                    <a:pt x="179" y="247"/>
                  </a:lnTo>
                  <a:cubicBezTo>
                    <a:pt x="191" y="224"/>
                    <a:pt x="213" y="213"/>
                    <a:pt x="224" y="202"/>
                  </a:cubicBezTo>
                  <a:lnTo>
                    <a:pt x="236" y="190"/>
                  </a:lnTo>
                  <a:lnTo>
                    <a:pt x="269" y="168"/>
                  </a:lnTo>
                  <a:lnTo>
                    <a:pt x="292" y="168"/>
                  </a:lnTo>
                  <a:cubicBezTo>
                    <a:pt x="303" y="168"/>
                    <a:pt x="314" y="157"/>
                    <a:pt x="326" y="157"/>
                  </a:cubicBezTo>
                  <a:lnTo>
                    <a:pt x="427" y="157"/>
                  </a:lnTo>
                  <a:cubicBezTo>
                    <a:pt x="433" y="159"/>
                    <a:pt x="439" y="160"/>
                    <a:pt x="445" y="160"/>
                  </a:cubicBezTo>
                  <a:cubicBezTo>
                    <a:pt x="475" y="160"/>
                    <a:pt x="507" y="139"/>
                    <a:pt x="517" y="112"/>
                  </a:cubicBezTo>
                  <a:cubicBezTo>
                    <a:pt x="539" y="78"/>
                    <a:pt x="517" y="22"/>
                    <a:pt x="483" y="11"/>
                  </a:cubicBezTo>
                  <a:cubicBezTo>
                    <a:pt x="454" y="4"/>
                    <a:pt x="424" y="1"/>
                    <a:pt x="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41"/>
            <p:cNvSpPr/>
            <p:nvPr/>
          </p:nvSpPr>
          <p:spPr>
            <a:xfrm>
              <a:off x="6381238" y="947648"/>
              <a:ext cx="91779" cy="39571"/>
            </a:xfrm>
            <a:custGeom>
              <a:avLst/>
              <a:gdLst/>
              <a:ahLst/>
              <a:cxnLst/>
              <a:rect l="l" t="t" r="r" b="b"/>
              <a:pathLst>
                <a:path w="777" h="335" extrusionOk="0">
                  <a:moveTo>
                    <a:pt x="422" y="0"/>
                  </a:moveTo>
                  <a:cubicBezTo>
                    <a:pt x="267" y="0"/>
                    <a:pt x="111" y="81"/>
                    <a:pt x="23" y="232"/>
                  </a:cubicBezTo>
                  <a:cubicBezTo>
                    <a:pt x="0" y="286"/>
                    <a:pt x="45" y="334"/>
                    <a:pt x="91" y="334"/>
                  </a:cubicBezTo>
                  <a:cubicBezTo>
                    <a:pt x="112" y="334"/>
                    <a:pt x="133" y="324"/>
                    <a:pt x="147" y="299"/>
                  </a:cubicBezTo>
                  <a:cubicBezTo>
                    <a:pt x="203" y="194"/>
                    <a:pt x="310" y="136"/>
                    <a:pt x="418" y="136"/>
                  </a:cubicBezTo>
                  <a:cubicBezTo>
                    <a:pt x="505" y="136"/>
                    <a:pt x="592" y="174"/>
                    <a:pt x="653" y="254"/>
                  </a:cubicBezTo>
                  <a:cubicBezTo>
                    <a:pt x="670" y="266"/>
                    <a:pt x="689" y="271"/>
                    <a:pt x="707" y="271"/>
                  </a:cubicBezTo>
                  <a:cubicBezTo>
                    <a:pt x="726" y="271"/>
                    <a:pt x="743" y="266"/>
                    <a:pt x="754" y="254"/>
                  </a:cubicBezTo>
                  <a:cubicBezTo>
                    <a:pt x="776" y="221"/>
                    <a:pt x="776" y="176"/>
                    <a:pt x="754" y="153"/>
                  </a:cubicBezTo>
                  <a:cubicBezTo>
                    <a:pt x="665" y="50"/>
                    <a:pt x="544" y="0"/>
                    <a:pt x="4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9" name="Google Shape;2099;p41"/>
          <p:cNvSpPr/>
          <p:nvPr/>
        </p:nvSpPr>
        <p:spPr>
          <a:xfrm>
            <a:off x="1679757" y="-422426"/>
            <a:ext cx="62151" cy="143776"/>
          </a:xfrm>
          <a:custGeom>
            <a:avLst/>
            <a:gdLst/>
            <a:ahLst/>
            <a:cxnLst/>
            <a:rect l="l" t="t" r="r" b="b"/>
            <a:pathLst>
              <a:path w="383" h="886" extrusionOk="0">
                <a:moveTo>
                  <a:pt x="73" y="1"/>
                </a:moveTo>
                <a:cubicBezTo>
                  <a:pt x="56" y="1"/>
                  <a:pt x="40" y="9"/>
                  <a:pt x="23" y="26"/>
                </a:cubicBezTo>
                <a:cubicBezTo>
                  <a:pt x="0" y="48"/>
                  <a:pt x="0" y="93"/>
                  <a:pt x="23" y="116"/>
                </a:cubicBezTo>
                <a:cubicBezTo>
                  <a:pt x="180" y="307"/>
                  <a:pt x="236" y="554"/>
                  <a:pt x="191" y="802"/>
                </a:cubicBezTo>
                <a:cubicBezTo>
                  <a:pt x="184" y="850"/>
                  <a:pt x="228" y="885"/>
                  <a:pt x="268" y="885"/>
                </a:cubicBezTo>
                <a:cubicBezTo>
                  <a:pt x="293" y="885"/>
                  <a:pt x="317" y="871"/>
                  <a:pt x="326" y="835"/>
                </a:cubicBezTo>
                <a:cubicBezTo>
                  <a:pt x="382" y="543"/>
                  <a:pt x="304" y="251"/>
                  <a:pt x="124" y="26"/>
                </a:cubicBezTo>
                <a:cubicBezTo>
                  <a:pt x="107" y="9"/>
                  <a:pt x="90" y="1"/>
                  <a:pt x="73" y="1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00" name="Google Shape;2100;p41"/>
          <p:cNvGrpSpPr/>
          <p:nvPr/>
        </p:nvGrpSpPr>
        <p:grpSpPr>
          <a:xfrm>
            <a:off x="-1281281" y="-1015867"/>
            <a:ext cx="3150894" cy="3180434"/>
            <a:chOff x="-4257137" y="276283"/>
            <a:chExt cx="3150894" cy="3180434"/>
          </a:xfrm>
        </p:grpSpPr>
        <p:sp>
          <p:nvSpPr>
            <p:cNvPr id="2101" name="Google Shape;2101;p41"/>
            <p:cNvSpPr/>
            <p:nvPr/>
          </p:nvSpPr>
          <p:spPr>
            <a:xfrm>
              <a:off x="-4257137" y="276283"/>
              <a:ext cx="3150894" cy="1914683"/>
            </a:xfrm>
            <a:custGeom>
              <a:avLst/>
              <a:gdLst/>
              <a:ahLst/>
              <a:cxnLst/>
              <a:rect l="l" t="t" r="r" b="b"/>
              <a:pathLst>
                <a:path w="19417" h="11799" extrusionOk="0">
                  <a:moveTo>
                    <a:pt x="13647" y="1"/>
                  </a:moveTo>
                  <a:cubicBezTo>
                    <a:pt x="12173" y="1"/>
                    <a:pt x="11344" y="1479"/>
                    <a:pt x="11344" y="1479"/>
                  </a:cubicBezTo>
                  <a:cubicBezTo>
                    <a:pt x="11344" y="1479"/>
                    <a:pt x="10880" y="106"/>
                    <a:pt x="9424" y="106"/>
                  </a:cubicBezTo>
                  <a:cubicBezTo>
                    <a:pt x="9344" y="106"/>
                    <a:pt x="9261" y="110"/>
                    <a:pt x="9175" y="119"/>
                  </a:cubicBezTo>
                  <a:cubicBezTo>
                    <a:pt x="7511" y="288"/>
                    <a:pt x="7117" y="1873"/>
                    <a:pt x="7117" y="1873"/>
                  </a:cubicBezTo>
                  <a:cubicBezTo>
                    <a:pt x="7117" y="1873"/>
                    <a:pt x="6425" y="646"/>
                    <a:pt x="5205" y="646"/>
                  </a:cubicBezTo>
                  <a:cubicBezTo>
                    <a:pt x="4967" y="646"/>
                    <a:pt x="4708" y="693"/>
                    <a:pt x="4430" y="805"/>
                  </a:cubicBezTo>
                  <a:cubicBezTo>
                    <a:pt x="2733" y="1479"/>
                    <a:pt x="3047" y="3481"/>
                    <a:pt x="3047" y="3481"/>
                  </a:cubicBezTo>
                  <a:cubicBezTo>
                    <a:pt x="3047" y="3481"/>
                    <a:pt x="2620" y="3334"/>
                    <a:pt x="2123" y="3334"/>
                  </a:cubicBezTo>
                  <a:cubicBezTo>
                    <a:pt x="1616" y="3334"/>
                    <a:pt x="1038" y="3486"/>
                    <a:pt x="765" y="4099"/>
                  </a:cubicBezTo>
                  <a:cubicBezTo>
                    <a:pt x="439" y="4796"/>
                    <a:pt x="619" y="5605"/>
                    <a:pt x="1181" y="6111"/>
                  </a:cubicBezTo>
                  <a:cubicBezTo>
                    <a:pt x="1" y="7157"/>
                    <a:pt x="394" y="8450"/>
                    <a:pt x="1012" y="9079"/>
                  </a:cubicBezTo>
                  <a:cubicBezTo>
                    <a:pt x="1238" y="9305"/>
                    <a:pt x="1576" y="9376"/>
                    <a:pt x="1916" y="9376"/>
                  </a:cubicBezTo>
                  <a:cubicBezTo>
                    <a:pt x="2508" y="9376"/>
                    <a:pt x="3104" y="9158"/>
                    <a:pt x="3104" y="9158"/>
                  </a:cubicBezTo>
                  <a:cubicBezTo>
                    <a:pt x="3104" y="9158"/>
                    <a:pt x="3362" y="11249"/>
                    <a:pt x="4970" y="11508"/>
                  </a:cubicBezTo>
                  <a:cubicBezTo>
                    <a:pt x="5069" y="11523"/>
                    <a:pt x="5164" y="11530"/>
                    <a:pt x="5257" y="11530"/>
                  </a:cubicBezTo>
                  <a:cubicBezTo>
                    <a:pt x="6669" y="11530"/>
                    <a:pt x="7342" y="9866"/>
                    <a:pt x="7342" y="9866"/>
                  </a:cubicBezTo>
                  <a:cubicBezTo>
                    <a:pt x="7342" y="9866"/>
                    <a:pt x="7733" y="11389"/>
                    <a:pt x="9018" y="11389"/>
                  </a:cubicBezTo>
                  <a:cubicBezTo>
                    <a:pt x="9058" y="11389"/>
                    <a:pt x="9099" y="11387"/>
                    <a:pt x="9141" y="11384"/>
                  </a:cubicBezTo>
                  <a:cubicBezTo>
                    <a:pt x="10524" y="11272"/>
                    <a:pt x="10895" y="10260"/>
                    <a:pt x="10895" y="10260"/>
                  </a:cubicBezTo>
                  <a:cubicBezTo>
                    <a:pt x="10895" y="10260"/>
                    <a:pt x="11586" y="11798"/>
                    <a:pt x="12939" y="11798"/>
                  </a:cubicBezTo>
                  <a:cubicBezTo>
                    <a:pt x="13129" y="11798"/>
                    <a:pt x="13332" y="11768"/>
                    <a:pt x="13548" y="11699"/>
                  </a:cubicBezTo>
                  <a:cubicBezTo>
                    <a:pt x="15302" y="11137"/>
                    <a:pt x="15133" y="9046"/>
                    <a:pt x="15133" y="9046"/>
                  </a:cubicBezTo>
                  <a:lnTo>
                    <a:pt x="15133" y="9046"/>
                  </a:lnTo>
                  <a:cubicBezTo>
                    <a:pt x="15133" y="9046"/>
                    <a:pt x="15940" y="9401"/>
                    <a:pt x="16723" y="9401"/>
                  </a:cubicBezTo>
                  <a:cubicBezTo>
                    <a:pt x="17284" y="9401"/>
                    <a:pt x="17833" y="9219"/>
                    <a:pt x="18067" y="8596"/>
                  </a:cubicBezTo>
                  <a:cubicBezTo>
                    <a:pt x="18405" y="7741"/>
                    <a:pt x="18169" y="6763"/>
                    <a:pt x="17471" y="6168"/>
                  </a:cubicBezTo>
                  <a:cubicBezTo>
                    <a:pt x="17471" y="6168"/>
                    <a:pt x="19416" y="4830"/>
                    <a:pt x="18596" y="3458"/>
                  </a:cubicBezTo>
                  <a:cubicBezTo>
                    <a:pt x="18186" y="2758"/>
                    <a:pt x="17462" y="2585"/>
                    <a:pt x="16847" y="2585"/>
                  </a:cubicBezTo>
                  <a:cubicBezTo>
                    <a:pt x="16248" y="2585"/>
                    <a:pt x="15751" y="2750"/>
                    <a:pt x="15751" y="2750"/>
                  </a:cubicBezTo>
                  <a:cubicBezTo>
                    <a:pt x="15751" y="2750"/>
                    <a:pt x="16055" y="524"/>
                    <a:pt x="14222" y="74"/>
                  </a:cubicBezTo>
                  <a:cubicBezTo>
                    <a:pt x="14021" y="23"/>
                    <a:pt x="13829" y="1"/>
                    <a:pt x="136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41"/>
            <p:cNvSpPr/>
            <p:nvPr/>
          </p:nvSpPr>
          <p:spPr>
            <a:xfrm>
              <a:off x="-3301174" y="2289633"/>
              <a:ext cx="166170" cy="259965"/>
            </a:xfrm>
            <a:custGeom>
              <a:avLst/>
              <a:gdLst/>
              <a:ahLst/>
              <a:cxnLst/>
              <a:rect l="l" t="t" r="r" b="b"/>
              <a:pathLst>
                <a:path w="1024" h="1602" extrusionOk="0">
                  <a:moveTo>
                    <a:pt x="608" y="0"/>
                  </a:moveTo>
                  <a:cubicBezTo>
                    <a:pt x="608" y="0"/>
                    <a:pt x="1" y="697"/>
                    <a:pt x="237" y="1270"/>
                  </a:cubicBezTo>
                  <a:cubicBezTo>
                    <a:pt x="332" y="1502"/>
                    <a:pt x="473" y="1602"/>
                    <a:pt x="609" y="1602"/>
                  </a:cubicBezTo>
                  <a:cubicBezTo>
                    <a:pt x="808" y="1602"/>
                    <a:pt x="995" y="1385"/>
                    <a:pt x="1001" y="1057"/>
                  </a:cubicBezTo>
                  <a:cubicBezTo>
                    <a:pt x="1024" y="506"/>
                    <a:pt x="608" y="0"/>
                    <a:pt x="6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41"/>
            <p:cNvSpPr/>
            <p:nvPr/>
          </p:nvSpPr>
          <p:spPr>
            <a:xfrm>
              <a:off x="-2627893" y="2386187"/>
              <a:ext cx="167955" cy="259965"/>
            </a:xfrm>
            <a:custGeom>
              <a:avLst/>
              <a:gdLst/>
              <a:ahLst/>
              <a:cxnLst/>
              <a:rect l="l" t="t" r="r" b="b"/>
              <a:pathLst>
                <a:path w="1035" h="1602" extrusionOk="0">
                  <a:moveTo>
                    <a:pt x="619" y="1"/>
                  </a:moveTo>
                  <a:cubicBezTo>
                    <a:pt x="619" y="1"/>
                    <a:pt x="0" y="698"/>
                    <a:pt x="236" y="1271"/>
                  </a:cubicBezTo>
                  <a:cubicBezTo>
                    <a:pt x="336" y="1502"/>
                    <a:pt x="477" y="1602"/>
                    <a:pt x="612" y="1602"/>
                  </a:cubicBezTo>
                  <a:cubicBezTo>
                    <a:pt x="813" y="1602"/>
                    <a:pt x="999" y="1382"/>
                    <a:pt x="1012" y="1046"/>
                  </a:cubicBezTo>
                  <a:cubicBezTo>
                    <a:pt x="1035" y="496"/>
                    <a:pt x="619" y="1"/>
                    <a:pt x="6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41"/>
            <p:cNvSpPr/>
            <p:nvPr/>
          </p:nvSpPr>
          <p:spPr>
            <a:xfrm>
              <a:off x="-2219284" y="2796743"/>
              <a:ext cx="166170" cy="259965"/>
            </a:xfrm>
            <a:custGeom>
              <a:avLst/>
              <a:gdLst/>
              <a:ahLst/>
              <a:cxnLst/>
              <a:rect l="l" t="t" r="r" b="b"/>
              <a:pathLst>
                <a:path w="1024" h="1602" extrusionOk="0">
                  <a:moveTo>
                    <a:pt x="608" y="0"/>
                  </a:moveTo>
                  <a:cubicBezTo>
                    <a:pt x="608" y="0"/>
                    <a:pt x="1" y="698"/>
                    <a:pt x="237" y="1271"/>
                  </a:cubicBezTo>
                  <a:cubicBezTo>
                    <a:pt x="332" y="1502"/>
                    <a:pt x="470" y="1601"/>
                    <a:pt x="604" y="1601"/>
                  </a:cubicBezTo>
                  <a:cubicBezTo>
                    <a:pt x="802" y="1601"/>
                    <a:pt x="988" y="1382"/>
                    <a:pt x="1001" y="1046"/>
                  </a:cubicBezTo>
                  <a:cubicBezTo>
                    <a:pt x="1024" y="495"/>
                    <a:pt x="608" y="0"/>
                    <a:pt x="6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41"/>
            <p:cNvSpPr/>
            <p:nvPr/>
          </p:nvSpPr>
          <p:spPr>
            <a:xfrm>
              <a:off x="-2963641" y="2822221"/>
              <a:ext cx="166170" cy="259965"/>
            </a:xfrm>
            <a:custGeom>
              <a:avLst/>
              <a:gdLst/>
              <a:ahLst/>
              <a:cxnLst/>
              <a:rect l="l" t="t" r="r" b="b"/>
              <a:pathLst>
                <a:path w="1024" h="1602" extrusionOk="0">
                  <a:moveTo>
                    <a:pt x="608" y="1"/>
                  </a:moveTo>
                  <a:cubicBezTo>
                    <a:pt x="608" y="1"/>
                    <a:pt x="1" y="698"/>
                    <a:pt x="237" y="1271"/>
                  </a:cubicBezTo>
                  <a:cubicBezTo>
                    <a:pt x="332" y="1502"/>
                    <a:pt x="472" y="1602"/>
                    <a:pt x="607" y="1602"/>
                  </a:cubicBezTo>
                  <a:cubicBezTo>
                    <a:pt x="807" y="1602"/>
                    <a:pt x="994" y="1382"/>
                    <a:pt x="1001" y="1046"/>
                  </a:cubicBezTo>
                  <a:cubicBezTo>
                    <a:pt x="1024" y="496"/>
                    <a:pt x="608" y="1"/>
                    <a:pt x="6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41"/>
            <p:cNvSpPr/>
            <p:nvPr/>
          </p:nvSpPr>
          <p:spPr>
            <a:xfrm>
              <a:off x="-2611503" y="3198050"/>
              <a:ext cx="167955" cy="258666"/>
            </a:xfrm>
            <a:custGeom>
              <a:avLst/>
              <a:gdLst/>
              <a:ahLst/>
              <a:cxnLst/>
              <a:rect l="l" t="t" r="r" b="b"/>
              <a:pathLst>
                <a:path w="1035" h="1594" extrusionOk="0">
                  <a:moveTo>
                    <a:pt x="619" y="1"/>
                  </a:moveTo>
                  <a:cubicBezTo>
                    <a:pt x="619" y="1"/>
                    <a:pt x="0" y="698"/>
                    <a:pt x="236" y="1271"/>
                  </a:cubicBezTo>
                  <a:cubicBezTo>
                    <a:pt x="331" y="1496"/>
                    <a:pt x="471" y="1594"/>
                    <a:pt x="606" y="1594"/>
                  </a:cubicBezTo>
                  <a:cubicBezTo>
                    <a:pt x="808" y="1594"/>
                    <a:pt x="999" y="1376"/>
                    <a:pt x="1012" y="1046"/>
                  </a:cubicBezTo>
                  <a:cubicBezTo>
                    <a:pt x="1035" y="495"/>
                    <a:pt x="619" y="1"/>
                    <a:pt x="6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41"/>
            <p:cNvSpPr/>
            <p:nvPr/>
          </p:nvSpPr>
          <p:spPr>
            <a:xfrm>
              <a:off x="-2814023" y="1304459"/>
              <a:ext cx="197164" cy="139719"/>
            </a:xfrm>
            <a:custGeom>
              <a:avLst/>
              <a:gdLst/>
              <a:ahLst/>
              <a:cxnLst/>
              <a:rect l="l" t="t" r="r" b="b"/>
              <a:pathLst>
                <a:path w="1215" h="861" extrusionOk="0">
                  <a:moveTo>
                    <a:pt x="89" y="0"/>
                  </a:moveTo>
                  <a:cubicBezTo>
                    <a:pt x="54" y="0"/>
                    <a:pt x="17" y="23"/>
                    <a:pt x="12" y="68"/>
                  </a:cubicBezTo>
                  <a:cubicBezTo>
                    <a:pt x="0" y="326"/>
                    <a:pt x="124" y="585"/>
                    <a:pt x="349" y="742"/>
                  </a:cubicBezTo>
                  <a:cubicBezTo>
                    <a:pt x="442" y="817"/>
                    <a:pt x="558" y="860"/>
                    <a:pt x="679" y="860"/>
                  </a:cubicBezTo>
                  <a:cubicBezTo>
                    <a:pt x="704" y="860"/>
                    <a:pt x="729" y="858"/>
                    <a:pt x="754" y="855"/>
                  </a:cubicBezTo>
                  <a:cubicBezTo>
                    <a:pt x="900" y="821"/>
                    <a:pt x="1012" y="731"/>
                    <a:pt x="1080" y="596"/>
                  </a:cubicBezTo>
                  <a:cubicBezTo>
                    <a:pt x="1170" y="427"/>
                    <a:pt x="1215" y="248"/>
                    <a:pt x="1203" y="68"/>
                  </a:cubicBezTo>
                  <a:cubicBezTo>
                    <a:pt x="1203" y="23"/>
                    <a:pt x="1170" y="0"/>
                    <a:pt x="1136" y="0"/>
                  </a:cubicBezTo>
                  <a:cubicBezTo>
                    <a:pt x="1102" y="0"/>
                    <a:pt x="1069" y="23"/>
                    <a:pt x="1069" y="68"/>
                  </a:cubicBezTo>
                  <a:cubicBezTo>
                    <a:pt x="1080" y="236"/>
                    <a:pt x="1035" y="416"/>
                    <a:pt x="945" y="562"/>
                  </a:cubicBezTo>
                  <a:cubicBezTo>
                    <a:pt x="911" y="619"/>
                    <a:pt x="866" y="675"/>
                    <a:pt x="810" y="708"/>
                  </a:cubicBezTo>
                  <a:cubicBezTo>
                    <a:pt x="771" y="720"/>
                    <a:pt x="728" y="725"/>
                    <a:pt x="686" y="725"/>
                  </a:cubicBezTo>
                  <a:cubicBezTo>
                    <a:pt x="644" y="725"/>
                    <a:pt x="602" y="720"/>
                    <a:pt x="563" y="708"/>
                  </a:cubicBezTo>
                  <a:cubicBezTo>
                    <a:pt x="304" y="596"/>
                    <a:pt x="135" y="337"/>
                    <a:pt x="158" y="68"/>
                  </a:cubicBezTo>
                  <a:cubicBezTo>
                    <a:pt x="158" y="23"/>
                    <a:pt x="124" y="0"/>
                    <a:pt x="89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41"/>
            <p:cNvSpPr/>
            <p:nvPr/>
          </p:nvSpPr>
          <p:spPr>
            <a:xfrm>
              <a:off x="-2797633" y="1116545"/>
              <a:ext cx="51279" cy="73348"/>
            </a:xfrm>
            <a:custGeom>
              <a:avLst/>
              <a:gdLst/>
              <a:ahLst/>
              <a:cxnLst/>
              <a:rect l="l" t="t" r="r" b="b"/>
              <a:pathLst>
                <a:path w="316" h="452" extrusionOk="0">
                  <a:moveTo>
                    <a:pt x="214" y="0"/>
                  </a:moveTo>
                  <a:cubicBezTo>
                    <a:pt x="169" y="0"/>
                    <a:pt x="124" y="23"/>
                    <a:pt x="102" y="56"/>
                  </a:cubicBezTo>
                  <a:cubicBezTo>
                    <a:pt x="91" y="68"/>
                    <a:pt x="91" y="79"/>
                    <a:pt x="91" y="90"/>
                  </a:cubicBezTo>
                  <a:cubicBezTo>
                    <a:pt x="79" y="90"/>
                    <a:pt x="68" y="101"/>
                    <a:pt x="68" y="113"/>
                  </a:cubicBezTo>
                  <a:cubicBezTo>
                    <a:pt x="12" y="180"/>
                    <a:pt x="1" y="281"/>
                    <a:pt x="34" y="360"/>
                  </a:cubicBezTo>
                  <a:cubicBezTo>
                    <a:pt x="59" y="418"/>
                    <a:pt x="115" y="452"/>
                    <a:pt x="174" y="452"/>
                  </a:cubicBezTo>
                  <a:cubicBezTo>
                    <a:pt x="195" y="452"/>
                    <a:pt x="216" y="447"/>
                    <a:pt x="237" y="439"/>
                  </a:cubicBezTo>
                  <a:cubicBezTo>
                    <a:pt x="315" y="394"/>
                    <a:pt x="315" y="304"/>
                    <a:pt x="315" y="225"/>
                  </a:cubicBezTo>
                  <a:lnTo>
                    <a:pt x="315" y="113"/>
                  </a:lnTo>
                  <a:cubicBezTo>
                    <a:pt x="315" y="56"/>
                    <a:pt x="270" y="0"/>
                    <a:pt x="214" y="0"/>
                  </a:cubicBezTo>
                  <a:close/>
                </a:path>
              </a:pathLst>
            </a:custGeom>
            <a:solidFill>
              <a:srgbClr val="4577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41"/>
            <p:cNvSpPr/>
            <p:nvPr/>
          </p:nvSpPr>
          <p:spPr>
            <a:xfrm>
              <a:off x="-2770209" y="1169446"/>
              <a:ext cx="162" cy="16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41"/>
            <p:cNvSpPr/>
            <p:nvPr/>
          </p:nvSpPr>
          <p:spPr>
            <a:xfrm>
              <a:off x="-2771994" y="1167499"/>
              <a:ext cx="162" cy="16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41"/>
            <p:cNvSpPr/>
            <p:nvPr/>
          </p:nvSpPr>
          <p:spPr>
            <a:xfrm>
              <a:off x="-2702702" y="1119466"/>
              <a:ext cx="43977" cy="63612"/>
            </a:xfrm>
            <a:custGeom>
              <a:avLst/>
              <a:gdLst/>
              <a:ahLst/>
              <a:cxnLst/>
              <a:rect l="l" t="t" r="r" b="b"/>
              <a:pathLst>
                <a:path w="271" h="392" extrusionOk="0">
                  <a:moveTo>
                    <a:pt x="160" y="0"/>
                  </a:moveTo>
                  <a:cubicBezTo>
                    <a:pt x="152" y="0"/>
                    <a:pt x="144" y="2"/>
                    <a:pt x="135" y="5"/>
                  </a:cubicBezTo>
                  <a:cubicBezTo>
                    <a:pt x="124" y="5"/>
                    <a:pt x="113" y="5"/>
                    <a:pt x="101" y="16"/>
                  </a:cubicBezTo>
                  <a:cubicBezTo>
                    <a:pt x="101" y="27"/>
                    <a:pt x="90" y="38"/>
                    <a:pt x="90" y="50"/>
                  </a:cubicBezTo>
                  <a:cubicBezTo>
                    <a:pt x="79" y="50"/>
                    <a:pt x="79" y="61"/>
                    <a:pt x="79" y="72"/>
                  </a:cubicBezTo>
                  <a:cubicBezTo>
                    <a:pt x="12" y="151"/>
                    <a:pt x="0" y="263"/>
                    <a:pt x="68" y="353"/>
                  </a:cubicBezTo>
                  <a:cubicBezTo>
                    <a:pt x="89" y="380"/>
                    <a:pt x="118" y="391"/>
                    <a:pt x="147" y="391"/>
                  </a:cubicBezTo>
                  <a:cubicBezTo>
                    <a:pt x="180" y="391"/>
                    <a:pt x="213" y="377"/>
                    <a:pt x="236" y="353"/>
                  </a:cubicBezTo>
                  <a:cubicBezTo>
                    <a:pt x="259" y="308"/>
                    <a:pt x="270" y="252"/>
                    <a:pt x="270" y="196"/>
                  </a:cubicBezTo>
                  <a:cubicBezTo>
                    <a:pt x="259" y="140"/>
                    <a:pt x="248" y="83"/>
                    <a:pt x="214" y="27"/>
                  </a:cubicBezTo>
                  <a:cubicBezTo>
                    <a:pt x="197" y="11"/>
                    <a:pt x="181" y="0"/>
                    <a:pt x="160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41"/>
            <p:cNvSpPr/>
            <p:nvPr/>
          </p:nvSpPr>
          <p:spPr>
            <a:xfrm>
              <a:off x="-3740777" y="512718"/>
              <a:ext cx="151565" cy="315949"/>
            </a:xfrm>
            <a:custGeom>
              <a:avLst/>
              <a:gdLst/>
              <a:ahLst/>
              <a:cxnLst/>
              <a:rect l="l" t="t" r="r" b="b"/>
              <a:pathLst>
                <a:path w="934" h="1947" extrusionOk="0">
                  <a:moveTo>
                    <a:pt x="842" y="1"/>
                  </a:moveTo>
                  <a:cubicBezTo>
                    <a:pt x="831" y="1"/>
                    <a:pt x="821" y="4"/>
                    <a:pt x="810" y="11"/>
                  </a:cubicBezTo>
                  <a:cubicBezTo>
                    <a:pt x="517" y="202"/>
                    <a:pt x="360" y="528"/>
                    <a:pt x="225" y="832"/>
                  </a:cubicBezTo>
                  <a:cubicBezTo>
                    <a:pt x="90" y="1180"/>
                    <a:pt x="0" y="1563"/>
                    <a:pt x="169" y="1911"/>
                  </a:cubicBezTo>
                  <a:cubicBezTo>
                    <a:pt x="180" y="1936"/>
                    <a:pt x="198" y="1946"/>
                    <a:pt x="217" y="1946"/>
                  </a:cubicBezTo>
                  <a:cubicBezTo>
                    <a:pt x="259" y="1946"/>
                    <a:pt x="304" y="1898"/>
                    <a:pt x="281" y="1844"/>
                  </a:cubicBezTo>
                  <a:cubicBezTo>
                    <a:pt x="124" y="1529"/>
                    <a:pt x="236" y="1169"/>
                    <a:pt x="360" y="854"/>
                  </a:cubicBezTo>
                  <a:cubicBezTo>
                    <a:pt x="484" y="585"/>
                    <a:pt x="619" y="292"/>
                    <a:pt x="877" y="135"/>
                  </a:cubicBezTo>
                  <a:cubicBezTo>
                    <a:pt x="934" y="88"/>
                    <a:pt x="895" y="1"/>
                    <a:pt x="842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41"/>
            <p:cNvSpPr/>
            <p:nvPr/>
          </p:nvSpPr>
          <p:spPr>
            <a:xfrm>
              <a:off x="-3490711" y="438883"/>
              <a:ext cx="189699" cy="46248"/>
            </a:xfrm>
            <a:custGeom>
              <a:avLst/>
              <a:gdLst/>
              <a:ahLst/>
              <a:cxnLst/>
              <a:rect l="l" t="t" r="r" b="b"/>
              <a:pathLst>
                <a:path w="1169" h="285" extrusionOk="0">
                  <a:moveTo>
                    <a:pt x="564" y="1"/>
                  </a:moveTo>
                  <a:cubicBezTo>
                    <a:pt x="394" y="1"/>
                    <a:pt x="223" y="43"/>
                    <a:pt x="67" y="129"/>
                  </a:cubicBezTo>
                  <a:cubicBezTo>
                    <a:pt x="0" y="158"/>
                    <a:pt x="39" y="251"/>
                    <a:pt x="100" y="251"/>
                  </a:cubicBezTo>
                  <a:cubicBezTo>
                    <a:pt x="111" y="251"/>
                    <a:pt x="123" y="248"/>
                    <a:pt x="134" y="241"/>
                  </a:cubicBezTo>
                  <a:cubicBezTo>
                    <a:pt x="266" y="168"/>
                    <a:pt x="411" y="131"/>
                    <a:pt x="557" y="131"/>
                  </a:cubicBezTo>
                  <a:cubicBezTo>
                    <a:pt x="724" y="131"/>
                    <a:pt x="890" y="179"/>
                    <a:pt x="1034" y="275"/>
                  </a:cubicBezTo>
                  <a:cubicBezTo>
                    <a:pt x="1046" y="282"/>
                    <a:pt x="1057" y="285"/>
                    <a:pt x="1068" y="285"/>
                  </a:cubicBezTo>
                  <a:cubicBezTo>
                    <a:pt x="1129" y="285"/>
                    <a:pt x="1168" y="190"/>
                    <a:pt x="1101" y="151"/>
                  </a:cubicBezTo>
                  <a:cubicBezTo>
                    <a:pt x="937" y="52"/>
                    <a:pt x="751" y="1"/>
                    <a:pt x="564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41"/>
            <p:cNvSpPr/>
            <p:nvPr/>
          </p:nvSpPr>
          <p:spPr>
            <a:xfrm>
              <a:off x="-4120339" y="912240"/>
              <a:ext cx="113106" cy="193432"/>
            </a:xfrm>
            <a:custGeom>
              <a:avLst/>
              <a:gdLst/>
              <a:ahLst/>
              <a:cxnLst/>
              <a:rect l="l" t="t" r="r" b="b"/>
              <a:pathLst>
                <a:path w="697" h="1192" extrusionOk="0">
                  <a:moveTo>
                    <a:pt x="600" y="1"/>
                  </a:moveTo>
                  <a:cubicBezTo>
                    <a:pt x="588" y="1"/>
                    <a:pt x="576" y="4"/>
                    <a:pt x="563" y="11"/>
                  </a:cubicBezTo>
                  <a:cubicBezTo>
                    <a:pt x="181" y="247"/>
                    <a:pt x="1" y="708"/>
                    <a:pt x="136" y="1147"/>
                  </a:cubicBezTo>
                  <a:cubicBezTo>
                    <a:pt x="145" y="1178"/>
                    <a:pt x="171" y="1192"/>
                    <a:pt x="198" y="1192"/>
                  </a:cubicBezTo>
                  <a:cubicBezTo>
                    <a:pt x="239" y="1192"/>
                    <a:pt x="280" y="1160"/>
                    <a:pt x="259" y="1113"/>
                  </a:cubicBezTo>
                  <a:cubicBezTo>
                    <a:pt x="147" y="742"/>
                    <a:pt x="304" y="337"/>
                    <a:pt x="630" y="124"/>
                  </a:cubicBezTo>
                  <a:cubicBezTo>
                    <a:pt x="696" y="86"/>
                    <a:pt x="660" y="1"/>
                    <a:pt x="600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41"/>
            <p:cNvSpPr/>
            <p:nvPr/>
          </p:nvSpPr>
          <p:spPr>
            <a:xfrm>
              <a:off x="-3945731" y="861935"/>
              <a:ext cx="123654" cy="34565"/>
            </a:xfrm>
            <a:custGeom>
              <a:avLst/>
              <a:gdLst/>
              <a:ahLst/>
              <a:cxnLst/>
              <a:rect l="l" t="t" r="r" b="b"/>
              <a:pathLst>
                <a:path w="762" h="213" extrusionOk="0">
                  <a:moveTo>
                    <a:pt x="385" y="1"/>
                  </a:moveTo>
                  <a:cubicBezTo>
                    <a:pt x="274" y="1"/>
                    <a:pt x="162" y="29"/>
                    <a:pt x="60" y="85"/>
                  </a:cubicBezTo>
                  <a:cubicBezTo>
                    <a:pt x="0" y="135"/>
                    <a:pt x="38" y="212"/>
                    <a:pt x="103" y="212"/>
                  </a:cubicBezTo>
                  <a:cubicBezTo>
                    <a:pt x="111" y="212"/>
                    <a:pt x="119" y="211"/>
                    <a:pt x="128" y="209"/>
                  </a:cubicBezTo>
                  <a:cubicBezTo>
                    <a:pt x="206" y="158"/>
                    <a:pt x="294" y="133"/>
                    <a:pt x="381" y="133"/>
                  </a:cubicBezTo>
                  <a:cubicBezTo>
                    <a:pt x="468" y="133"/>
                    <a:pt x="555" y="158"/>
                    <a:pt x="634" y="209"/>
                  </a:cubicBezTo>
                  <a:cubicBezTo>
                    <a:pt x="642" y="211"/>
                    <a:pt x="650" y="212"/>
                    <a:pt x="658" y="212"/>
                  </a:cubicBezTo>
                  <a:cubicBezTo>
                    <a:pt x="723" y="212"/>
                    <a:pt x="761" y="135"/>
                    <a:pt x="701" y="85"/>
                  </a:cubicBezTo>
                  <a:cubicBezTo>
                    <a:pt x="606" y="29"/>
                    <a:pt x="496" y="1"/>
                    <a:pt x="385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41"/>
            <p:cNvSpPr/>
            <p:nvPr/>
          </p:nvSpPr>
          <p:spPr>
            <a:xfrm>
              <a:off x="-3059546" y="350443"/>
              <a:ext cx="205440" cy="252500"/>
            </a:xfrm>
            <a:custGeom>
              <a:avLst/>
              <a:gdLst/>
              <a:ahLst/>
              <a:cxnLst/>
              <a:rect l="l" t="t" r="r" b="b"/>
              <a:pathLst>
                <a:path w="1266" h="1556" extrusionOk="0">
                  <a:moveTo>
                    <a:pt x="1165" y="1"/>
                  </a:moveTo>
                  <a:cubicBezTo>
                    <a:pt x="1155" y="1"/>
                    <a:pt x="1143" y="4"/>
                    <a:pt x="1131" y="11"/>
                  </a:cubicBezTo>
                  <a:cubicBezTo>
                    <a:pt x="637" y="370"/>
                    <a:pt x="131" y="831"/>
                    <a:pt x="7" y="1472"/>
                  </a:cubicBezTo>
                  <a:cubicBezTo>
                    <a:pt x="0" y="1520"/>
                    <a:pt x="48" y="1556"/>
                    <a:pt x="88" y="1556"/>
                  </a:cubicBezTo>
                  <a:cubicBezTo>
                    <a:pt x="114" y="1556"/>
                    <a:pt x="137" y="1541"/>
                    <a:pt x="142" y="1506"/>
                  </a:cubicBezTo>
                  <a:cubicBezTo>
                    <a:pt x="243" y="899"/>
                    <a:pt x="726" y="472"/>
                    <a:pt x="1199" y="134"/>
                  </a:cubicBezTo>
                  <a:cubicBezTo>
                    <a:pt x="1266" y="96"/>
                    <a:pt x="1227" y="1"/>
                    <a:pt x="1165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41"/>
            <p:cNvSpPr/>
            <p:nvPr/>
          </p:nvSpPr>
          <p:spPr>
            <a:xfrm>
              <a:off x="-2753332" y="335513"/>
              <a:ext cx="163898" cy="55823"/>
            </a:xfrm>
            <a:custGeom>
              <a:avLst/>
              <a:gdLst/>
              <a:ahLst/>
              <a:cxnLst/>
              <a:rect l="l" t="t" r="r" b="b"/>
              <a:pathLst>
                <a:path w="1010" h="344" extrusionOk="0">
                  <a:moveTo>
                    <a:pt x="301" y="0"/>
                  </a:moveTo>
                  <a:cubicBezTo>
                    <a:pt x="226" y="0"/>
                    <a:pt x="151" y="8"/>
                    <a:pt x="76" y="24"/>
                  </a:cubicBezTo>
                  <a:cubicBezTo>
                    <a:pt x="1" y="45"/>
                    <a:pt x="28" y="160"/>
                    <a:pt x="110" y="160"/>
                  </a:cubicBezTo>
                  <a:cubicBezTo>
                    <a:pt x="113" y="160"/>
                    <a:pt x="117" y="159"/>
                    <a:pt x="121" y="159"/>
                  </a:cubicBezTo>
                  <a:cubicBezTo>
                    <a:pt x="184" y="146"/>
                    <a:pt x="248" y="139"/>
                    <a:pt x="312" y="139"/>
                  </a:cubicBezTo>
                  <a:cubicBezTo>
                    <a:pt x="523" y="139"/>
                    <a:pt x="735" y="209"/>
                    <a:pt x="908" y="339"/>
                  </a:cubicBezTo>
                  <a:cubicBezTo>
                    <a:pt x="917" y="342"/>
                    <a:pt x="926" y="343"/>
                    <a:pt x="935" y="343"/>
                  </a:cubicBezTo>
                  <a:cubicBezTo>
                    <a:pt x="959" y="343"/>
                    <a:pt x="982" y="333"/>
                    <a:pt x="998" y="316"/>
                  </a:cubicBezTo>
                  <a:cubicBezTo>
                    <a:pt x="1009" y="283"/>
                    <a:pt x="998" y="238"/>
                    <a:pt x="976" y="226"/>
                  </a:cubicBezTo>
                  <a:cubicBezTo>
                    <a:pt x="778" y="81"/>
                    <a:pt x="542" y="0"/>
                    <a:pt x="30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41"/>
            <p:cNvSpPr/>
            <p:nvPr/>
          </p:nvSpPr>
          <p:spPr>
            <a:xfrm>
              <a:off x="-2321680" y="327400"/>
              <a:ext cx="375991" cy="180774"/>
            </a:xfrm>
            <a:custGeom>
              <a:avLst/>
              <a:gdLst/>
              <a:ahLst/>
              <a:cxnLst/>
              <a:rect l="l" t="t" r="r" b="b"/>
              <a:pathLst>
                <a:path w="2317" h="1114" extrusionOk="0">
                  <a:moveTo>
                    <a:pt x="1981" y="1"/>
                  </a:moveTo>
                  <a:cubicBezTo>
                    <a:pt x="1902" y="1"/>
                    <a:pt x="1820" y="15"/>
                    <a:pt x="1745" y="29"/>
                  </a:cubicBezTo>
                  <a:cubicBezTo>
                    <a:pt x="1486" y="63"/>
                    <a:pt x="1239" y="119"/>
                    <a:pt x="1003" y="209"/>
                  </a:cubicBezTo>
                  <a:cubicBezTo>
                    <a:pt x="587" y="344"/>
                    <a:pt x="238" y="636"/>
                    <a:pt x="24" y="1018"/>
                  </a:cubicBezTo>
                  <a:cubicBezTo>
                    <a:pt x="1" y="1066"/>
                    <a:pt x="50" y="1114"/>
                    <a:pt x="97" y="1114"/>
                  </a:cubicBezTo>
                  <a:cubicBezTo>
                    <a:pt x="116" y="1114"/>
                    <a:pt x="135" y="1106"/>
                    <a:pt x="148" y="1086"/>
                  </a:cubicBezTo>
                  <a:cubicBezTo>
                    <a:pt x="328" y="737"/>
                    <a:pt x="643" y="479"/>
                    <a:pt x="1014" y="344"/>
                  </a:cubicBezTo>
                  <a:cubicBezTo>
                    <a:pt x="1205" y="276"/>
                    <a:pt x="1418" y="220"/>
                    <a:pt x="1621" y="175"/>
                  </a:cubicBezTo>
                  <a:cubicBezTo>
                    <a:pt x="1715" y="163"/>
                    <a:pt x="1840" y="129"/>
                    <a:pt x="1954" y="129"/>
                  </a:cubicBezTo>
                  <a:cubicBezTo>
                    <a:pt x="2045" y="129"/>
                    <a:pt x="2128" y="150"/>
                    <a:pt x="2183" y="220"/>
                  </a:cubicBezTo>
                  <a:cubicBezTo>
                    <a:pt x="2196" y="236"/>
                    <a:pt x="2211" y="242"/>
                    <a:pt x="2225" y="242"/>
                  </a:cubicBezTo>
                  <a:cubicBezTo>
                    <a:pt x="2273" y="242"/>
                    <a:pt x="2316" y="171"/>
                    <a:pt x="2273" y="119"/>
                  </a:cubicBezTo>
                  <a:cubicBezTo>
                    <a:pt x="2195" y="28"/>
                    <a:pt x="2090" y="1"/>
                    <a:pt x="1981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41"/>
            <p:cNvSpPr/>
            <p:nvPr/>
          </p:nvSpPr>
          <p:spPr>
            <a:xfrm>
              <a:off x="-1859682" y="399612"/>
              <a:ext cx="91199" cy="111807"/>
            </a:xfrm>
            <a:custGeom>
              <a:avLst/>
              <a:gdLst/>
              <a:ahLst/>
              <a:cxnLst/>
              <a:rect l="l" t="t" r="r" b="b"/>
              <a:pathLst>
                <a:path w="562" h="689" extrusionOk="0">
                  <a:moveTo>
                    <a:pt x="98" y="1"/>
                  </a:moveTo>
                  <a:cubicBezTo>
                    <a:pt x="38" y="1"/>
                    <a:pt x="1" y="86"/>
                    <a:pt x="67" y="124"/>
                  </a:cubicBezTo>
                  <a:cubicBezTo>
                    <a:pt x="247" y="236"/>
                    <a:pt x="382" y="427"/>
                    <a:pt x="415" y="641"/>
                  </a:cubicBezTo>
                  <a:cubicBezTo>
                    <a:pt x="425" y="669"/>
                    <a:pt x="449" y="689"/>
                    <a:pt x="476" y="689"/>
                  </a:cubicBezTo>
                  <a:cubicBezTo>
                    <a:pt x="482" y="689"/>
                    <a:pt x="488" y="688"/>
                    <a:pt x="494" y="686"/>
                  </a:cubicBezTo>
                  <a:cubicBezTo>
                    <a:pt x="539" y="686"/>
                    <a:pt x="561" y="641"/>
                    <a:pt x="550" y="607"/>
                  </a:cubicBezTo>
                  <a:cubicBezTo>
                    <a:pt x="494" y="360"/>
                    <a:pt x="348" y="146"/>
                    <a:pt x="134" y="11"/>
                  </a:cubicBezTo>
                  <a:cubicBezTo>
                    <a:pt x="121" y="4"/>
                    <a:pt x="109" y="1"/>
                    <a:pt x="9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41"/>
            <p:cNvSpPr/>
            <p:nvPr/>
          </p:nvSpPr>
          <p:spPr>
            <a:xfrm>
              <a:off x="-1657487" y="744285"/>
              <a:ext cx="284468" cy="58419"/>
            </a:xfrm>
            <a:custGeom>
              <a:avLst/>
              <a:gdLst/>
              <a:ahLst/>
              <a:cxnLst/>
              <a:rect l="l" t="t" r="r" b="b"/>
              <a:pathLst>
                <a:path w="1753" h="360" extrusionOk="0">
                  <a:moveTo>
                    <a:pt x="884" y="1"/>
                  </a:moveTo>
                  <a:cubicBezTo>
                    <a:pt x="597" y="1"/>
                    <a:pt x="310" y="79"/>
                    <a:pt x="57" y="237"/>
                  </a:cubicBezTo>
                  <a:cubicBezTo>
                    <a:pt x="1" y="275"/>
                    <a:pt x="39" y="360"/>
                    <a:pt x="93" y="360"/>
                  </a:cubicBezTo>
                  <a:cubicBezTo>
                    <a:pt x="103" y="360"/>
                    <a:pt x="114" y="357"/>
                    <a:pt x="125" y="349"/>
                  </a:cubicBezTo>
                  <a:cubicBezTo>
                    <a:pt x="363" y="207"/>
                    <a:pt x="630" y="134"/>
                    <a:pt x="896" y="134"/>
                  </a:cubicBezTo>
                  <a:cubicBezTo>
                    <a:pt x="1156" y="134"/>
                    <a:pt x="1414" y="205"/>
                    <a:pt x="1643" y="349"/>
                  </a:cubicBezTo>
                  <a:cubicBezTo>
                    <a:pt x="1647" y="350"/>
                    <a:pt x="1651" y="350"/>
                    <a:pt x="1656" y="350"/>
                  </a:cubicBezTo>
                  <a:cubicBezTo>
                    <a:pt x="1716" y="350"/>
                    <a:pt x="1752" y="279"/>
                    <a:pt x="1710" y="237"/>
                  </a:cubicBezTo>
                  <a:cubicBezTo>
                    <a:pt x="1457" y="79"/>
                    <a:pt x="1170" y="1"/>
                    <a:pt x="884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41"/>
            <p:cNvSpPr/>
            <p:nvPr/>
          </p:nvSpPr>
          <p:spPr>
            <a:xfrm>
              <a:off x="-1458050" y="1347300"/>
              <a:ext cx="105479" cy="200410"/>
            </a:xfrm>
            <a:custGeom>
              <a:avLst/>
              <a:gdLst/>
              <a:ahLst/>
              <a:cxnLst/>
              <a:rect l="l" t="t" r="r" b="b"/>
              <a:pathLst>
                <a:path w="650" h="1235" extrusionOk="0">
                  <a:moveTo>
                    <a:pt x="101" y="1"/>
                  </a:moveTo>
                  <a:cubicBezTo>
                    <a:pt x="46" y="1"/>
                    <a:pt x="0" y="74"/>
                    <a:pt x="54" y="118"/>
                  </a:cubicBezTo>
                  <a:cubicBezTo>
                    <a:pt x="357" y="377"/>
                    <a:pt x="515" y="770"/>
                    <a:pt x="470" y="1175"/>
                  </a:cubicBezTo>
                  <a:cubicBezTo>
                    <a:pt x="464" y="1215"/>
                    <a:pt x="495" y="1234"/>
                    <a:pt x="529" y="1234"/>
                  </a:cubicBezTo>
                  <a:cubicBezTo>
                    <a:pt x="563" y="1234"/>
                    <a:pt x="599" y="1215"/>
                    <a:pt x="605" y="1175"/>
                  </a:cubicBezTo>
                  <a:cubicBezTo>
                    <a:pt x="650" y="737"/>
                    <a:pt x="481" y="310"/>
                    <a:pt x="144" y="17"/>
                  </a:cubicBezTo>
                  <a:cubicBezTo>
                    <a:pt x="130" y="6"/>
                    <a:pt x="115" y="1"/>
                    <a:pt x="101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41"/>
            <p:cNvSpPr/>
            <p:nvPr/>
          </p:nvSpPr>
          <p:spPr>
            <a:xfrm>
              <a:off x="-1505922" y="1660005"/>
              <a:ext cx="121382" cy="71888"/>
            </a:xfrm>
            <a:custGeom>
              <a:avLst/>
              <a:gdLst/>
              <a:ahLst/>
              <a:cxnLst/>
              <a:rect l="l" t="t" r="r" b="b"/>
              <a:pathLst>
                <a:path w="748" h="443" extrusionOk="0">
                  <a:moveTo>
                    <a:pt x="661" y="1"/>
                  </a:moveTo>
                  <a:cubicBezTo>
                    <a:pt x="642" y="1"/>
                    <a:pt x="624" y="8"/>
                    <a:pt x="607" y="24"/>
                  </a:cubicBezTo>
                  <a:cubicBezTo>
                    <a:pt x="505" y="199"/>
                    <a:pt x="317" y="308"/>
                    <a:pt x="122" y="308"/>
                  </a:cubicBezTo>
                  <a:cubicBezTo>
                    <a:pt x="104" y="308"/>
                    <a:pt x="86" y="307"/>
                    <a:pt x="68" y="305"/>
                  </a:cubicBezTo>
                  <a:cubicBezTo>
                    <a:pt x="23" y="305"/>
                    <a:pt x="0" y="339"/>
                    <a:pt x="0" y="372"/>
                  </a:cubicBezTo>
                  <a:cubicBezTo>
                    <a:pt x="0" y="406"/>
                    <a:pt x="23" y="440"/>
                    <a:pt x="68" y="440"/>
                  </a:cubicBezTo>
                  <a:cubicBezTo>
                    <a:pt x="87" y="442"/>
                    <a:pt x="107" y="442"/>
                    <a:pt x="126" y="442"/>
                  </a:cubicBezTo>
                  <a:cubicBezTo>
                    <a:pt x="374" y="442"/>
                    <a:pt x="606" y="310"/>
                    <a:pt x="731" y="91"/>
                  </a:cubicBezTo>
                  <a:cubicBezTo>
                    <a:pt x="747" y="43"/>
                    <a:pt x="706" y="1"/>
                    <a:pt x="661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41"/>
            <p:cNvSpPr/>
            <p:nvPr/>
          </p:nvSpPr>
          <p:spPr>
            <a:xfrm>
              <a:off x="-2016115" y="1749743"/>
              <a:ext cx="163735" cy="340291"/>
            </a:xfrm>
            <a:custGeom>
              <a:avLst/>
              <a:gdLst/>
              <a:ahLst/>
              <a:cxnLst/>
              <a:rect l="l" t="t" r="r" b="b"/>
              <a:pathLst>
                <a:path w="1009" h="2097" extrusionOk="0">
                  <a:moveTo>
                    <a:pt x="815" y="0"/>
                  </a:moveTo>
                  <a:cubicBezTo>
                    <a:pt x="775" y="0"/>
                    <a:pt x="732" y="34"/>
                    <a:pt x="738" y="89"/>
                  </a:cubicBezTo>
                  <a:cubicBezTo>
                    <a:pt x="862" y="798"/>
                    <a:pt x="604" y="1517"/>
                    <a:pt x="53" y="1989"/>
                  </a:cubicBezTo>
                  <a:cubicBezTo>
                    <a:pt x="0" y="2033"/>
                    <a:pt x="50" y="2097"/>
                    <a:pt x="106" y="2097"/>
                  </a:cubicBezTo>
                  <a:cubicBezTo>
                    <a:pt x="122" y="2097"/>
                    <a:pt x="139" y="2092"/>
                    <a:pt x="154" y="2079"/>
                  </a:cubicBezTo>
                  <a:cubicBezTo>
                    <a:pt x="738" y="1585"/>
                    <a:pt x="1008" y="809"/>
                    <a:pt x="873" y="44"/>
                  </a:cubicBezTo>
                  <a:cubicBezTo>
                    <a:pt x="865" y="14"/>
                    <a:pt x="841" y="0"/>
                    <a:pt x="815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41"/>
            <p:cNvSpPr/>
            <p:nvPr/>
          </p:nvSpPr>
          <p:spPr>
            <a:xfrm>
              <a:off x="-2251414" y="2107073"/>
              <a:ext cx="116189" cy="47871"/>
            </a:xfrm>
            <a:custGeom>
              <a:avLst/>
              <a:gdLst/>
              <a:ahLst/>
              <a:cxnLst/>
              <a:rect l="l" t="t" r="r" b="b"/>
              <a:pathLst>
                <a:path w="716" h="295" extrusionOk="0">
                  <a:moveTo>
                    <a:pt x="98" y="1"/>
                  </a:moveTo>
                  <a:cubicBezTo>
                    <a:pt x="48" y="1"/>
                    <a:pt x="1" y="70"/>
                    <a:pt x="52" y="113"/>
                  </a:cubicBezTo>
                  <a:cubicBezTo>
                    <a:pt x="163" y="231"/>
                    <a:pt x="312" y="294"/>
                    <a:pt x="468" y="294"/>
                  </a:cubicBezTo>
                  <a:cubicBezTo>
                    <a:pt x="535" y="294"/>
                    <a:pt x="603" y="283"/>
                    <a:pt x="671" y="259"/>
                  </a:cubicBezTo>
                  <a:cubicBezTo>
                    <a:pt x="704" y="248"/>
                    <a:pt x="716" y="214"/>
                    <a:pt x="716" y="181"/>
                  </a:cubicBezTo>
                  <a:cubicBezTo>
                    <a:pt x="706" y="153"/>
                    <a:pt x="674" y="133"/>
                    <a:pt x="644" y="133"/>
                  </a:cubicBezTo>
                  <a:cubicBezTo>
                    <a:pt x="638" y="133"/>
                    <a:pt x="632" y="134"/>
                    <a:pt x="626" y="136"/>
                  </a:cubicBezTo>
                  <a:cubicBezTo>
                    <a:pt x="577" y="152"/>
                    <a:pt x="527" y="160"/>
                    <a:pt x="477" y="160"/>
                  </a:cubicBezTo>
                  <a:cubicBezTo>
                    <a:pt x="353" y="160"/>
                    <a:pt x="230" y="112"/>
                    <a:pt x="142" y="23"/>
                  </a:cubicBezTo>
                  <a:cubicBezTo>
                    <a:pt x="129" y="7"/>
                    <a:pt x="113" y="1"/>
                    <a:pt x="9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41"/>
            <p:cNvSpPr/>
            <p:nvPr/>
          </p:nvSpPr>
          <p:spPr>
            <a:xfrm>
              <a:off x="-3027415" y="1822605"/>
              <a:ext cx="151240" cy="197002"/>
            </a:xfrm>
            <a:custGeom>
              <a:avLst/>
              <a:gdLst/>
              <a:ahLst/>
              <a:cxnLst/>
              <a:rect l="l" t="t" r="r" b="b"/>
              <a:pathLst>
                <a:path w="932" h="1214" extrusionOk="0">
                  <a:moveTo>
                    <a:pt x="63" y="0"/>
                  </a:moveTo>
                  <a:cubicBezTo>
                    <a:pt x="31" y="0"/>
                    <a:pt x="0" y="23"/>
                    <a:pt x="0" y="67"/>
                  </a:cubicBezTo>
                  <a:cubicBezTo>
                    <a:pt x="56" y="551"/>
                    <a:pt x="394" y="944"/>
                    <a:pt x="798" y="1203"/>
                  </a:cubicBezTo>
                  <a:cubicBezTo>
                    <a:pt x="811" y="1210"/>
                    <a:pt x="823" y="1213"/>
                    <a:pt x="835" y="1213"/>
                  </a:cubicBezTo>
                  <a:cubicBezTo>
                    <a:pt x="895" y="1213"/>
                    <a:pt x="932" y="1128"/>
                    <a:pt x="866" y="1091"/>
                  </a:cubicBezTo>
                  <a:cubicBezTo>
                    <a:pt x="506" y="866"/>
                    <a:pt x="191" y="506"/>
                    <a:pt x="135" y="67"/>
                  </a:cubicBezTo>
                  <a:cubicBezTo>
                    <a:pt x="129" y="23"/>
                    <a:pt x="96" y="0"/>
                    <a:pt x="63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41"/>
            <p:cNvSpPr/>
            <p:nvPr/>
          </p:nvSpPr>
          <p:spPr>
            <a:xfrm>
              <a:off x="-2804936" y="2039567"/>
              <a:ext cx="82273" cy="25802"/>
            </a:xfrm>
            <a:custGeom>
              <a:avLst/>
              <a:gdLst/>
              <a:ahLst/>
              <a:cxnLst/>
              <a:rect l="l" t="t" r="r" b="b"/>
              <a:pathLst>
                <a:path w="507" h="159" extrusionOk="0">
                  <a:moveTo>
                    <a:pt x="439" y="1"/>
                  </a:moveTo>
                  <a:lnTo>
                    <a:pt x="68" y="23"/>
                  </a:lnTo>
                  <a:cubicBezTo>
                    <a:pt x="23" y="23"/>
                    <a:pt x="1" y="57"/>
                    <a:pt x="1" y="91"/>
                  </a:cubicBezTo>
                  <a:cubicBezTo>
                    <a:pt x="1" y="125"/>
                    <a:pt x="23" y="158"/>
                    <a:pt x="68" y="158"/>
                  </a:cubicBezTo>
                  <a:lnTo>
                    <a:pt x="439" y="136"/>
                  </a:lnTo>
                  <a:cubicBezTo>
                    <a:pt x="473" y="125"/>
                    <a:pt x="495" y="102"/>
                    <a:pt x="507" y="68"/>
                  </a:cubicBezTo>
                  <a:cubicBezTo>
                    <a:pt x="507" y="23"/>
                    <a:pt x="473" y="1"/>
                    <a:pt x="43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41"/>
            <p:cNvSpPr/>
            <p:nvPr/>
          </p:nvSpPr>
          <p:spPr>
            <a:xfrm>
              <a:off x="-3707998" y="1703494"/>
              <a:ext cx="162275" cy="283332"/>
            </a:xfrm>
            <a:custGeom>
              <a:avLst/>
              <a:gdLst/>
              <a:ahLst/>
              <a:cxnLst/>
              <a:rect l="l" t="t" r="r" b="b"/>
              <a:pathLst>
                <a:path w="1000" h="1746" extrusionOk="0">
                  <a:moveTo>
                    <a:pt x="133" y="0"/>
                  </a:moveTo>
                  <a:cubicBezTo>
                    <a:pt x="99" y="0"/>
                    <a:pt x="62" y="20"/>
                    <a:pt x="57" y="59"/>
                  </a:cubicBezTo>
                  <a:cubicBezTo>
                    <a:pt x="1" y="723"/>
                    <a:pt x="315" y="1364"/>
                    <a:pt x="866" y="1735"/>
                  </a:cubicBezTo>
                  <a:cubicBezTo>
                    <a:pt x="879" y="1742"/>
                    <a:pt x="891" y="1745"/>
                    <a:pt x="903" y="1745"/>
                  </a:cubicBezTo>
                  <a:cubicBezTo>
                    <a:pt x="963" y="1745"/>
                    <a:pt x="1000" y="1660"/>
                    <a:pt x="934" y="1622"/>
                  </a:cubicBezTo>
                  <a:cubicBezTo>
                    <a:pt x="428" y="1274"/>
                    <a:pt x="136" y="678"/>
                    <a:pt x="192" y="59"/>
                  </a:cubicBezTo>
                  <a:cubicBezTo>
                    <a:pt x="197" y="20"/>
                    <a:pt x="166" y="0"/>
                    <a:pt x="133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41"/>
            <p:cNvSpPr/>
            <p:nvPr/>
          </p:nvSpPr>
          <p:spPr>
            <a:xfrm>
              <a:off x="-3474484" y="2051737"/>
              <a:ext cx="76756" cy="32455"/>
            </a:xfrm>
            <a:custGeom>
              <a:avLst/>
              <a:gdLst/>
              <a:ahLst/>
              <a:cxnLst/>
              <a:rect l="l" t="t" r="r" b="b"/>
              <a:pathLst>
                <a:path w="473" h="200" extrusionOk="0">
                  <a:moveTo>
                    <a:pt x="84" y="0"/>
                  </a:moveTo>
                  <a:cubicBezTo>
                    <a:pt x="58" y="0"/>
                    <a:pt x="31" y="11"/>
                    <a:pt x="23" y="27"/>
                  </a:cubicBezTo>
                  <a:cubicBezTo>
                    <a:pt x="1" y="61"/>
                    <a:pt x="12" y="106"/>
                    <a:pt x="46" y="128"/>
                  </a:cubicBezTo>
                  <a:cubicBezTo>
                    <a:pt x="123" y="175"/>
                    <a:pt x="212" y="200"/>
                    <a:pt x="303" y="200"/>
                  </a:cubicBezTo>
                  <a:cubicBezTo>
                    <a:pt x="344" y="200"/>
                    <a:pt x="386" y="195"/>
                    <a:pt x="428" y="184"/>
                  </a:cubicBezTo>
                  <a:cubicBezTo>
                    <a:pt x="462" y="173"/>
                    <a:pt x="473" y="139"/>
                    <a:pt x="473" y="106"/>
                  </a:cubicBezTo>
                  <a:cubicBezTo>
                    <a:pt x="464" y="78"/>
                    <a:pt x="432" y="58"/>
                    <a:pt x="402" y="58"/>
                  </a:cubicBezTo>
                  <a:cubicBezTo>
                    <a:pt x="395" y="58"/>
                    <a:pt x="389" y="59"/>
                    <a:pt x="383" y="61"/>
                  </a:cubicBezTo>
                  <a:lnTo>
                    <a:pt x="248" y="61"/>
                  </a:lnTo>
                  <a:cubicBezTo>
                    <a:pt x="226" y="50"/>
                    <a:pt x="192" y="50"/>
                    <a:pt x="169" y="38"/>
                  </a:cubicBezTo>
                  <a:lnTo>
                    <a:pt x="147" y="27"/>
                  </a:lnTo>
                  <a:lnTo>
                    <a:pt x="113" y="5"/>
                  </a:lnTo>
                  <a:cubicBezTo>
                    <a:pt x="104" y="2"/>
                    <a:pt x="94" y="0"/>
                    <a:pt x="8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41"/>
            <p:cNvSpPr/>
            <p:nvPr/>
          </p:nvSpPr>
          <p:spPr>
            <a:xfrm>
              <a:off x="-4129427" y="1281579"/>
              <a:ext cx="148157" cy="322278"/>
            </a:xfrm>
            <a:custGeom>
              <a:avLst/>
              <a:gdLst/>
              <a:ahLst/>
              <a:cxnLst/>
              <a:rect l="l" t="t" r="r" b="b"/>
              <a:pathLst>
                <a:path w="913" h="1986" extrusionOk="0">
                  <a:moveTo>
                    <a:pt x="826" y="1"/>
                  </a:moveTo>
                  <a:cubicBezTo>
                    <a:pt x="818" y="1"/>
                    <a:pt x="809" y="3"/>
                    <a:pt x="799" y="6"/>
                  </a:cubicBezTo>
                  <a:cubicBezTo>
                    <a:pt x="450" y="119"/>
                    <a:pt x="237" y="456"/>
                    <a:pt x="136" y="793"/>
                  </a:cubicBezTo>
                  <a:cubicBezTo>
                    <a:pt x="1" y="1175"/>
                    <a:pt x="23" y="1591"/>
                    <a:pt x="214" y="1962"/>
                  </a:cubicBezTo>
                  <a:cubicBezTo>
                    <a:pt x="227" y="1979"/>
                    <a:pt x="244" y="1985"/>
                    <a:pt x="260" y="1985"/>
                  </a:cubicBezTo>
                  <a:cubicBezTo>
                    <a:pt x="302" y="1985"/>
                    <a:pt x="343" y="1943"/>
                    <a:pt x="327" y="1895"/>
                  </a:cubicBezTo>
                  <a:cubicBezTo>
                    <a:pt x="158" y="1569"/>
                    <a:pt x="136" y="1187"/>
                    <a:pt x="259" y="849"/>
                  </a:cubicBezTo>
                  <a:cubicBezTo>
                    <a:pt x="349" y="557"/>
                    <a:pt x="518" y="231"/>
                    <a:pt x="833" y="130"/>
                  </a:cubicBezTo>
                  <a:cubicBezTo>
                    <a:pt x="913" y="110"/>
                    <a:pt x="895" y="1"/>
                    <a:pt x="826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41"/>
            <p:cNvSpPr/>
            <p:nvPr/>
          </p:nvSpPr>
          <p:spPr>
            <a:xfrm>
              <a:off x="-4038553" y="1691648"/>
              <a:ext cx="93633" cy="56796"/>
            </a:xfrm>
            <a:custGeom>
              <a:avLst/>
              <a:gdLst/>
              <a:ahLst/>
              <a:cxnLst/>
              <a:rect l="l" t="t" r="r" b="b"/>
              <a:pathLst>
                <a:path w="577" h="350" extrusionOk="0">
                  <a:moveTo>
                    <a:pt x="83" y="1"/>
                  </a:moveTo>
                  <a:cubicBezTo>
                    <a:pt x="42" y="1"/>
                    <a:pt x="1" y="34"/>
                    <a:pt x="14" y="88"/>
                  </a:cubicBezTo>
                  <a:cubicBezTo>
                    <a:pt x="79" y="245"/>
                    <a:pt x="236" y="349"/>
                    <a:pt x="402" y="349"/>
                  </a:cubicBezTo>
                  <a:cubicBezTo>
                    <a:pt x="438" y="349"/>
                    <a:pt x="473" y="345"/>
                    <a:pt x="509" y="335"/>
                  </a:cubicBezTo>
                  <a:cubicBezTo>
                    <a:pt x="565" y="324"/>
                    <a:pt x="576" y="256"/>
                    <a:pt x="542" y="222"/>
                  </a:cubicBezTo>
                  <a:cubicBezTo>
                    <a:pt x="533" y="195"/>
                    <a:pt x="509" y="175"/>
                    <a:pt x="482" y="175"/>
                  </a:cubicBezTo>
                  <a:cubicBezTo>
                    <a:pt x="476" y="175"/>
                    <a:pt x="470" y="175"/>
                    <a:pt x="464" y="177"/>
                  </a:cubicBezTo>
                  <a:cubicBezTo>
                    <a:pt x="452" y="177"/>
                    <a:pt x="441" y="177"/>
                    <a:pt x="430" y="189"/>
                  </a:cubicBezTo>
                  <a:lnTo>
                    <a:pt x="318" y="189"/>
                  </a:lnTo>
                  <a:lnTo>
                    <a:pt x="284" y="177"/>
                  </a:lnTo>
                  <a:lnTo>
                    <a:pt x="273" y="177"/>
                  </a:lnTo>
                  <a:cubicBezTo>
                    <a:pt x="261" y="166"/>
                    <a:pt x="239" y="155"/>
                    <a:pt x="228" y="144"/>
                  </a:cubicBezTo>
                  <a:lnTo>
                    <a:pt x="216" y="144"/>
                  </a:lnTo>
                  <a:cubicBezTo>
                    <a:pt x="205" y="144"/>
                    <a:pt x="205" y="132"/>
                    <a:pt x="194" y="121"/>
                  </a:cubicBezTo>
                  <a:lnTo>
                    <a:pt x="171" y="99"/>
                  </a:lnTo>
                  <a:lnTo>
                    <a:pt x="171" y="88"/>
                  </a:lnTo>
                  <a:lnTo>
                    <a:pt x="149" y="65"/>
                  </a:lnTo>
                  <a:cubicBezTo>
                    <a:pt x="149" y="65"/>
                    <a:pt x="149" y="54"/>
                    <a:pt x="149" y="54"/>
                  </a:cubicBezTo>
                  <a:cubicBezTo>
                    <a:pt x="140" y="17"/>
                    <a:pt x="112" y="1"/>
                    <a:pt x="83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41"/>
            <p:cNvSpPr/>
            <p:nvPr/>
          </p:nvSpPr>
          <p:spPr>
            <a:xfrm>
              <a:off x="-3235452" y="2369797"/>
              <a:ext cx="40244" cy="104181"/>
            </a:xfrm>
            <a:custGeom>
              <a:avLst/>
              <a:gdLst/>
              <a:ahLst/>
              <a:cxnLst/>
              <a:rect l="l" t="t" r="r" b="b"/>
              <a:pathLst>
                <a:path w="248" h="642" extrusionOk="0">
                  <a:moveTo>
                    <a:pt x="165" y="0"/>
                  </a:moveTo>
                  <a:cubicBezTo>
                    <a:pt x="141" y="0"/>
                    <a:pt x="120" y="13"/>
                    <a:pt x="113" y="34"/>
                  </a:cubicBezTo>
                  <a:cubicBezTo>
                    <a:pt x="23" y="203"/>
                    <a:pt x="0" y="405"/>
                    <a:pt x="45" y="597"/>
                  </a:cubicBezTo>
                  <a:cubicBezTo>
                    <a:pt x="59" y="628"/>
                    <a:pt x="85" y="641"/>
                    <a:pt x="110" y="641"/>
                  </a:cubicBezTo>
                  <a:cubicBezTo>
                    <a:pt x="149" y="641"/>
                    <a:pt x="187" y="610"/>
                    <a:pt x="180" y="563"/>
                  </a:cubicBezTo>
                  <a:cubicBezTo>
                    <a:pt x="135" y="405"/>
                    <a:pt x="158" y="248"/>
                    <a:pt x="225" y="102"/>
                  </a:cubicBezTo>
                  <a:cubicBezTo>
                    <a:pt x="248" y="68"/>
                    <a:pt x="237" y="23"/>
                    <a:pt x="203" y="12"/>
                  </a:cubicBezTo>
                  <a:cubicBezTo>
                    <a:pt x="191" y="4"/>
                    <a:pt x="178" y="0"/>
                    <a:pt x="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41"/>
            <p:cNvSpPr/>
            <p:nvPr/>
          </p:nvSpPr>
          <p:spPr>
            <a:xfrm>
              <a:off x="-2573206" y="2469759"/>
              <a:ext cx="36674" cy="114404"/>
            </a:xfrm>
            <a:custGeom>
              <a:avLst/>
              <a:gdLst/>
              <a:ahLst/>
              <a:cxnLst/>
              <a:rect l="l" t="t" r="r" b="b"/>
              <a:pathLst>
                <a:path w="226" h="705" extrusionOk="0">
                  <a:moveTo>
                    <a:pt x="151" y="0"/>
                  </a:moveTo>
                  <a:cubicBezTo>
                    <a:pt x="124" y="0"/>
                    <a:pt x="100" y="20"/>
                    <a:pt x="90" y="48"/>
                  </a:cubicBezTo>
                  <a:cubicBezTo>
                    <a:pt x="12" y="250"/>
                    <a:pt x="0" y="453"/>
                    <a:pt x="45" y="655"/>
                  </a:cubicBezTo>
                  <a:cubicBezTo>
                    <a:pt x="54" y="690"/>
                    <a:pt x="76" y="704"/>
                    <a:pt x="101" y="704"/>
                  </a:cubicBezTo>
                  <a:cubicBezTo>
                    <a:pt x="108" y="704"/>
                    <a:pt x="116" y="703"/>
                    <a:pt x="124" y="700"/>
                  </a:cubicBezTo>
                  <a:cubicBezTo>
                    <a:pt x="158" y="700"/>
                    <a:pt x="180" y="655"/>
                    <a:pt x="169" y="621"/>
                  </a:cubicBezTo>
                  <a:cubicBezTo>
                    <a:pt x="135" y="442"/>
                    <a:pt x="147" y="262"/>
                    <a:pt x="214" y="82"/>
                  </a:cubicBezTo>
                  <a:cubicBezTo>
                    <a:pt x="225" y="48"/>
                    <a:pt x="203" y="14"/>
                    <a:pt x="169" y="3"/>
                  </a:cubicBezTo>
                  <a:cubicBezTo>
                    <a:pt x="163" y="1"/>
                    <a:pt x="157" y="0"/>
                    <a:pt x="1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41"/>
            <p:cNvSpPr/>
            <p:nvPr/>
          </p:nvSpPr>
          <p:spPr>
            <a:xfrm>
              <a:off x="-2162650" y="2874473"/>
              <a:ext cx="45762" cy="103045"/>
            </a:xfrm>
            <a:custGeom>
              <a:avLst/>
              <a:gdLst/>
              <a:ahLst/>
              <a:cxnLst/>
              <a:rect l="l" t="t" r="r" b="b"/>
              <a:pathLst>
                <a:path w="282" h="635" extrusionOk="0">
                  <a:moveTo>
                    <a:pt x="219" y="1"/>
                  </a:moveTo>
                  <a:cubicBezTo>
                    <a:pt x="192" y="1"/>
                    <a:pt x="166" y="11"/>
                    <a:pt x="157" y="27"/>
                  </a:cubicBezTo>
                  <a:cubicBezTo>
                    <a:pt x="34" y="196"/>
                    <a:pt x="0" y="398"/>
                    <a:pt x="45" y="590"/>
                  </a:cubicBezTo>
                  <a:cubicBezTo>
                    <a:pt x="54" y="621"/>
                    <a:pt x="79" y="634"/>
                    <a:pt x="104" y="634"/>
                  </a:cubicBezTo>
                  <a:cubicBezTo>
                    <a:pt x="143" y="634"/>
                    <a:pt x="182" y="603"/>
                    <a:pt x="169" y="556"/>
                  </a:cubicBezTo>
                  <a:cubicBezTo>
                    <a:pt x="135" y="398"/>
                    <a:pt x="169" y="230"/>
                    <a:pt x="270" y="95"/>
                  </a:cubicBezTo>
                  <a:cubicBezTo>
                    <a:pt x="281" y="61"/>
                    <a:pt x="270" y="27"/>
                    <a:pt x="247" y="5"/>
                  </a:cubicBezTo>
                  <a:cubicBezTo>
                    <a:pt x="238" y="2"/>
                    <a:pt x="228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41"/>
            <p:cNvSpPr/>
            <p:nvPr/>
          </p:nvSpPr>
          <p:spPr>
            <a:xfrm>
              <a:off x="-2916256" y="2917152"/>
              <a:ext cx="49494" cy="112457"/>
            </a:xfrm>
            <a:custGeom>
              <a:avLst/>
              <a:gdLst/>
              <a:ahLst/>
              <a:cxnLst/>
              <a:rect l="l" t="t" r="r" b="b"/>
              <a:pathLst>
                <a:path w="305" h="693" extrusionOk="0">
                  <a:moveTo>
                    <a:pt x="224" y="0"/>
                  </a:moveTo>
                  <a:cubicBezTo>
                    <a:pt x="203" y="0"/>
                    <a:pt x="184" y="12"/>
                    <a:pt x="170" y="34"/>
                  </a:cubicBezTo>
                  <a:cubicBezTo>
                    <a:pt x="46" y="214"/>
                    <a:pt x="1" y="439"/>
                    <a:pt x="57" y="653"/>
                  </a:cubicBezTo>
                  <a:cubicBezTo>
                    <a:pt x="71" y="680"/>
                    <a:pt x="97" y="692"/>
                    <a:pt x="124" y="692"/>
                  </a:cubicBezTo>
                  <a:cubicBezTo>
                    <a:pt x="162" y="692"/>
                    <a:pt x="199" y="666"/>
                    <a:pt x="192" y="619"/>
                  </a:cubicBezTo>
                  <a:cubicBezTo>
                    <a:pt x="136" y="439"/>
                    <a:pt x="170" y="248"/>
                    <a:pt x="282" y="102"/>
                  </a:cubicBezTo>
                  <a:cubicBezTo>
                    <a:pt x="304" y="68"/>
                    <a:pt x="293" y="23"/>
                    <a:pt x="259" y="12"/>
                  </a:cubicBezTo>
                  <a:cubicBezTo>
                    <a:pt x="248" y="4"/>
                    <a:pt x="236" y="0"/>
                    <a:pt x="2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41"/>
            <p:cNvSpPr/>
            <p:nvPr/>
          </p:nvSpPr>
          <p:spPr>
            <a:xfrm>
              <a:off x="-2553084" y="3280811"/>
              <a:ext cx="33266" cy="116838"/>
            </a:xfrm>
            <a:custGeom>
              <a:avLst/>
              <a:gdLst/>
              <a:ahLst/>
              <a:cxnLst/>
              <a:rect l="l" t="t" r="r" b="b"/>
              <a:pathLst>
                <a:path w="205" h="720" extrusionOk="0">
                  <a:moveTo>
                    <a:pt x="122" y="0"/>
                  </a:moveTo>
                  <a:cubicBezTo>
                    <a:pt x="94" y="0"/>
                    <a:pt x="66" y="16"/>
                    <a:pt x="56" y="53"/>
                  </a:cubicBezTo>
                  <a:cubicBezTo>
                    <a:pt x="23" y="177"/>
                    <a:pt x="0" y="312"/>
                    <a:pt x="0" y="435"/>
                  </a:cubicBezTo>
                  <a:cubicBezTo>
                    <a:pt x="0" y="536"/>
                    <a:pt x="0" y="694"/>
                    <a:pt x="113" y="716"/>
                  </a:cubicBezTo>
                  <a:cubicBezTo>
                    <a:pt x="119" y="718"/>
                    <a:pt x="125" y="719"/>
                    <a:pt x="131" y="719"/>
                  </a:cubicBezTo>
                  <a:cubicBezTo>
                    <a:pt x="161" y="719"/>
                    <a:pt x="193" y="699"/>
                    <a:pt x="203" y="671"/>
                  </a:cubicBezTo>
                  <a:cubicBezTo>
                    <a:pt x="203" y="626"/>
                    <a:pt x="169" y="593"/>
                    <a:pt x="135" y="593"/>
                  </a:cubicBezTo>
                  <a:lnTo>
                    <a:pt x="135" y="581"/>
                  </a:lnTo>
                  <a:cubicBezTo>
                    <a:pt x="135" y="570"/>
                    <a:pt x="135" y="559"/>
                    <a:pt x="135" y="548"/>
                  </a:cubicBezTo>
                  <a:cubicBezTo>
                    <a:pt x="124" y="503"/>
                    <a:pt x="124" y="446"/>
                    <a:pt x="135" y="390"/>
                  </a:cubicBezTo>
                  <a:cubicBezTo>
                    <a:pt x="135" y="289"/>
                    <a:pt x="158" y="188"/>
                    <a:pt x="191" y="87"/>
                  </a:cubicBezTo>
                  <a:cubicBezTo>
                    <a:pt x="205" y="34"/>
                    <a:pt x="163" y="0"/>
                    <a:pt x="1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">
    <p:spTree>
      <p:nvGrpSpPr>
        <p:cNvPr id="1" name="Shape 2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7" name="Google Shape;2137;p42"/>
          <p:cNvSpPr/>
          <p:nvPr/>
        </p:nvSpPr>
        <p:spPr>
          <a:xfrm flipH="1">
            <a:off x="-2575" y="-6425"/>
            <a:ext cx="9146700" cy="5149800"/>
          </a:xfrm>
          <a:prstGeom prst="rect">
            <a:avLst/>
          </a:prstGeom>
          <a:gradFill>
            <a:gsLst>
              <a:gs pos="0">
                <a:srgbClr val="C2ECF1">
                  <a:alpha val="62352"/>
                </a:srgbClr>
              </a:gs>
              <a:gs pos="100000">
                <a:srgbClr val="30585A"/>
              </a:gs>
            </a:gsLst>
            <a:lin ang="18900044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38" name="Google Shape;2138;p42"/>
          <p:cNvGrpSpPr/>
          <p:nvPr/>
        </p:nvGrpSpPr>
        <p:grpSpPr>
          <a:xfrm>
            <a:off x="4486912" y="4945778"/>
            <a:ext cx="170170" cy="263393"/>
            <a:chOff x="1223537" y="2032528"/>
            <a:chExt cx="170170" cy="263393"/>
          </a:xfrm>
        </p:grpSpPr>
        <p:sp>
          <p:nvSpPr>
            <p:cNvPr id="2139" name="Google Shape;2139;p42"/>
            <p:cNvSpPr/>
            <p:nvPr/>
          </p:nvSpPr>
          <p:spPr>
            <a:xfrm>
              <a:off x="1223537" y="2032528"/>
              <a:ext cx="170170" cy="263393"/>
            </a:xfrm>
            <a:custGeom>
              <a:avLst/>
              <a:gdLst/>
              <a:ahLst/>
              <a:cxnLst/>
              <a:rect l="l" t="t" r="r" b="b"/>
              <a:pathLst>
                <a:path w="1035" h="1602" extrusionOk="0">
                  <a:moveTo>
                    <a:pt x="619" y="1"/>
                  </a:moveTo>
                  <a:cubicBezTo>
                    <a:pt x="619" y="1"/>
                    <a:pt x="0" y="698"/>
                    <a:pt x="236" y="1271"/>
                  </a:cubicBezTo>
                  <a:cubicBezTo>
                    <a:pt x="336" y="1502"/>
                    <a:pt x="477" y="1602"/>
                    <a:pt x="612" y="1602"/>
                  </a:cubicBezTo>
                  <a:cubicBezTo>
                    <a:pt x="813" y="1602"/>
                    <a:pt x="999" y="1382"/>
                    <a:pt x="1012" y="1046"/>
                  </a:cubicBezTo>
                  <a:cubicBezTo>
                    <a:pt x="1035" y="496"/>
                    <a:pt x="619" y="1"/>
                    <a:pt x="6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42"/>
            <p:cNvSpPr/>
            <p:nvPr/>
          </p:nvSpPr>
          <p:spPr>
            <a:xfrm>
              <a:off x="1278945" y="2117202"/>
              <a:ext cx="37158" cy="115913"/>
            </a:xfrm>
            <a:custGeom>
              <a:avLst/>
              <a:gdLst/>
              <a:ahLst/>
              <a:cxnLst/>
              <a:rect l="l" t="t" r="r" b="b"/>
              <a:pathLst>
                <a:path w="226" h="705" extrusionOk="0">
                  <a:moveTo>
                    <a:pt x="151" y="0"/>
                  </a:moveTo>
                  <a:cubicBezTo>
                    <a:pt x="124" y="0"/>
                    <a:pt x="100" y="20"/>
                    <a:pt x="90" y="48"/>
                  </a:cubicBezTo>
                  <a:cubicBezTo>
                    <a:pt x="12" y="250"/>
                    <a:pt x="0" y="453"/>
                    <a:pt x="45" y="655"/>
                  </a:cubicBezTo>
                  <a:cubicBezTo>
                    <a:pt x="54" y="690"/>
                    <a:pt x="76" y="704"/>
                    <a:pt x="101" y="704"/>
                  </a:cubicBezTo>
                  <a:cubicBezTo>
                    <a:pt x="108" y="704"/>
                    <a:pt x="116" y="703"/>
                    <a:pt x="124" y="700"/>
                  </a:cubicBezTo>
                  <a:cubicBezTo>
                    <a:pt x="158" y="700"/>
                    <a:pt x="180" y="655"/>
                    <a:pt x="169" y="621"/>
                  </a:cubicBezTo>
                  <a:cubicBezTo>
                    <a:pt x="135" y="442"/>
                    <a:pt x="147" y="262"/>
                    <a:pt x="214" y="82"/>
                  </a:cubicBezTo>
                  <a:cubicBezTo>
                    <a:pt x="225" y="48"/>
                    <a:pt x="203" y="14"/>
                    <a:pt x="169" y="3"/>
                  </a:cubicBezTo>
                  <a:cubicBezTo>
                    <a:pt x="163" y="1"/>
                    <a:pt x="157" y="0"/>
                    <a:pt x="1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41" name="Google Shape;2141;p42"/>
          <p:cNvGrpSpPr/>
          <p:nvPr/>
        </p:nvGrpSpPr>
        <p:grpSpPr>
          <a:xfrm>
            <a:off x="7302074" y="5077186"/>
            <a:ext cx="168361" cy="263393"/>
            <a:chOff x="1637537" y="2448498"/>
            <a:chExt cx="168361" cy="263393"/>
          </a:xfrm>
        </p:grpSpPr>
        <p:sp>
          <p:nvSpPr>
            <p:cNvPr id="2142" name="Google Shape;2142;p42"/>
            <p:cNvSpPr/>
            <p:nvPr/>
          </p:nvSpPr>
          <p:spPr>
            <a:xfrm>
              <a:off x="1637537" y="2448498"/>
              <a:ext cx="168361" cy="263393"/>
            </a:xfrm>
            <a:custGeom>
              <a:avLst/>
              <a:gdLst/>
              <a:ahLst/>
              <a:cxnLst/>
              <a:rect l="l" t="t" r="r" b="b"/>
              <a:pathLst>
                <a:path w="1024" h="1602" extrusionOk="0">
                  <a:moveTo>
                    <a:pt x="608" y="0"/>
                  </a:moveTo>
                  <a:cubicBezTo>
                    <a:pt x="608" y="0"/>
                    <a:pt x="1" y="698"/>
                    <a:pt x="237" y="1271"/>
                  </a:cubicBezTo>
                  <a:cubicBezTo>
                    <a:pt x="332" y="1502"/>
                    <a:pt x="470" y="1601"/>
                    <a:pt x="604" y="1601"/>
                  </a:cubicBezTo>
                  <a:cubicBezTo>
                    <a:pt x="802" y="1601"/>
                    <a:pt x="988" y="1382"/>
                    <a:pt x="1001" y="1046"/>
                  </a:cubicBezTo>
                  <a:cubicBezTo>
                    <a:pt x="1024" y="495"/>
                    <a:pt x="608" y="0"/>
                    <a:pt x="6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42"/>
            <p:cNvSpPr/>
            <p:nvPr/>
          </p:nvSpPr>
          <p:spPr>
            <a:xfrm>
              <a:off x="1694918" y="2527253"/>
              <a:ext cx="46365" cy="104404"/>
            </a:xfrm>
            <a:custGeom>
              <a:avLst/>
              <a:gdLst/>
              <a:ahLst/>
              <a:cxnLst/>
              <a:rect l="l" t="t" r="r" b="b"/>
              <a:pathLst>
                <a:path w="282" h="635" extrusionOk="0">
                  <a:moveTo>
                    <a:pt x="219" y="1"/>
                  </a:moveTo>
                  <a:cubicBezTo>
                    <a:pt x="192" y="1"/>
                    <a:pt x="166" y="11"/>
                    <a:pt x="157" y="27"/>
                  </a:cubicBezTo>
                  <a:cubicBezTo>
                    <a:pt x="34" y="196"/>
                    <a:pt x="0" y="398"/>
                    <a:pt x="45" y="590"/>
                  </a:cubicBezTo>
                  <a:cubicBezTo>
                    <a:pt x="54" y="621"/>
                    <a:pt x="79" y="634"/>
                    <a:pt x="104" y="634"/>
                  </a:cubicBezTo>
                  <a:cubicBezTo>
                    <a:pt x="143" y="634"/>
                    <a:pt x="182" y="603"/>
                    <a:pt x="169" y="556"/>
                  </a:cubicBezTo>
                  <a:cubicBezTo>
                    <a:pt x="135" y="398"/>
                    <a:pt x="169" y="230"/>
                    <a:pt x="270" y="95"/>
                  </a:cubicBezTo>
                  <a:cubicBezTo>
                    <a:pt x="281" y="61"/>
                    <a:pt x="270" y="27"/>
                    <a:pt x="247" y="5"/>
                  </a:cubicBezTo>
                  <a:cubicBezTo>
                    <a:pt x="238" y="2"/>
                    <a:pt x="228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44" name="Google Shape;2144;p42"/>
          <p:cNvGrpSpPr/>
          <p:nvPr/>
        </p:nvGrpSpPr>
        <p:grpSpPr>
          <a:xfrm>
            <a:off x="8415763" y="127588"/>
            <a:ext cx="168361" cy="261749"/>
            <a:chOff x="1877913" y="1847725"/>
            <a:chExt cx="168361" cy="261749"/>
          </a:xfrm>
        </p:grpSpPr>
        <p:sp>
          <p:nvSpPr>
            <p:cNvPr id="2145" name="Google Shape;2145;p42"/>
            <p:cNvSpPr/>
            <p:nvPr/>
          </p:nvSpPr>
          <p:spPr>
            <a:xfrm>
              <a:off x="1877913" y="1847725"/>
              <a:ext cx="168361" cy="261749"/>
            </a:xfrm>
            <a:custGeom>
              <a:avLst/>
              <a:gdLst/>
              <a:ahLst/>
              <a:cxnLst/>
              <a:rect l="l" t="t" r="r" b="b"/>
              <a:pathLst>
                <a:path w="1024" h="1592" extrusionOk="0">
                  <a:moveTo>
                    <a:pt x="607" y="1"/>
                  </a:moveTo>
                  <a:cubicBezTo>
                    <a:pt x="607" y="1"/>
                    <a:pt x="0" y="698"/>
                    <a:pt x="236" y="1260"/>
                  </a:cubicBezTo>
                  <a:cubicBezTo>
                    <a:pt x="332" y="1492"/>
                    <a:pt x="473" y="1591"/>
                    <a:pt x="609" y="1591"/>
                  </a:cubicBezTo>
                  <a:cubicBezTo>
                    <a:pt x="809" y="1591"/>
                    <a:pt x="998" y="1375"/>
                    <a:pt x="1012" y="1046"/>
                  </a:cubicBezTo>
                  <a:cubicBezTo>
                    <a:pt x="1023" y="495"/>
                    <a:pt x="607" y="1"/>
                    <a:pt x="6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42"/>
            <p:cNvSpPr/>
            <p:nvPr/>
          </p:nvSpPr>
          <p:spPr>
            <a:xfrm>
              <a:off x="1925922" y="1932728"/>
              <a:ext cx="48174" cy="106048"/>
            </a:xfrm>
            <a:custGeom>
              <a:avLst/>
              <a:gdLst/>
              <a:ahLst/>
              <a:cxnLst/>
              <a:rect l="l" t="t" r="r" b="b"/>
              <a:pathLst>
                <a:path w="293" h="645" extrusionOk="0">
                  <a:moveTo>
                    <a:pt x="210" y="0"/>
                  </a:moveTo>
                  <a:cubicBezTo>
                    <a:pt x="186" y="0"/>
                    <a:pt x="165" y="13"/>
                    <a:pt x="158" y="35"/>
                  </a:cubicBezTo>
                  <a:cubicBezTo>
                    <a:pt x="34" y="192"/>
                    <a:pt x="0" y="406"/>
                    <a:pt x="57" y="597"/>
                  </a:cubicBezTo>
                  <a:cubicBezTo>
                    <a:pt x="66" y="624"/>
                    <a:pt x="98" y="645"/>
                    <a:pt x="128" y="645"/>
                  </a:cubicBezTo>
                  <a:cubicBezTo>
                    <a:pt x="134" y="645"/>
                    <a:pt x="141" y="644"/>
                    <a:pt x="146" y="642"/>
                  </a:cubicBezTo>
                  <a:cubicBezTo>
                    <a:pt x="180" y="630"/>
                    <a:pt x="203" y="597"/>
                    <a:pt x="191" y="563"/>
                  </a:cubicBezTo>
                  <a:cubicBezTo>
                    <a:pt x="146" y="406"/>
                    <a:pt x="169" y="237"/>
                    <a:pt x="270" y="102"/>
                  </a:cubicBezTo>
                  <a:cubicBezTo>
                    <a:pt x="293" y="68"/>
                    <a:pt x="281" y="35"/>
                    <a:pt x="248" y="12"/>
                  </a:cubicBezTo>
                  <a:cubicBezTo>
                    <a:pt x="236" y="4"/>
                    <a:pt x="222" y="0"/>
                    <a:pt x="2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47" name="Google Shape;2147;p42"/>
          <p:cNvSpPr/>
          <p:nvPr/>
        </p:nvSpPr>
        <p:spPr>
          <a:xfrm flipH="1">
            <a:off x="1365613" y="4813836"/>
            <a:ext cx="109663" cy="114482"/>
          </a:xfrm>
          <a:custGeom>
            <a:avLst/>
            <a:gdLst/>
            <a:ahLst/>
            <a:cxnLst/>
            <a:rect l="l" t="t" r="r" b="b"/>
            <a:pathLst>
              <a:path w="1024" h="1069" extrusionOk="0">
                <a:moveTo>
                  <a:pt x="630" y="1"/>
                </a:moveTo>
                <a:lnTo>
                  <a:pt x="371" y="270"/>
                </a:lnTo>
                <a:lnTo>
                  <a:pt x="0" y="203"/>
                </a:lnTo>
                <a:lnTo>
                  <a:pt x="180" y="540"/>
                </a:lnTo>
                <a:lnTo>
                  <a:pt x="0" y="866"/>
                </a:lnTo>
                <a:lnTo>
                  <a:pt x="0" y="866"/>
                </a:lnTo>
                <a:lnTo>
                  <a:pt x="371" y="810"/>
                </a:lnTo>
                <a:lnTo>
                  <a:pt x="630" y="1069"/>
                </a:lnTo>
                <a:lnTo>
                  <a:pt x="686" y="698"/>
                </a:lnTo>
                <a:lnTo>
                  <a:pt x="1023" y="540"/>
                </a:lnTo>
                <a:lnTo>
                  <a:pt x="686" y="372"/>
                </a:lnTo>
                <a:lnTo>
                  <a:pt x="63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8" name="Google Shape;2148;p42"/>
          <p:cNvSpPr/>
          <p:nvPr/>
        </p:nvSpPr>
        <p:spPr>
          <a:xfrm flipH="1">
            <a:off x="8841457" y="3604944"/>
            <a:ext cx="80748" cy="85567"/>
          </a:xfrm>
          <a:custGeom>
            <a:avLst/>
            <a:gdLst/>
            <a:ahLst/>
            <a:cxnLst/>
            <a:rect l="l" t="t" r="r" b="b"/>
            <a:pathLst>
              <a:path w="754" h="799" extrusionOk="0">
                <a:moveTo>
                  <a:pt x="282" y="0"/>
                </a:moveTo>
                <a:lnTo>
                  <a:pt x="248" y="281"/>
                </a:lnTo>
                <a:lnTo>
                  <a:pt x="1" y="405"/>
                </a:lnTo>
                <a:lnTo>
                  <a:pt x="248" y="517"/>
                </a:lnTo>
                <a:lnTo>
                  <a:pt x="293" y="798"/>
                </a:lnTo>
                <a:lnTo>
                  <a:pt x="484" y="596"/>
                </a:lnTo>
                <a:lnTo>
                  <a:pt x="754" y="641"/>
                </a:lnTo>
                <a:lnTo>
                  <a:pt x="619" y="394"/>
                </a:lnTo>
                <a:lnTo>
                  <a:pt x="743" y="146"/>
                </a:lnTo>
                <a:lnTo>
                  <a:pt x="473" y="203"/>
                </a:lnTo>
                <a:lnTo>
                  <a:pt x="28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9" name="Google Shape;2149;p42"/>
          <p:cNvSpPr/>
          <p:nvPr/>
        </p:nvSpPr>
        <p:spPr>
          <a:xfrm flipH="1">
            <a:off x="2458941" y="222857"/>
            <a:ext cx="67575" cy="71217"/>
          </a:xfrm>
          <a:custGeom>
            <a:avLst/>
            <a:gdLst/>
            <a:ahLst/>
            <a:cxnLst/>
            <a:rect l="l" t="t" r="r" b="b"/>
            <a:pathLst>
              <a:path w="631" h="665" extrusionOk="0">
                <a:moveTo>
                  <a:pt x="394" y="1"/>
                </a:moveTo>
                <a:lnTo>
                  <a:pt x="237" y="169"/>
                </a:lnTo>
                <a:lnTo>
                  <a:pt x="1" y="124"/>
                </a:lnTo>
                <a:lnTo>
                  <a:pt x="1" y="124"/>
                </a:lnTo>
                <a:lnTo>
                  <a:pt x="113" y="327"/>
                </a:lnTo>
                <a:lnTo>
                  <a:pt x="1" y="540"/>
                </a:lnTo>
                <a:lnTo>
                  <a:pt x="1" y="540"/>
                </a:lnTo>
                <a:lnTo>
                  <a:pt x="237" y="495"/>
                </a:lnTo>
                <a:lnTo>
                  <a:pt x="394" y="664"/>
                </a:lnTo>
                <a:lnTo>
                  <a:pt x="428" y="439"/>
                </a:lnTo>
                <a:lnTo>
                  <a:pt x="630" y="327"/>
                </a:lnTo>
                <a:lnTo>
                  <a:pt x="428" y="226"/>
                </a:lnTo>
                <a:lnTo>
                  <a:pt x="39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0" name="Google Shape;2150;p42"/>
          <p:cNvSpPr/>
          <p:nvPr/>
        </p:nvSpPr>
        <p:spPr>
          <a:xfrm flipH="1">
            <a:off x="6200796" y="4890290"/>
            <a:ext cx="54296" cy="55474"/>
          </a:xfrm>
          <a:custGeom>
            <a:avLst/>
            <a:gdLst/>
            <a:ahLst/>
            <a:cxnLst/>
            <a:rect l="l" t="t" r="r" b="b"/>
            <a:pathLst>
              <a:path w="507" h="518" extrusionOk="0">
                <a:moveTo>
                  <a:pt x="214" y="0"/>
                </a:moveTo>
                <a:lnTo>
                  <a:pt x="169" y="180"/>
                </a:lnTo>
                <a:lnTo>
                  <a:pt x="0" y="237"/>
                </a:lnTo>
                <a:lnTo>
                  <a:pt x="147" y="338"/>
                </a:lnTo>
                <a:lnTo>
                  <a:pt x="147" y="518"/>
                </a:lnTo>
                <a:lnTo>
                  <a:pt x="293" y="405"/>
                </a:lnTo>
                <a:lnTo>
                  <a:pt x="473" y="461"/>
                </a:lnTo>
                <a:lnTo>
                  <a:pt x="473" y="461"/>
                </a:lnTo>
                <a:lnTo>
                  <a:pt x="405" y="293"/>
                </a:lnTo>
                <a:lnTo>
                  <a:pt x="506" y="135"/>
                </a:lnTo>
                <a:lnTo>
                  <a:pt x="506" y="135"/>
                </a:lnTo>
                <a:lnTo>
                  <a:pt x="326" y="147"/>
                </a:lnTo>
                <a:lnTo>
                  <a:pt x="21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1" name="Google Shape;2151;p42"/>
          <p:cNvSpPr/>
          <p:nvPr/>
        </p:nvSpPr>
        <p:spPr>
          <a:xfrm flipH="1">
            <a:off x="6884071" y="206034"/>
            <a:ext cx="84389" cy="88030"/>
          </a:xfrm>
          <a:custGeom>
            <a:avLst/>
            <a:gdLst/>
            <a:ahLst/>
            <a:cxnLst/>
            <a:rect l="l" t="t" r="r" b="b"/>
            <a:pathLst>
              <a:path w="788" h="822" extrusionOk="0">
                <a:moveTo>
                  <a:pt x="281" y="1"/>
                </a:moveTo>
                <a:lnTo>
                  <a:pt x="247" y="282"/>
                </a:lnTo>
                <a:lnTo>
                  <a:pt x="0" y="428"/>
                </a:lnTo>
                <a:lnTo>
                  <a:pt x="259" y="540"/>
                </a:lnTo>
                <a:lnTo>
                  <a:pt x="304" y="821"/>
                </a:lnTo>
                <a:lnTo>
                  <a:pt x="506" y="608"/>
                </a:lnTo>
                <a:lnTo>
                  <a:pt x="787" y="653"/>
                </a:lnTo>
                <a:lnTo>
                  <a:pt x="641" y="405"/>
                </a:lnTo>
                <a:lnTo>
                  <a:pt x="765" y="147"/>
                </a:lnTo>
                <a:lnTo>
                  <a:pt x="483" y="203"/>
                </a:lnTo>
                <a:lnTo>
                  <a:pt x="2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2" name="Google Shape;2152;p42"/>
          <p:cNvSpPr/>
          <p:nvPr/>
        </p:nvSpPr>
        <p:spPr>
          <a:xfrm flipH="1">
            <a:off x="313509" y="3966641"/>
            <a:ext cx="88030" cy="85567"/>
          </a:xfrm>
          <a:custGeom>
            <a:avLst/>
            <a:gdLst/>
            <a:ahLst/>
            <a:cxnLst/>
            <a:rect l="l" t="t" r="r" b="b"/>
            <a:pathLst>
              <a:path w="822" h="799" extrusionOk="0">
                <a:moveTo>
                  <a:pt x="383" y="1"/>
                </a:moveTo>
                <a:lnTo>
                  <a:pt x="282" y="270"/>
                </a:lnTo>
                <a:lnTo>
                  <a:pt x="1" y="327"/>
                </a:lnTo>
                <a:lnTo>
                  <a:pt x="226" y="518"/>
                </a:lnTo>
                <a:lnTo>
                  <a:pt x="192" y="799"/>
                </a:lnTo>
                <a:lnTo>
                  <a:pt x="439" y="641"/>
                </a:lnTo>
                <a:lnTo>
                  <a:pt x="698" y="754"/>
                </a:lnTo>
                <a:lnTo>
                  <a:pt x="698" y="754"/>
                </a:lnTo>
                <a:lnTo>
                  <a:pt x="631" y="484"/>
                </a:lnTo>
                <a:lnTo>
                  <a:pt x="822" y="259"/>
                </a:lnTo>
                <a:lnTo>
                  <a:pt x="529" y="248"/>
                </a:lnTo>
                <a:lnTo>
                  <a:pt x="38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3" name="Google Shape;2153;p42"/>
          <p:cNvSpPr/>
          <p:nvPr/>
        </p:nvSpPr>
        <p:spPr>
          <a:xfrm flipH="1">
            <a:off x="8847502" y="1017719"/>
            <a:ext cx="68646" cy="71109"/>
          </a:xfrm>
          <a:custGeom>
            <a:avLst/>
            <a:gdLst/>
            <a:ahLst/>
            <a:cxnLst/>
            <a:rect l="l" t="t" r="r" b="b"/>
            <a:pathLst>
              <a:path w="641" h="664" extrusionOk="0">
                <a:moveTo>
                  <a:pt x="225" y="1"/>
                </a:moveTo>
                <a:lnTo>
                  <a:pt x="202" y="225"/>
                </a:lnTo>
                <a:lnTo>
                  <a:pt x="0" y="338"/>
                </a:lnTo>
                <a:lnTo>
                  <a:pt x="214" y="439"/>
                </a:lnTo>
                <a:lnTo>
                  <a:pt x="259" y="664"/>
                </a:lnTo>
                <a:lnTo>
                  <a:pt x="416" y="484"/>
                </a:lnTo>
                <a:lnTo>
                  <a:pt x="641" y="518"/>
                </a:lnTo>
                <a:lnTo>
                  <a:pt x="529" y="315"/>
                </a:lnTo>
                <a:lnTo>
                  <a:pt x="630" y="102"/>
                </a:lnTo>
                <a:lnTo>
                  <a:pt x="394" y="158"/>
                </a:lnTo>
                <a:lnTo>
                  <a:pt x="22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4" name="Google Shape;2154;p42"/>
          <p:cNvSpPr/>
          <p:nvPr/>
        </p:nvSpPr>
        <p:spPr>
          <a:xfrm flipH="1">
            <a:off x="2646009" y="4851213"/>
            <a:ext cx="39838" cy="39731"/>
          </a:xfrm>
          <a:custGeom>
            <a:avLst/>
            <a:gdLst/>
            <a:ahLst/>
            <a:cxnLst/>
            <a:rect l="l" t="t" r="r" b="b"/>
            <a:pathLst>
              <a:path w="372" h="371" extrusionOk="0">
                <a:moveTo>
                  <a:pt x="158" y="0"/>
                </a:moveTo>
                <a:lnTo>
                  <a:pt x="124" y="124"/>
                </a:lnTo>
                <a:lnTo>
                  <a:pt x="0" y="169"/>
                </a:lnTo>
                <a:lnTo>
                  <a:pt x="101" y="247"/>
                </a:lnTo>
                <a:lnTo>
                  <a:pt x="101" y="371"/>
                </a:lnTo>
                <a:lnTo>
                  <a:pt x="203" y="292"/>
                </a:lnTo>
                <a:lnTo>
                  <a:pt x="338" y="337"/>
                </a:lnTo>
                <a:lnTo>
                  <a:pt x="293" y="214"/>
                </a:lnTo>
                <a:lnTo>
                  <a:pt x="371" y="112"/>
                </a:lnTo>
                <a:lnTo>
                  <a:pt x="236" y="112"/>
                </a:lnTo>
                <a:lnTo>
                  <a:pt x="158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55" name="Google Shape;2155;p42"/>
          <p:cNvGrpSpPr/>
          <p:nvPr/>
        </p:nvGrpSpPr>
        <p:grpSpPr>
          <a:xfrm>
            <a:off x="-1786667" y="-625962"/>
            <a:ext cx="3320595" cy="1723840"/>
            <a:chOff x="4666075" y="3825750"/>
            <a:chExt cx="2868269" cy="1489021"/>
          </a:xfrm>
        </p:grpSpPr>
        <p:sp>
          <p:nvSpPr>
            <p:cNvPr id="2156" name="Google Shape;2156;p42"/>
            <p:cNvSpPr/>
            <p:nvPr/>
          </p:nvSpPr>
          <p:spPr>
            <a:xfrm>
              <a:off x="4666075" y="3825750"/>
              <a:ext cx="2868269" cy="1489021"/>
            </a:xfrm>
            <a:custGeom>
              <a:avLst/>
              <a:gdLst/>
              <a:ahLst/>
              <a:cxnLst/>
              <a:rect l="l" t="t" r="r" b="b"/>
              <a:pathLst>
                <a:path w="25136" h="13049" extrusionOk="0">
                  <a:moveTo>
                    <a:pt x="8141" y="0"/>
                  </a:moveTo>
                  <a:cubicBezTo>
                    <a:pt x="8010" y="0"/>
                    <a:pt x="7873" y="5"/>
                    <a:pt x="7732" y="15"/>
                  </a:cubicBezTo>
                  <a:cubicBezTo>
                    <a:pt x="3590" y="313"/>
                    <a:pt x="3833" y="4894"/>
                    <a:pt x="3872" y="5400"/>
                  </a:cubicBezTo>
                  <a:lnTo>
                    <a:pt x="3872" y="5400"/>
                  </a:lnTo>
                  <a:cubicBezTo>
                    <a:pt x="3495" y="5215"/>
                    <a:pt x="3136" y="5132"/>
                    <a:pt x="2806" y="5132"/>
                  </a:cubicBezTo>
                  <a:cubicBezTo>
                    <a:pt x="970" y="5132"/>
                    <a:pt x="0" y="7674"/>
                    <a:pt x="1414" y="9189"/>
                  </a:cubicBezTo>
                  <a:cubicBezTo>
                    <a:pt x="2121" y="9937"/>
                    <a:pt x="2853" y="10160"/>
                    <a:pt x="3472" y="10160"/>
                  </a:cubicBezTo>
                  <a:cubicBezTo>
                    <a:pt x="4379" y="10160"/>
                    <a:pt x="5045" y="9684"/>
                    <a:pt x="5045" y="9684"/>
                  </a:cubicBezTo>
                  <a:cubicBezTo>
                    <a:pt x="5045" y="9684"/>
                    <a:pt x="5270" y="11505"/>
                    <a:pt x="7552" y="11730"/>
                  </a:cubicBezTo>
                  <a:cubicBezTo>
                    <a:pt x="7717" y="11747"/>
                    <a:pt x="7872" y="11755"/>
                    <a:pt x="8018" y="11755"/>
                  </a:cubicBezTo>
                  <a:cubicBezTo>
                    <a:pt x="9877" y="11755"/>
                    <a:pt x="10205" y="10460"/>
                    <a:pt x="10206" y="10459"/>
                  </a:cubicBezTo>
                  <a:lnTo>
                    <a:pt x="10206" y="10459"/>
                  </a:lnTo>
                  <a:cubicBezTo>
                    <a:pt x="10206" y="10460"/>
                    <a:pt x="10093" y="11775"/>
                    <a:pt x="11948" y="12393"/>
                  </a:cubicBezTo>
                  <a:cubicBezTo>
                    <a:pt x="12172" y="12467"/>
                    <a:pt x="12378" y="12499"/>
                    <a:pt x="12568" y="12499"/>
                  </a:cubicBezTo>
                  <a:cubicBezTo>
                    <a:pt x="13933" y="12499"/>
                    <a:pt x="14410" y="10808"/>
                    <a:pt x="14410" y="10808"/>
                  </a:cubicBezTo>
                  <a:lnTo>
                    <a:pt x="14410" y="10808"/>
                  </a:lnTo>
                  <a:cubicBezTo>
                    <a:pt x="14410" y="10808"/>
                    <a:pt x="14298" y="12461"/>
                    <a:pt x="16962" y="12966"/>
                  </a:cubicBezTo>
                  <a:cubicBezTo>
                    <a:pt x="17259" y="13023"/>
                    <a:pt x="17527" y="13048"/>
                    <a:pt x="17769" y="13048"/>
                  </a:cubicBezTo>
                  <a:cubicBezTo>
                    <a:pt x="19698" y="13048"/>
                    <a:pt x="20009" y="11460"/>
                    <a:pt x="20009" y="11460"/>
                  </a:cubicBezTo>
                  <a:cubicBezTo>
                    <a:pt x="20502" y="12037"/>
                    <a:pt x="21516" y="12450"/>
                    <a:pt x="22447" y="12450"/>
                  </a:cubicBezTo>
                  <a:cubicBezTo>
                    <a:pt x="23257" y="12450"/>
                    <a:pt x="24005" y="12137"/>
                    <a:pt x="24292" y="11348"/>
                  </a:cubicBezTo>
                  <a:cubicBezTo>
                    <a:pt x="24911" y="9650"/>
                    <a:pt x="23978" y="9414"/>
                    <a:pt x="23978" y="9414"/>
                  </a:cubicBezTo>
                  <a:cubicBezTo>
                    <a:pt x="23978" y="9414"/>
                    <a:pt x="25136" y="8256"/>
                    <a:pt x="24169" y="7098"/>
                  </a:cubicBezTo>
                  <a:cubicBezTo>
                    <a:pt x="23802" y="6658"/>
                    <a:pt x="23439" y="6523"/>
                    <a:pt x="23131" y="6523"/>
                  </a:cubicBezTo>
                  <a:cubicBezTo>
                    <a:pt x="22635" y="6523"/>
                    <a:pt x="22280" y="6873"/>
                    <a:pt x="22280" y="6873"/>
                  </a:cubicBezTo>
                  <a:cubicBezTo>
                    <a:pt x="22280" y="6873"/>
                    <a:pt x="23168" y="2129"/>
                    <a:pt x="19818" y="1589"/>
                  </a:cubicBezTo>
                  <a:cubicBezTo>
                    <a:pt x="19608" y="1555"/>
                    <a:pt x="19404" y="1540"/>
                    <a:pt x="19208" y="1540"/>
                  </a:cubicBezTo>
                  <a:cubicBezTo>
                    <a:pt x="16260" y="1540"/>
                    <a:pt x="14837" y="5097"/>
                    <a:pt x="14837" y="5097"/>
                  </a:cubicBezTo>
                  <a:cubicBezTo>
                    <a:pt x="14837" y="5097"/>
                    <a:pt x="15141" y="3062"/>
                    <a:pt x="13713" y="3062"/>
                  </a:cubicBezTo>
                  <a:cubicBezTo>
                    <a:pt x="12285" y="3062"/>
                    <a:pt x="11712" y="4445"/>
                    <a:pt x="11712" y="4445"/>
                  </a:cubicBezTo>
                  <a:cubicBezTo>
                    <a:pt x="11712" y="4445"/>
                    <a:pt x="12102" y="0"/>
                    <a:pt x="8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42"/>
            <p:cNvSpPr/>
            <p:nvPr/>
          </p:nvSpPr>
          <p:spPr>
            <a:xfrm>
              <a:off x="6083334" y="4706346"/>
              <a:ext cx="168198" cy="121185"/>
            </a:xfrm>
            <a:custGeom>
              <a:avLst/>
              <a:gdLst/>
              <a:ahLst/>
              <a:cxnLst/>
              <a:rect l="l" t="t" r="r" b="b"/>
              <a:pathLst>
                <a:path w="1474" h="1062" extrusionOk="0">
                  <a:moveTo>
                    <a:pt x="182" y="0"/>
                  </a:moveTo>
                  <a:cubicBezTo>
                    <a:pt x="154" y="0"/>
                    <a:pt x="126" y="14"/>
                    <a:pt x="113" y="44"/>
                  </a:cubicBezTo>
                  <a:cubicBezTo>
                    <a:pt x="0" y="393"/>
                    <a:pt x="124" y="775"/>
                    <a:pt x="428" y="977"/>
                  </a:cubicBezTo>
                  <a:cubicBezTo>
                    <a:pt x="534" y="1034"/>
                    <a:pt x="648" y="1062"/>
                    <a:pt x="761" y="1062"/>
                  </a:cubicBezTo>
                  <a:cubicBezTo>
                    <a:pt x="980" y="1062"/>
                    <a:pt x="1193" y="957"/>
                    <a:pt x="1327" y="764"/>
                  </a:cubicBezTo>
                  <a:cubicBezTo>
                    <a:pt x="1428" y="595"/>
                    <a:pt x="1473" y="393"/>
                    <a:pt x="1451" y="202"/>
                  </a:cubicBezTo>
                  <a:cubicBezTo>
                    <a:pt x="1445" y="157"/>
                    <a:pt x="1406" y="134"/>
                    <a:pt x="1370" y="134"/>
                  </a:cubicBezTo>
                  <a:cubicBezTo>
                    <a:pt x="1335" y="134"/>
                    <a:pt x="1304" y="157"/>
                    <a:pt x="1316" y="202"/>
                  </a:cubicBezTo>
                  <a:cubicBezTo>
                    <a:pt x="1348" y="551"/>
                    <a:pt x="1126" y="922"/>
                    <a:pt x="753" y="922"/>
                  </a:cubicBezTo>
                  <a:cubicBezTo>
                    <a:pt x="742" y="922"/>
                    <a:pt x="731" y="922"/>
                    <a:pt x="720" y="921"/>
                  </a:cubicBezTo>
                  <a:cubicBezTo>
                    <a:pt x="326" y="899"/>
                    <a:pt x="146" y="426"/>
                    <a:pt x="248" y="89"/>
                  </a:cubicBezTo>
                  <a:cubicBezTo>
                    <a:pt x="268" y="34"/>
                    <a:pt x="226" y="0"/>
                    <a:pt x="182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42"/>
            <p:cNvSpPr/>
            <p:nvPr/>
          </p:nvSpPr>
          <p:spPr>
            <a:xfrm>
              <a:off x="6134570" y="4589382"/>
              <a:ext cx="34804" cy="48269"/>
            </a:xfrm>
            <a:custGeom>
              <a:avLst/>
              <a:gdLst/>
              <a:ahLst/>
              <a:cxnLst/>
              <a:rect l="l" t="t" r="r" b="b"/>
              <a:pathLst>
                <a:path w="305" h="423" extrusionOk="0">
                  <a:moveTo>
                    <a:pt x="109" y="1"/>
                  </a:moveTo>
                  <a:cubicBezTo>
                    <a:pt x="86" y="1"/>
                    <a:pt x="64" y="13"/>
                    <a:pt x="57" y="35"/>
                  </a:cubicBezTo>
                  <a:cubicBezTo>
                    <a:pt x="23" y="114"/>
                    <a:pt x="1" y="192"/>
                    <a:pt x="12" y="271"/>
                  </a:cubicBezTo>
                  <a:cubicBezTo>
                    <a:pt x="1" y="327"/>
                    <a:pt x="23" y="372"/>
                    <a:pt x="57" y="406"/>
                  </a:cubicBezTo>
                  <a:cubicBezTo>
                    <a:pt x="80" y="417"/>
                    <a:pt x="102" y="423"/>
                    <a:pt x="123" y="423"/>
                  </a:cubicBezTo>
                  <a:cubicBezTo>
                    <a:pt x="144" y="423"/>
                    <a:pt x="164" y="417"/>
                    <a:pt x="181" y="406"/>
                  </a:cubicBezTo>
                  <a:cubicBezTo>
                    <a:pt x="248" y="350"/>
                    <a:pt x="293" y="282"/>
                    <a:pt x="293" y="192"/>
                  </a:cubicBezTo>
                  <a:cubicBezTo>
                    <a:pt x="305" y="102"/>
                    <a:pt x="237" y="24"/>
                    <a:pt x="147" y="12"/>
                  </a:cubicBezTo>
                  <a:cubicBezTo>
                    <a:pt x="135" y="4"/>
                    <a:pt x="122" y="1"/>
                    <a:pt x="109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42"/>
            <p:cNvSpPr/>
            <p:nvPr/>
          </p:nvSpPr>
          <p:spPr>
            <a:xfrm>
              <a:off x="6221865" y="4621561"/>
              <a:ext cx="114" cy="1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3F9C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42"/>
            <p:cNvSpPr/>
            <p:nvPr/>
          </p:nvSpPr>
          <p:spPr>
            <a:xfrm>
              <a:off x="6201325" y="4590409"/>
              <a:ext cx="37314" cy="53061"/>
            </a:xfrm>
            <a:custGeom>
              <a:avLst/>
              <a:gdLst/>
              <a:ahLst/>
              <a:cxnLst/>
              <a:rect l="l" t="t" r="r" b="b"/>
              <a:pathLst>
                <a:path w="327" h="465" extrusionOk="0">
                  <a:moveTo>
                    <a:pt x="140" y="0"/>
                  </a:moveTo>
                  <a:cubicBezTo>
                    <a:pt x="113" y="0"/>
                    <a:pt x="89" y="21"/>
                    <a:pt x="79" y="48"/>
                  </a:cubicBezTo>
                  <a:lnTo>
                    <a:pt x="79" y="71"/>
                  </a:lnTo>
                  <a:lnTo>
                    <a:pt x="68" y="82"/>
                  </a:lnTo>
                  <a:lnTo>
                    <a:pt x="46" y="138"/>
                  </a:lnTo>
                  <a:cubicBezTo>
                    <a:pt x="23" y="183"/>
                    <a:pt x="1" y="228"/>
                    <a:pt x="1" y="273"/>
                  </a:cubicBezTo>
                  <a:cubicBezTo>
                    <a:pt x="1" y="352"/>
                    <a:pt x="57" y="431"/>
                    <a:pt x="136" y="453"/>
                  </a:cubicBezTo>
                  <a:cubicBezTo>
                    <a:pt x="151" y="461"/>
                    <a:pt x="167" y="465"/>
                    <a:pt x="183" y="465"/>
                  </a:cubicBezTo>
                  <a:cubicBezTo>
                    <a:pt x="211" y="465"/>
                    <a:pt x="237" y="452"/>
                    <a:pt x="259" y="431"/>
                  </a:cubicBezTo>
                  <a:cubicBezTo>
                    <a:pt x="293" y="397"/>
                    <a:pt x="315" y="352"/>
                    <a:pt x="315" y="307"/>
                  </a:cubicBezTo>
                  <a:cubicBezTo>
                    <a:pt x="327" y="273"/>
                    <a:pt x="327" y="228"/>
                    <a:pt x="304" y="183"/>
                  </a:cubicBezTo>
                  <a:cubicBezTo>
                    <a:pt x="293" y="138"/>
                    <a:pt x="259" y="105"/>
                    <a:pt x="214" y="93"/>
                  </a:cubicBezTo>
                  <a:cubicBezTo>
                    <a:pt x="225" y="48"/>
                    <a:pt x="203" y="15"/>
                    <a:pt x="158" y="3"/>
                  </a:cubicBezTo>
                  <a:cubicBezTo>
                    <a:pt x="152" y="1"/>
                    <a:pt x="146" y="0"/>
                    <a:pt x="1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42"/>
            <p:cNvSpPr/>
            <p:nvPr/>
          </p:nvSpPr>
          <p:spPr>
            <a:xfrm>
              <a:off x="6219354" y="4626696"/>
              <a:ext cx="0" cy="114"/>
            </a:xfrm>
            <a:custGeom>
              <a:avLst/>
              <a:gdLst/>
              <a:ahLst/>
              <a:cxnLst/>
              <a:rect l="l" t="t" r="r" b="b"/>
              <a:pathLst>
                <a:path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3F9CAC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42"/>
            <p:cNvSpPr/>
            <p:nvPr/>
          </p:nvSpPr>
          <p:spPr>
            <a:xfrm>
              <a:off x="5163485" y="3920381"/>
              <a:ext cx="233811" cy="479376"/>
            </a:xfrm>
            <a:custGeom>
              <a:avLst/>
              <a:gdLst/>
              <a:ahLst/>
              <a:cxnLst/>
              <a:rect l="l" t="t" r="r" b="b"/>
              <a:pathLst>
                <a:path w="2049" h="4201" extrusionOk="0">
                  <a:moveTo>
                    <a:pt x="1928" y="1"/>
                  </a:moveTo>
                  <a:cubicBezTo>
                    <a:pt x="1919" y="1"/>
                    <a:pt x="1910" y="3"/>
                    <a:pt x="1900" y="7"/>
                  </a:cubicBezTo>
                  <a:cubicBezTo>
                    <a:pt x="765" y="546"/>
                    <a:pt x="169" y="1760"/>
                    <a:pt x="34" y="2963"/>
                  </a:cubicBezTo>
                  <a:cubicBezTo>
                    <a:pt x="0" y="3357"/>
                    <a:pt x="0" y="3739"/>
                    <a:pt x="34" y="4133"/>
                  </a:cubicBezTo>
                  <a:cubicBezTo>
                    <a:pt x="34" y="4178"/>
                    <a:pt x="71" y="4200"/>
                    <a:pt x="107" y="4200"/>
                  </a:cubicBezTo>
                  <a:cubicBezTo>
                    <a:pt x="144" y="4200"/>
                    <a:pt x="180" y="4178"/>
                    <a:pt x="180" y="4133"/>
                  </a:cubicBezTo>
                  <a:cubicBezTo>
                    <a:pt x="79" y="2907"/>
                    <a:pt x="293" y="1581"/>
                    <a:pt x="1203" y="670"/>
                  </a:cubicBezTo>
                  <a:cubicBezTo>
                    <a:pt x="1428" y="456"/>
                    <a:pt x="1687" y="265"/>
                    <a:pt x="1979" y="130"/>
                  </a:cubicBezTo>
                  <a:cubicBezTo>
                    <a:pt x="2049" y="101"/>
                    <a:pt x="1996" y="1"/>
                    <a:pt x="1928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42"/>
            <p:cNvSpPr/>
            <p:nvPr/>
          </p:nvSpPr>
          <p:spPr>
            <a:xfrm>
              <a:off x="5816542" y="3983599"/>
              <a:ext cx="106693" cy="149142"/>
            </a:xfrm>
            <a:custGeom>
              <a:avLst/>
              <a:gdLst/>
              <a:ahLst/>
              <a:cxnLst/>
              <a:rect l="l" t="t" r="r" b="b"/>
              <a:pathLst>
                <a:path w="935" h="1307" extrusionOk="0">
                  <a:moveTo>
                    <a:pt x="95" y="0"/>
                  </a:moveTo>
                  <a:cubicBezTo>
                    <a:pt x="36" y="0"/>
                    <a:pt x="1" y="92"/>
                    <a:pt x="56" y="138"/>
                  </a:cubicBezTo>
                  <a:cubicBezTo>
                    <a:pt x="225" y="262"/>
                    <a:pt x="360" y="431"/>
                    <a:pt x="438" y="622"/>
                  </a:cubicBezTo>
                  <a:cubicBezTo>
                    <a:pt x="562" y="835"/>
                    <a:pt x="674" y="1049"/>
                    <a:pt x="787" y="1274"/>
                  </a:cubicBezTo>
                  <a:cubicBezTo>
                    <a:pt x="800" y="1297"/>
                    <a:pt x="820" y="1307"/>
                    <a:pt x="839" y="1307"/>
                  </a:cubicBezTo>
                  <a:cubicBezTo>
                    <a:pt x="886" y="1307"/>
                    <a:pt x="934" y="1254"/>
                    <a:pt x="911" y="1206"/>
                  </a:cubicBezTo>
                  <a:cubicBezTo>
                    <a:pt x="798" y="970"/>
                    <a:pt x="674" y="734"/>
                    <a:pt x="540" y="509"/>
                  </a:cubicBezTo>
                  <a:cubicBezTo>
                    <a:pt x="450" y="318"/>
                    <a:pt x="303" y="150"/>
                    <a:pt x="135" y="15"/>
                  </a:cubicBezTo>
                  <a:cubicBezTo>
                    <a:pt x="121" y="5"/>
                    <a:pt x="107" y="0"/>
                    <a:pt x="95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42"/>
            <p:cNvSpPr/>
            <p:nvPr/>
          </p:nvSpPr>
          <p:spPr>
            <a:xfrm>
              <a:off x="4797873" y="4484889"/>
              <a:ext cx="188624" cy="243168"/>
            </a:xfrm>
            <a:custGeom>
              <a:avLst/>
              <a:gdLst/>
              <a:ahLst/>
              <a:cxnLst/>
              <a:rect l="l" t="t" r="r" b="b"/>
              <a:pathLst>
                <a:path w="1653" h="2131" extrusionOk="0">
                  <a:moveTo>
                    <a:pt x="1464" y="1"/>
                  </a:moveTo>
                  <a:cubicBezTo>
                    <a:pt x="1004" y="1"/>
                    <a:pt x="635" y="358"/>
                    <a:pt x="394" y="726"/>
                  </a:cubicBezTo>
                  <a:cubicBezTo>
                    <a:pt x="146" y="1131"/>
                    <a:pt x="0" y="1625"/>
                    <a:pt x="158" y="2086"/>
                  </a:cubicBezTo>
                  <a:cubicBezTo>
                    <a:pt x="171" y="2117"/>
                    <a:pt x="199" y="2130"/>
                    <a:pt x="227" y="2130"/>
                  </a:cubicBezTo>
                  <a:cubicBezTo>
                    <a:pt x="272" y="2130"/>
                    <a:pt x="318" y="2096"/>
                    <a:pt x="304" y="2041"/>
                  </a:cubicBezTo>
                  <a:cubicBezTo>
                    <a:pt x="158" y="1625"/>
                    <a:pt x="293" y="1187"/>
                    <a:pt x="506" y="827"/>
                  </a:cubicBezTo>
                  <a:cubicBezTo>
                    <a:pt x="716" y="492"/>
                    <a:pt x="1052" y="147"/>
                    <a:pt x="1479" y="147"/>
                  </a:cubicBezTo>
                  <a:cubicBezTo>
                    <a:pt x="1510" y="147"/>
                    <a:pt x="1542" y="149"/>
                    <a:pt x="1574" y="152"/>
                  </a:cubicBezTo>
                  <a:cubicBezTo>
                    <a:pt x="1577" y="153"/>
                    <a:pt x="1580" y="153"/>
                    <a:pt x="1583" y="153"/>
                  </a:cubicBezTo>
                  <a:cubicBezTo>
                    <a:pt x="1653" y="153"/>
                    <a:pt x="1650" y="17"/>
                    <a:pt x="1563" y="6"/>
                  </a:cubicBezTo>
                  <a:cubicBezTo>
                    <a:pt x="1530" y="3"/>
                    <a:pt x="1496" y="1"/>
                    <a:pt x="1464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42"/>
            <p:cNvSpPr/>
            <p:nvPr/>
          </p:nvSpPr>
          <p:spPr>
            <a:xfrm>
              <a:off x="5055194" y="4488199"/>
              <a:ext cx="49410" cy="19285"/>
            </a:xfrm>
            <a:custGeom>
              <a:avLst/>
              <a:gdLst/>
              <a:ahLst/>
              <a:cxnLst/>
              <a:rect l="l" t="t" r="r" b="b"/>
              <a:pathLst>
                <a:path w="433" h="169" extrusionOk="0">
                  <a:moveTo>
                    <a:pt x="190" y="0"/>
                  </a:moveTo>
                  <a:cubicBezTo>
                    <a:pt x="155" y="0"/>
                    <a:pt x="119" y="4"/>
                    <a:pt x="84" y="11"/>
                  </a:cubicBezTo>
                  <a:cubicBezTo>
                    <a:pt x="0" y="32"/>
                    <a:pt x="23" y="160"/>
                    <a:pt x="108" y="160"/>
                  </a:cubicBezTo>
                  <a:cubicBezTo>
                    <a:pt x="115" y="160"/>
                    <a:pt x="122" y="159"/>
                    <a:pt x="129" y="157"/>
                  </a:cubicBezTo>
                  <a:lnTo>
                    <a:pt x="331" y="157"/>
                  </a:lnTo>
                  <a:cubicBezTo>
                    <a:pt x="343" y="165"/>
                    <a:pt x="355" y="169"/>
                    <a:pt x="366" y="169"/>
                  </a:cubicBezTo>
                  <a:cubicBezTo>
                    <a:pt x="387" y="169"/>
                    <a:pt x="407" y="156"/>
                    <a:pt x="421" y="135"/>
                  </a:cubicBezTo>
                  <a:cubicBezTo>
                    <a:pt x="432" y="112"/>
                    <a:pt x="421" y="78"/>
                    <a:pt x="399" y="56"/>
                  </a:cubicBezTo>
                  <a:cubicBezTo>
                    <a:pt x="337" y="18"/>
                    <a:pt x="265" y="0"/>
                    <a:pt x="19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42"/>
            <p:cNvSpPr/>
            <p:nvPr/>
          </p:nvSpPr>
          <p:spPr>
            <a:xfrm>
              <a:off x="4857211" y="4808704"/>
              <a:ext cx="142181" cy="113425"/>
            </a:xfrm>
            <a:custGeom>
              <a:avLst/>
              <a:gdLst/>
              <a:ahLst/>
              <a:cxnLst/>
              <a:rect l="l" t="t" r="r" b="b"/>
              <a:pathLst>
                <a:path w="1246" h="994" extrusionOk="0">
                  <a:moveTo>
                    <a:pt x="97" y="0"/>
                  </a:moveTo>
                  <a:cubicBezTo>
                    <a:pt x="49" y="0"/>
                    <a:pt x="0" y="49"/>
                    <a:pt x="31" y="103"/>
                  </a:cubicBezTo>
                  <a:cubicBezTo>
                    <a:pt x="87" y="238"/>
                    <a:pt x="166" y="361"/>
                    <a:pt x="256" y="485"/>
                  </a:cubicBezTo>
                  <a:cubicBezTo>
                    <a:pt x="346" y="597"/>
                    <a:pt x="447" y="699"/>
                    <a:pt x="582" y="777"/>
                  </a:cubicBezTo>
                  <a:cubicBezTo>
                    <a:pt x="706" y="845"/>
                    <a:pt x="841" y="901"/>
                    <a:pt x="976" y="957"/>
                  </a:cubicBezTo>
                  <a:cubicBezTo>
                    <a:pt x="1015" y="973"/>
                    <a:pt x="1065" y="994"/>
                    <a:pt x="1114" y="994"/>
                  </a:cubicBezTo>
                  <a:cubicBezTo>
                    <a:pt x="1136" y="994"/>
                    <a:pt x="1157" y="990"/>
                    <a:pt x="1178" y="980"/>
                  </a:cubicBezTo>
                  <a:cubicBezTo>
                    <a:pt x="1234" y="946"/>
                    <a:pt x="1245" y="867"/>
                    <a:pt x="1200" y="822"/>
                  </a:cubicBezTo>
                  <a:cubicBezTo>
                    <a:pt x="1183" y="809"/>
                    <a:pt x="1163" y="803"/>
                    <a:pt x="1145" y="803"/>
                  </a:cubicBezTo>
                  <a:cubicBezTo>
                    <a:pt x="1116" y="803"/>
                    <a:pt x="1090" y="818"/>
                    <a:pt x="1077" y="845"/>
                  </a:cubicBezTo>
                  <a:lnTo>
                    <a:pt x="1043" y="834"/>
                  </a:lnTo>
                  <a:lnTo>
                    <a:pt x="964" y="800"/>
                  </a:lnTo>
                  <a:cubicBezTo>
                    <a:pt x="919" y="789"/>
                    <a:pt x="863" y="766"/>
                    <a:pt x="818" y="744"/>
                  </a:cubicBezTo>
                  <a:cubicBezTo>
                    <a:pt x="717" y="699"/>
                    <a:pt x="616" y="642"/>
                    <a:pt x="537" y="575"/>
                  </a:cubicBezTo>
                  <a:cubicBezTo>
                    <a:pt x="368" y="429"/>
                    <a:pt x="234" y="238"/>
                    <a:pt x="155" y="35"/>
                  </a:cubicBezTo>
                  <a:cubicBezTo>
                    <a:pt x="141" y="11"/>
                    <a:pt x="119" y="0"/>
                    <a:pt x="97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42"/>
            <p:cNvSpPr/>
            <p:nvPr/>
          </p:nvSpPr>
          <p:spPr>
            <a:xfrm>
              <a:off x="6037119" y="4222091"/>
              <a:ext cx="174246" cy="148001"/>
            </a:xfrm>
            <a:custGeom>
              <a:avLst/>
              <a:gdLst/>
              <a:ahLst/>
              <a:cxnLst/>
              <a:rect l="l" t="t" r="r" b="b"/>
              <a:pathLst>
                <a:path w="1527" h="1297" extrusionOk="0">
                  <a:moveTo>
                    <a:pt x="1334" y="0"/>
                  </a:moveTo>
                  <a:cubicBezTo>
                    <a:pt x="1223" y="0"/>
                    <a:pt x="1107" y="59"/>
                    <a:pt x="1012" y="106"/>
                  </a:cubicBezTo>
                  <a:cubicBezTo>
                    <a:pt x="855" y="184"/>
                    <a:pt x="720" y="286"/>
                    <a:pt x="585" y="398"/>
                  </a:cubicBezTo>
                  <a:cubicBezTo>
                    <a:pt x="450" y="511"/>
                    <a:pt x="338" y="645"/>
                    <a:pt x="225" y="780"/>
                  </a:cubicBezTo>
                  <a:cubicBezTo>
                    <a:pt x="135" y="904"/>
                    <a:pt x="1" y="1073"/>
                    <a:pt x="68" y="1253"/>
                  </a:cubicBezTo>
                  <a:cubicBezTo>
                    <a:pt x="81" y="1283"/>
                    <a:pt x="109" y="1297"/>
                    <a:pt x="138" y="1297"/>
                  </a:cubicBezTo>
                  <a:cubicBezTo>
                    <a:pt x="183" y="1297"/>
                    <a:pt x="228" y="1263"/>
                    <a:pt x="214" y="1208"/>
                  </a:cubicBezTo>
                  <a:cubicBezTo>
                    <a:pt x="158" y="1073"/>
                    <a:pt x="293" y="926"/>
                    <a:pt x="372" y="837"/>
                  </a:cubicBezTo>
                  <a:cubicBezTo>
                    <a:pt x="462" y="713"/>
                    <a:pt x="563" y="612"/>
                    <a:pt x="675" y="511"/>
                  </a:cubicBezTo>
                  <a:cubicBezTo>
                    <a:pt x="776" y="421"/>
                    <a:pt x="900" y="342"/>
                    <a:pt x="1024" y="263"/>
                  </a:cubicBezTo>
                  <a:cubicBezTo>
                    <a:pt x="1103" y="219"/>
                    <a:pt x="1223" y="141"/>
                    <a:pt x="1331" y="141"/>
                  </a:cubicBezTo>
                  <a:cubicBezTo>
                    <a:pt x="1361" y="141"/>
                    <a:pt x="1390" y="147"/>
                    <a:pt x="1417" y="162"/>
                  </a:cubicBezTo>
                  <a:cubicBezTo>
                    <a:pt x="1421" y="163"/>
                    <a:pt x="1425" y="163"/>
                    <a:pt x="1429" y="163"/>
                  </a:cubicBezTo>
                  <a:cubicBezTo>
                    <a:pt x="1489" y="163"/>
                    <a:pt x="1526" y="81"/>
                    <a:pt x="1473" y="38"/>
                  </a:cubicBezTo>
                  <a:cubicBezTo>
                    <a:pt x="1429" y="11"/>
                    <a:pt x="1382" y="0"/>
                    <a:pt x="133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42"/>
            <p:cNvSpPr/>
            <p:nvPr/>
          </p:nvSpPr>
          <p:spPr>
            <a:xfrm>
              <a:off x="6270590" y="4241490"/>
              <a:ext cx="60478" cy="61619"/>
            </a:xfrm>
            <a:custGeom>
              <a:avLst/>
              <a:gdLst/>
              <a:ahLst/>
              <a:cxnLst/>
              <a:rect l="l" t="t" r="r" b="b"/>
              <a:pathLst>
                <a:path w="530" h="540" extrusionOk="0">
                  <a:moveTo>
                    <a:pt x="83" y="0"/>
                  </a:moveTo>
                  <a:cubicBezTo>
                    <a:pt x="53" y="0"/>
                    <a:pt x="21" y="20"/>
                    <a:pt x="12" y="48"/>
                  </a:cubicBezTo>
                  <a:cubicBezTo>
                    <a:pt x="1" y="82"/>
                    <a:pt x="23" y="127"/>
                    <a:pt x="68" y="138"/>
                  </a:cubicBezTo>
                  <a:lnTo>
                    <a:pt x="79" y="149"/>
                  </a:lnTo>
                  <a:lnTo>
                    <a:pt x="113" y="161"/>
                  </a:lnTo>
                  <a:cubicBezTo>
                    <a:pt x="124" y="172"/>
                    <a:pt x="147" y="183"/>
                    <a:pt x="169" y="194"/>
                  </a:cubicBezTo>
                  <a:lnTo>
                    <a:pt x="181" y="206"/>
                  </a:lnTo>
                  <a:lnTo>
                    <a:pt x="203" y="228"/>
                  </a:lnTo>
                  <a:cubicBezTo>
                    <a:pt x="214" y="239"/>
                    <a:pt x="237" y="262"/>
                    <a:pt x="248" y="273"/>
                  </a:cubicBezTo>
                  <a:lnTo>
                    <a:pt x="271" y="296"/>
                  </a:lnTo>
                  <a:lnTo>
                    <a:pt x="282" y="318"/>
                  </a:lnTo>
                  <a:cubicBezTo>
                    <a:pt x="293" y="329"/>
                    <a:pt x="304" y="352"/>
                    <a:pt x="315" y="374"/>
                  </a:cubicBezTo>
                  <a:cubicBezTo>
                    <a:pt x="327" y="385"/>
                    <a:pt x="327" y="385"/>
                    <a:pt x="338" y="397"/>
                  </a:cubicBezTo>
                  <a:lnTo>
                    <a:pt x="349" y="419"/>
                  </a:lnTo>
                  <a:lnTo>
                    <a:pt x="349" y="430"/>
                  </a:lnTo>
                  <a:lnTo>
                    <a:pt x="349" y="453"/>
                  </a:lnTo>
                  <a:cubicBezTo>
                    <a:pt x="349" y="464"/>
                    <a:pt x="349" y="475"/>
                    <a:pt x="360" y="487"/>
                  </a:cubicBezTo>
                  <a:cubicBezTo>
                    <a:pt x="370" y="523"/>
                    <a:pt x="400" y="540"/>
                    <a:pt x="430" y="540"/>
                  </a:cubicBezTo>
                  <a:cubicBezTo>
                    <a:pt x="474" y="540"/>
                    <a:pt x="520" y="506"/>
                    <a:pt x="507" y="453"/>
                  </a:cubicBezTo>
                  <a:lnTo>
                    <a:pt x="529" y="453"/>
                  </a:lnTo>
                  <a:cubicBezTo>
                    <a:pt x="462" y="251"/>
                    <a:pt x="304" y="82"/>
                    <a:pt x="102" y="3"/>
                  </a:cubicBezTo>
                  <a:cubicBezTo>
                    <a:pt x="96" y="1"/>
                    <a:pt x="90" y="0"/>
                    <a:pt x="83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42"/>
            <p:cNvSpPr/>
            <p:nvPr/>
          </p:nvSpPr>
          <p:spPr>
            <a:xfrm>
              <a:off x="6407751" y="4106839"/>
              <a:ext cx="322817" cy="312205"/>
            </a:xfrm>
            <a:custGeom>
              <a:avLst/>
              <a:gdLst/>
              <a:ahLst/>
              <a:cxnLst/>
              <a:rect l="l" t="t" r="r" b="b"/>
              <a:pathLst>
                <a:path w="2829" h="2736" extrusionOk="0">
                  <a:moveTo>
                    <a:pt x="2729" y="0"/>
                  </a:moveTo>
                  <a:cubicBezTo>
                    <a:pt x="2724" y="0"/>
                    <a:pt x="2717" y="1"/>
                    <a:pt x="2711" y="3"/>
                  </a:cubicBezTo>
                  <a:cubicBezTo>
                    <a:pt x="2430" y="70"/>
                    <a:pt x="2171" y="216"/>
                    <a:pt x="1958" y="408"/>
                  </a:cubicBezTo>
                  <a:cubicBezTo>
                    <a:pt x="1711" y="621"/>
                    <a:pt x="1474" y="846"/>
                    <a:pt x="1250" y="1093"/>
                  </a:cubicBezTo>
                  <a:cubicBezTo>
                    <a:pt x="1013" y="1341"/>
                    <a:pt x="789" y="1599"/>
                    <a:pt x="564" y="1858"/>
                  </a:cubicBezTo>
                  <a:cubicBezTo>
                    <a:pt x="350" y="2083"/>
                    <a:pt x="170" y="2341"/>
                    <a:pt x="24" y="2622"/>
                  </a:cubicBezTo>
                  <a:cubicBezTo>
                    <a:pt x="1" y="2684"/>
                    <a:pt x="53" y="2736"/>
                    <a:pt x="98" y="2736"/>
                  </a:cubicBezTo>
                  <a:cubicBezTo>
                    <a:pt x="118" y="2736"/>
                    <a:pt x="137" y="2725"/>
                    <a:pt x="148" y="2701"/>
                  </a:cubicBezTo>
                  <a:cubicBezTo>
                    <a:pt x="294" y="2420"/>
                    <a:pt x="474" y="2161"/>
                    <a:pt x="687" y="1925"/>
                  </a:cubicBezTo>
                  <a:cubicBezTo>
                    <a:pt x="890" y="1689"/>
                    <a:pt x="1103" y="1442"/>
                    <a:pt x="1328" y="1217"/>
                  </a:cubicBezTo>
                  <a:cubicBezTo>
                    <a:pt x="1542" y="992"/>
                    <a:pt x="1744" y="767"/>
                    <a:pt x="1980" y="565"/>
                  </a:cubicBezTo>
                  <a:cubicBezTo>
                    <a:pt x="2194" y="363"/>
                    <a:pt x="2453" y="216"/>
                    <a:pt x="2745" y="138"/>
                  </a:cubicBezTo>
                  <a:cubicBezTo>
                    <a:pt x="2828" y="127"/>
                    <a:pt x="2805" y="0"/>
                    <a:pt x="2729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42"/>
            <p:cNvSpPr/>
            <p:nvPr/>
          </p:nvSpPr>
          <p:spPr>
            <a:xfrm>
              <a:off x="6844454" y="4067471"/>
              <a:ext cx="189308" cy="35716"/>
            </a:xfrm>
            <a:custGeom>
              <a:avLst/>
              <a:gdLst/>
              <a:ahLst/>
              <a:cxnLst/>
              <a:rect l="l" t="t" r="r" b="b"/>
              <a:pathLst>
                <a:path w="1659" h="313" extrusionOk="0">
                  <a:moveTo>
                    <a:pt x="859" y="1"/>
                  </a:moveTo>
                  <a:cubicBezTo>
                    <a:pt x="601" y="1"/>
                    <a:pt x="338" y="49"/>
                    <a:pt x="87" y="100"/>
                  </a:cubicBezTo>
                  <a:cubicBezTo>
                    <a:pt x="1" y="122"/>
                    <a:pt x="28" y="236"/>
                    <a:pt x="109" y="236"/>
                  </a:cubicBezTo>
                  <a:cubicBezTo>
                    <a:pt x="113" y="236"/>
                    <a:pt x="117" y="236"/>
                    <a:pt x="121" y="235"/>
                  </a:cubicBezTo>
                  <a:cubicBezTo>
                    <a:pt x="359" y="189"/>
                    <a:pt x="609" y="142"/>
                    <a:pt x="854" y="142"/>
                  </a:cubicBezTo>
                  <a:cubicBezTo>
                    <a:pt x="1083" y="142"/>
                    <a:pt x="1308" y="183"/>
                    <a:pt x="1515" y="303"/>
                  </a:cubicBezTo>
                  <a:cubicBezTo>
                    <a:pt x="1528" y="310"/>
                    <a:pt x="1541" y="312"/>
                    <a:pt x="1553" y="312"/>
                  </a:cubicBezTo>
                  <a:cubicBezTo>
                    <a:pt x="1621" y="312"/>
                    <a:pt x="1659" y="217"/>
                    <a:pt x="1582" y="179"/>
                  </a:cubicBezTo>
                  <a:cubicBezTo>
                    <a:pt x="1355" y="46"/>
                    <a:pt x="1109" y="1"/>
                    <a:pt x="859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42"/>
            <p:cNvSpPr/>
            <p:nvPr/>
          </p:nvSpPr>
          <p:spPr>
            <a:xfrm>
              <a:off x="7078154" y="4173138"/>
              <a:ext cx="76454" cy="245793"/>
            </a:xfrm>
            <a:custGeom>
              <a:avLst/>
              <a:gdLst/>
              <a:ahLst/>
              <a:cxnLst/>
              <a:rect l="l" t="t" r="r" b="b"/>
              <a:pathLst>
                <a:path w="670" h="2154" extrusionOk="0">
                  <a:moveTo>
                    <a:pt x="99" y="1"/>
                  </a:moveTo>
                  <a:cubicBezTo>
                    <a:pt x="51" y="1"/>
                    <a:pt x="0" y="49"/>
                    <a:pt x="40" y="96"/>
                  </a:cubicBezTo>
                  <a:cubicBezTo>
                    <a:pt x="231" y="377"/>
                    <a:pt x="366" y="692"/>
                    <a:pt x="434" y="1018"/>
                  </a:cubicBezTo>
                  <a:cubicBezTo>
                    <a:pt x="501" y="1367"/>
                    <a:pt x="524" y="1726"/>
                    <a:pt x="524" y="2086"/>
                  </a:cubicBezTo>
                  <a:cubicBezTo>
                    <a:pt x="524" y="2131"/>
                    <a:pt x="557" y="2154"/>
                    <a:pt x="591" y="2154"/>
                  </a:cubicBezTo>
                  <a:cubicBezTo>
                    <a:pt x="625" y="2154"/>
                    <a:pt x="659" y="2131"/>
                    <a:pt x="659" y="2086"/>
                  </a:cubicBezTo>
                  <a:cubicBezTo>
                    <a:pt x="670" y="1715"/>
                    <a:pt x="636" y="1344"/>
                    <a:pt x="580" y="984"/>
                  </a:cubicBezTo>
                  <a:cubicBezTo>
                    <a:pt x="501" y="636"/>
                    <a:pt x="366" y="310"/>
                    <a:pt x="153" y="29"/>
                  </a:cubicBezTo>
                  <a:cubicBezTo>
                    <a:pt x="139" y="9"/>
                    <a:pt x="120" y="1"/>
                    <a:pt x="99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42"/>
            <p:cNvSpPr/>
            <p:nvPr/>
          </p:nvSpPr>
          <p:spPr>
            <a:xfrm>
              <a:off x="7244756" y="4631408"/>
              <a:ext cx="134193" cy="45986"/>
            </a:xfrm>
            <a:custGeom>
              <a:avLst/>
              <a:gdLst/>
              <a:ahLst/>
              <a:cxnLst/>
              <a:rect l="l" t="t" r="r" b="b"/>
              <a:pathLst>
                <a:path w="1176" h="403" extrusionOk="0">
                  <a:moveTo>
                    <a:pt x="554" y="0"/>
                  </a:moveTo>
                  <a:cubicBezTo>
                    <a:pt x="365" y="0"/>
                    <a:pt x="183" y="78"/>
                    <a:pt x="53" y="218"/>
                  </a:cubicBezTo>
                  <a:cubicBezTo>
                    <a:pt x="0" y="270"/>
                    <a:pt x="50" y="336"/>
                    <a:pt x="107" y="336"/>
                  </a:cubicBezTo>
                  <a:cubicBezTo>
                    <a:pt x="123" y="336"/>
                    <a:pt x="139" y="331"/>
                    <a:pt x="154" y="319"/>
                  </a:cubicBezTo>
                  <a:cubicBezTo>
                    <a:pt x="268" y="200"/>
                    <a:pt x="414" y="143"/>
                    <a:pt x="560" y="143"/>
                  </a:cubicBezTo>
                  <a:cubicBezTo>
                    <a:pt x="732" y="143"/>
                    <a:pt x="904" y="223"/>
                    <a:pt x="1020" y="375"/>
                  </a:cubicBezTo>
                  <a:cubicBezTo>
                    <a:pt x="1036" y="395"/>
                    <a:pt x="1058" y="403"/>
                    <a:pt x="1078" y="403"/>
                  </a:cubicBezTo>
                  <a:cubicBezTo>
                    <a:pt x="1128" y="403"/>
                    <a:pt x="1175" y="355"/>
                    <a:pt x="1143" y="307"/>
                  </a:cubicBezTo>
                  <a:cubicBezTo>
                    <a:pt x="1020" y="128"/>
                    <a:pt x="829" y="26"/>
                    <a:pt x="626" y="4"/>
                  </a:cubicBezTo>
                  <a:cubicBezTo>
                    <a:pt x="602" y="1"/>
                    <a:pt x="578" y="0"/>
                    <a:pt x="55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42"/>
            <p:cNvSpPr/>
            <p:nvPr/>
          </p:nvSpPr>
          <p:spPr>
            <a:xfrm>
              <a:off x="7387965" y="4737955"/>
              <a:ext cx="27044" cy="82616"/>
            </a:xfrm>
            <a:custGeom>
              <a:avLst/>
              <a:gdLst/>
              <a:ahLst/>
              <a:cxnLst/>
              <a:rect l="l" t="t" r="r" b="b"/>
              <a:pathLst>
                <a:path w="237" h="724" extrusionOk="0">
                  <a:moveTo>
                    <a:pt x="87" y="0"/>
                  </a:moveTo>
                  <a:cubicBezTo>
                    <a:pt x="81" y="0"/>
                    <a:pt x="74" y="1"/>
                    <a:pt x="68" y="3"/>
                  </a:cubicBezTo>
                  <a:cubicBezTo>
                    <a:pt x="35" y="15"/>
                    <a:pt x="12" y="48"/>
                    <a:pt x="23" y="93"/>
                  </a:cubicBezTo>
                  <a:cubicBezTo>
                    <a:pt x="91" y="262"/>
                    <a:pt x="91" y="453"/>
                    <a:pt x="23" y="622"/>
                  </a:cubicBezTo>
                  <a:cubicBezTo>
                    <a:pt x="1" y="655"/>
                    <a:pt x="12" y="689"/>
                    <a:pt x="46" y="712"/>
                  </a:cubicBezTo>
                  <a:cubicBezTo>
                    <a:pt x="58" y="720"/>
                    <a:pt x="71" y="723"/>
                    <a:pt x="84" y="723"/>
                  </a:cubicBezTo>
                  <a:cubicBezTo>
                    <a:pt x="107" y="723"/>
                    <a:pt x="129" y="711"/>
                    <a:pt x="136" y="689"/>
                  </a:cubicBezTo>
                  <a:cubicBezTo>
                    <a:pt x="226" y="487"/>
                    <a:pt x="237" y="262"/>
                    <a:pt x="158" y="48"/>
                  </a:cubicBezTo>
                  <a:cubicBezTo>
                    <a:pt x="149" y="21"/>
                    <a:pt x="117" y="0"/>
                    <a:pt x="87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42"/>
            <p:cNvSpPr/>
            <p:nvPr/>
          </p:nvSpPr>
          <p:spPr>
            <a:xfrm>
              <a:off x="7370506" y="4941073"/>
              <a:ext cx="71547" cy="183489"/>
            </a:xfrm>
            <a:custGeom>
              <a:avLst/>
              <a:gdLst/>
              <a:ahLst/>
              <a:cxnLst/>
              <a:rect l="l" t="t" r="r" b="b"/>
              <a:pathLst>
                <a:path w="627" h="1608" extrusionOk="0">
                  <a:moveTo>
                    <a:pt x="212" y="0"/>
                  </a:moveTo>
                  <a:cubicBezTo>
                    <a:pt x="164" y="0"/>
                    <a:pt x="114" y="53"/>
                    <a:pt x="154" y="101"/>
                  </a:cubicBezTo>
                  <a:cubicBezTo>
                    <a:pt x="469" y="517"/>
                    <a:pt x="435" y="1113"/>
                    <a:pt x="53" y="1484"/>
                  </a:cubicBezTo>
                  <a:cubicBezTo>
                    <a:pt x="1" y="1535"/>
                    <a:pt x="49" y="1607"/>
                    <a:pt x="99" y="1607"/>
                  </a:cubicBezTo>
                  <a:cubicBezTo>
                    <a:pt x="114" y="1607"/>
                    <a:pt x="130" y="1600"/>
                    <a:pt x="143" y="1585"/>
                  </a:cubicBezTo>
                  <a:cubicBezTo>
                    <a:pt x="570" y="1169"/>
                    <a:pt x="626" y="506"/>
                    <a:pt x="266" y="33"/>
                  </a:cubicBezTo>
                  <a:cubicBezTo>
                    <a:pt x="253" y="10"/>
                    <a:pt x="233" y="0"/>
                    <a:pt x="212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42"/>
            <p:cNvSpPr/>
            <p:nvPr/>
          </p:nvSpPr>
          <p:spPr>
            <a:xfrm>
              <a:off x="7084087" y="5161307"/>
              <a:ext cx="193074" cy="56941"/>
            </a:xfrm>
            <a:custGeom>
              <a:avLst/>
              <a:gdLst/>
              <a:ahLst/>
              <a:cxnLst/>
              <a:rect l="l" t="t" r="r" b="b"/>
              <a:pathLst>
                <a:path w="1692" h="499" extrusionOk="0">
                  <a:moveTo>
                    <a:pt x="88" y="0"/>
                  </a:moveTo>
                  <a:cubicBezTo>
                    <a:pt x="36" y="0"/>
                    <a:pt x="0" y="92"/>
                    <a:pt x="56" y="138"/>
                  </a:cubicBezTo>
                  <a:cubicBezTo>
                    <a:pt x="280" y="318"/>
                    <a:pt x="550" y="442"/>
                    <a:pt x="831" y="487"/>
                  </a:cubicBezTo>
                  <a:cubicBezTo>
                    <a:pt x="879" y="495"/>
                    <a:pt x="927" y="498"/>
                    <a:pt x="975" y="498"/>
                  </a:cubicBezTo>
                  <a:cubicBezTo>
                    <a:pt x="1062" y="498"/>
                    <a:pt x="1149" y="486"/>
                    <a:pt x="1236" y="464"/>
                  </a:cubicBezTo>
                  <a:cubicBezTo>
                    <a:pt x="1371" y="431"/>
                    <a:pt x="1483" y="329"/>
                    <a:pt x="1618" y="284"/>
                  </a:cubicBezTo>
                  <a:cubicBezTo>
                    <a:pt x="1691" y="264"/>
                    <a:pt x="1668" y="147"/>
                    <a:pt x="1593" y="147"/>
                  </a:cubicBezTo>
                  <a:cubicBezTo>
                    <a:pt x="1587" y="147"/>
                    <a:pt x="1580" y="148"/>
                    <a:pt x="1573" y="149"/>
                  </a:cubicBezTo>
                  <a:cubicBezTo>
                    <a:pt x="1461" y="194"/>
                    <a:pt x="1360" y="273"/>
                    <a:pt x="1247" y="318"/>
                  </a:cubicBezTo>
                  <a:cubicBezTo>
                    <a:pt x="1155" y="343"/>
                    <a:pt x="1049" y="356"/>
                    <a:pt x="950" y="356"/>
                  </a:cubicBezTo>
                  <a:cubicBezTo>
                    <a:pt x="917" y="356"/>
                    <a:pt x="885" y="355"/>
                    <a:pt x="854" y="352"/>
                  </a:cubicBezTo>
                  <a:cubicBezTo>
                    <a:pt x="584" y="296"/>
                    <a:pt x="337" y="183"/>
                    <a:pt x="123" y="15"/>
                  </a:cubicBezTo>
                  <a:cubicBezTo>
                    <a:pt x="111" y="5"/>
                    <a:pt x="99" y="0"/>
                    <a:pt x="88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42"/>
            <p:cNvSpPr/>
            <p:nvPr/>
          </p:nvSpPr>
          <p:spPr>
            <a:xfrm>
              <a:off x="6350125" y="5031905"/>
              <a:ext cx="174588" cy="220461"/>
            </a:xfrm>
            <a:custGeom>
              <a:avLst/>
              <a:gdLst/>
              <a:ahLst/>
              <a:cxnLst/>
              <a:rect l="l" t="t" r="r" b="b"/>
              <a:pathLst>
                <a:path w="1530" h="1932" extrusionOk="0">
                  <a:moveTo>
                    <a:pt x="181" y="0"/>
                  </a:moveTo>
                  <a:cubicBezTo>
                    <a:pt x="151" y="0"/>
                    <a:pt x="122" y="17"/>
                    <a:pt x="113" y="58"/>
                  </a:cubicBezTo>
                  <a:cubicBezTo>
                    <a:pt x="1" y="474"/>
                    <a:pt x="237" y="823"/>
                    <a:pt x="462" y="1149"/>
                  </a:cubicBezTo>
                  <a:cubicBezTo>
                    <a:pt x="563" y="1306"/>
                    <a:pt x="675" y="1441"/>
                    <a:pt x="810" y="1565"/>
                  </a:cubicBezTo>
                  <a:cubicBezTo>
                    <a:pt x="878" y="1632"/>
                    <a:pt x="945" y="1677"/>
                    <a:pt x="1013" y="1722"/>
                  </a:cubicBezTo>
                  <a:cubicBezTo>
                    <a:pt x="1058" y="1756"/>
                    <a:pt x="1102" y="1778"/>
                    <a:pt x="1147" y="1801"/>
                  </a:cubicBezTo>
                  <a:lnTo>
                    <a:pt x="1192" y="1823"/>
                  </a:lnTo>
                  <a:lnTo>
                    <a:pt x="1226" y="1834"/>
                  </a:lnTo>
                  <a:cubicBezTo>
                    <a:pt x="1226" y="1834"/>
                    <a:pt x="1237" y="1846"/>
                    <a:pt x="1249" y="1846"/>
                  </a:cubicBezTo>
                  <a:cubicBezTo>
                    <a:pt x="1232" y="1894"/>
                    <a:pt x="1269" y="1931"/>
                    <a:pt x="1311" y="1931"/>
                  </a:cubicBezTo>
                  <a:cubicBezTo>
                    <a:pt x="1328" y="1931"/>
                    <a:pt x="1345" y="1926"/>
                    <a:pt x="1361" y="1913"/>
                  </a:cubicBezTo>
                  <a:cubicBezTo>
                    <a:pt x="1530" y="1767"/>
                    <a:pt x="1215" y="1677"/>
                    <a:pt x="1136" y="1632"/>
                  </a:cubicBezTo>
                  <a:cubicBezTo>
                    <a:pt x="968" y="1531"/>
                    <a:pt x="821" y="1396"/>
                    <a:pt x="709" y="1238"/>
                  </a:cubicBezTo>
                  <a:cubicBezTo>
                    <a:pt x="585" y="1081"/>
                    <a:pt x="473" y="912"/>
                    <a:pt x="372" y="744"/>
                  </a:cubicBezTo>
                  <a:cubicBezTo>
                    <a:pt x="248" y="553"/>
                    <a:pt x="203" y="317"/>
                    <a:pt x="259" y="92"/>
                  </a:cubicBezTo>
                  <a:cubicBezTo>
                    <a:pt x="273" y="38"/>
                    <a:pt x="226" y="0"/>
                    <a:pt x="181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42"/>
            <p:cNvSpPr/>
            <p:nvPr/>
          </p:nvSpPr>
          <p:spPr>
            <a:xfrm>
              <a:off x="6662561" y="5236050"/>
              <a:ext cx="150283" cy="57055"/>
            </a:xfrm>
            <a:custGeom>
              <a:avLst/>
              <a:gdLst/>
              <a:ahLst/>
              <a:cxnLst/>
              <a:rect l="l" t="t" r="r" b="b"/>
              <a:pathLst>
                <a:path w="1317" h="500" extrusionOk="0">
                  <a:moveTo>
                    <a:pt x="1214" y="1"/>
                  </a:moveTo>
                  <a:cubicBezTo>
                    <a:pt x="1197" y="1"/>
                    <a:pt x="1180" y="7"/>
                    <a:pt x="1164" y="23"/>
                  </a:cubicBezTo>
                  <a:cubicBezTo>
                    <a:pt x="951" y="236"/>
                    <a:pt x="653" y="351"/>
                    <a:pt x="355" y="351"/>
                  </a:cubicBezTo>
                  <a:cubicBezTo>
                    <a:pt x="275" y="351"/>
                    <a:pt x="196" y="343"/>
                    <a:pt x="118" y="326"/>
                  </a:cubicBezTo>
                  <a:cubicBezTo>
                    <a:pt x="111" y="325"/>
                    <a:pt x="105" y="324"/>
                    <a:pt x="99" y="324"/>
                  </a:cubicBezTo>
                  <a:cubicBezTo>
                    <a:pt x="24" y="324"/>
                    <a:pt x="1" y="441"/>
                    <a:pt x="73" y="473"/>
                  </a:cubicBezTo>
                  <a:cubicBezTo>
                    <a:pt x="161" y="491"/>
                    <a:pt x="250" y="500"/>
                    <a:pt x="338" y="500"/>
                  </a:cubicBezTo>
                  <a:cubicBezTo>
                    <a:pt x="679" y="500"/>
                    <a:pt x="1015" y="365"/>
                    <a:pt x="1265" y="124"/>
                  </a:cubicBezTo>
                  <a:cubicBezTo>
                    <a:pt x="1317" y="72"/>
                    <a:pt x="1269" y="1"/>
                    <a:pt x="1214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42"/>
            <p:cNvSpPr/>
            <p:nvPr/>
          </p:nvSpPr>
          <p:spPr>
            <a:xfrm>
              <a:off x="6883823" y="5100030"/>
              <a:ext cx="33434" cy="41194"/>
            </a:xfrm>
            <a:custGeom>
              <a:avLst/>
              <a:gdLst/>
              <a:ahLst/>
              <a:cxnLst/>
              <a:rect l="l" t="t" r="r" b="b"/>
              <a:pathLst>
                <a:path w="293" h="361" extrusionOk="0">
                  <a:moveTo>
                    <a:pt x="210" y="0"/>
                  </a:moveTo>
                  <a:cubicBezTo>
                    <a:pt x="187" y="0"/>
                    <a:pt x="165" y="13"/>
                    <a:pt x="158" y="34"/>
                  </a:cubicBezTo>
                  <a:lnTo>
                    <a:pt x="23" y="259"/>
                  </a:lnTo>
                  <a:cubicBezTo>
                    <a:pt x="1" y="293"/>
                    <a:pt x="12" y="327"/>
                    <a:pt x="46" y="349"/>
                  </a:cubicBezTo>
                  <a:cubicBezTo>
                    <a:pt x="58" y="357"/>
                    <a:pt x="71" y="361"/>
                    <a:pt x="84" y="361"/>
                  </a:cubicBezTo>
                  <a:cubicBezTo>
                    <a:pt x="108" y="361"/>
                    <a:pt x="132" y="348"/>
                    <a:pt x="147" y="327"/>
                  </a:cubicBezTo>
                  <a:lnTo>
                    <a:pt x="270" y="113"/>
                  </a:lnTo>
                  <a:cubicBezTo>
                    <a:pt x="293" y="79"/>
                    <a:pt x="282" y="34"/>
                    <a:pt x="248" y="12"/>
                  </a:cubicBezTo>
                  <a:cubicBezTo>
                    <a:pt x="236" y="4"/>
                    <a:pt x="223" y="0"/>
                    <a:pt x="21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42"/>
            <p:cNvSpPr/>
            <p:nvPr/>
          </p:nvSpPr>
          <p:spPr>
            <a:xfrm>
              <a:off x="5872913" y="4951571"/>
              <a:ext cx="146403" cy="208935"/>
            </a:xfrm>
            <a:custGeom>
              <a:avLst/>
              <a:gdLst/>
              <a:ahLst/>
              <a:cxnLst/>
              <a:rect l="l" t="t" r="r" b="b"/>
              <a:pathLst>
                <a:path w="1283" h="1831" extrusionOk="0">
                  <a:moveTo>
                    <a:pt x="123" y="1"/>
                  </a:moveTo>
                  <a:cubicBezTo>
                    <a:pt x="94" y="1"/>
                    <a:pt x="66" y="17"/>
                    <a:pt x="57" y="54"/>
                  </a:cubicBezTo>
                  <a:cubicBezTo>
                    <a:pt x="1" y="447"/>
                    <a:pt x="113" y="852"/>
                    <a:pt x="372" y="1156"/>
                  </a:cubicBezTo>
                  <a:cubicBezTo>
                    <a:pt x="495" y="1313"/>
                    <a:pt x="619" y="1459"/>
                    <a:pt x="754" y="1594"/>
                  </a:cubicBezTo>
                  <a:cubicBezTo>
                    <a:pt x="855" y="1740"/>
                    <a:pt x="1012" y="1819"/>
                    <a:pt x="1181" y="1830"/>
                  </a:cubicBezTo>
                  <a:cubicBezTo>
                    <a:pt x="1278" y="1830"/>
                    <a:pt x="1282" y="1695"/>
                    <a:pt x="1202" y="1695"/>
                  </a:cubicBezTo>
                  <a:cubicBezTo>
                    <a:pt x="1199" y="1695"/>
                    <a:pt x="1196" y="1695"/>
                    <a:pt x="1192" y="1695"/>
                  </a:cubicBezTo>
                  <a:cubicBezTo>
                    <a:pt x="1035" y="1695"/>
                    <a:pt x="911" y="1571"/>
                    <a:pt x="810" y="1459"/>
                  </a:cubicBezTo>
                  <a:cubicBezTo>
                    <a:pt x="698" y="1335"/>
                    <a:pt x="585" y="1200"/>
                    <a:pt x="484" y="1066"/>
                  </a:cubicBezTo>
                  <a:cubicBezTo>
                    <a:pt x="282" y="785"/>
                    <a:pt x="124" y="436"/>
                    <a:pt x="203" y="87"/>
                  </a:cubicBezTo>
                  <a:cubicBezTo>
                    <a:pt x="210" y="34"/>
                    <a:pt x="165" y="1"/>
                    <a:pt x="123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42"/>
            <p:cNvSpPr/>
            <p:nvPr/>
          </p:nvSpPr>
          <p:spPr>
            <a:xfrm>
              <a:off x="5295625" y="4870438"/>
              <a:ext cx="147658" cy="230959"/>
            </a:xfrm>
            <a:custGeom>
              <a:avLst/>
              <a:gdLst/>
              <a:ahLst/>
              <a:cxnLst/>
              <a:rect l="l" t="t" r="r" b="b"/>
              <a:pathLst>
                <a:path w="1294" h="2024" extrusionOk="0">
                  <a:moveTo>
                    <a:pt x="107" y="0"/>
                  </a:moveTo>
                  <a:cubicBezTo>
                    <a:pt x="71" y="0"/>
                    <a:pt x="34" y="23"/>
                    <a:pt x="34" y="68"/>
                  </a:cubicBezTo>
                  <a:cubicBezTo>
                    <a:pt x="0" y="495"/>
                    <a:pt x="102" y="922"/>
                    <a:pt x="315" y="1293"/>
                  </a:cubicBezTo>
                  <a:cubicBezTo>
                    <a:pt x="495" y="1619"/>
                    <a:pt x="787" y="1855"/>
                    <a:pt x="1147" y="1945"/>
                  </a:cubicBezTo>
                  <a:lnTo>
                    <a:pt x="1147" y="1956"/>
                  </a:lnTo>
                  <a:cubicBezTo>
                    <a:pt x="1147" y="2001"/>
                    <a:pt x="1181" y="2024"/>
                    <a:pt x="1215" y="2024"/>
                  </a:cubicBezTo>
                  <a:cubicBezTo>
                    <a:pt x="1248" y="2024"/>
                    <a:pt x="1282" y="2001"/>
                    <a:pt x="1282" y="1956"/>
                  </a:cubicBezTo>
                  <a:lnTo>
                    <a:pt x="1293" y="1900"/>
                  </a:lnTo>
                  <a:cubicBezTo>
                    <a:pt x="1293" y="1867"/>
                    <a:pt x="1271" y="1833"/>
                    <a:pt x="1237" y="1833"/>
                  </a:cubicBezTo>
                  <a:cubicBezTo>
                    <a:pt x="889" y="1743"/>
                    <a:pt x="596" y="1518"/>
                    <a:pt x="428" y="1203"/>
                  </a:cubicBezTo>
                  <a:cubicBezTo>
                    <a:pt x="237" y="855"/>
                    <a:pt x="147" y="461"/>
                    <a:pt x="180" y="68"/>
                  </a:cubicBezTo>
                  <a:cubicBezTo>
                    <a:pt x="180" y="23"/>
                    <a:pt x="144" y="0"/>
                    <a:pt x="107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42"/>
            <p:cNvSpPr/>
            <p:nvPr/>
          </p:nvSpPr>
          <p:spPr>
            <a:xfrm>
              <a:off x="5549066" y="5058379"/>
              <a:ext cx="172306" cy="59680"/>
            </a:xfrm>
            <a:custGeom>
              <a:avLst/>
              <a:gdLst/>
              <a:ahLst/>
              <a:cxnLst/>
              <a:rect l="l" t="t" r="r" b="b"/>
              <a:pathLst>
                <a:path w="1510" h="523" extrusionOk="0">
                  <a:moveTo>
                    <a:pt x="1398" y="1"/>
                  </a:moveTo>
                  <a:cubicBezTo>
                    <a:pt x="1383" y="1"/>
                    <a:pt x="1368" y="6"/>
                    <a:pt x="1355" y="17"/>
                  </a:cubicBezTo>
                  <a:cubicBezTo>
                    <a:pt x="1068" y="257"/>
                    <a:pt x="713" y="384"/>
                    <a:pt x="353" y="384"/>
                  </a:cubicBezTo>
                  <a:cubicBezTo>
                    <a:pt x="275" y="384"/>
                    <a:pt x="196" y="378"/>
                    <a:pt x="118" y="366"/>
                  </a:cubicBezTo>
                  <a:cubicBezTo>
                    <a:pt x="111" y="364"/>
                    <a:pt x="104" y="363"/>
                    <a:pt x="98" y="363"/>
                  </a:cubicBezTo>
                  <a:cubicBezTo>
                    <a:pt x="23" y="363"/>
                    <a:pt x="0" y="480"/>
                    <a:pt x="73" y="501"/>
                  </a:cubicBezTo>
                  <a:cubicBezTo>
                    <a:pt x="165" y="515"/>
                    <a:pt x="258" y="523"/>
                    <a:pt x="351" y="523"/>
                  </a:cubicBezTo>
                  <a:cubicBezTo>
                    <a:pt x="752" y="523"/>
                    <a:pt x="1145" y="386"/>
                    <a:pt x="1456" y="130"/>
                  </a:cubicBezTo>
                  <a:cubicBezTo>
                    <a:pt x="1509" y="76"/>
                    <a:pt x="1456" y="1"/>
                    <a:pt x="1398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42"/>
            <p:cNvSpPr/>
            <p:nvPr/>
          </p:nvSpPr>
          <p:spPr>
            <a:xfrm>
              <a:off x="5769529" y="4951229"/>
              <a:ext cx="54773" cy="78964"/>
            </a:xfrm>
            <a:custGeom>
              <a:avLst/>
              <a:gdLst/>
              <a:ahLst/>
              <a:cxnLst/>
              <a:rect l="l" t="t" r="r" b="b"/>
              <a:pathLst>
                <a:path w="480" h="692" extrusionOk="0">
                  <a:moveTo>
                    <a:pt x="380" y="0"/>
                  </a:moveTo>
                  <a:cubicBezTo>
                    <a:pt x="356" y="0"/>
                    <a:pt x="336" y="12"/>
                    <a:pt x="322" y="34"/>
                  </a:cubicBezTo>
                  <a:cubicBezTo>
                    <a:pt x="311" y="57"/>
                    <a:pt x="311" y="79"/>
                    <a:pt x="322" y="113"/>
                  </a:cubicBezTo>
                  <a:cubicBezTo>
                    <a:pt x="311" y="135"/>
                    <a:pt x="288" y="158"/>
                    <a:pt x="277" y="180"/>
                  </a:cubicBezTo>
                  <a:lnTo>
                    <a:pt x="198" y="315"/>
                  </a:lnTo>
                  <a:lnTo>
                    <a:pt x="41" y="585"/>
                  </a:lnTo>
                  <a:cubicBezTo>
                    <a:pt x="1" y="641"/>
                    <a:pt x="52" y="692"/>
                    <a:pt x="101" y="692"/>
                  </a:cubicBezTo>
                  <a:cubicBezTo>
                    <a:pt x="121" y="692"/>
                    <a:pt x="140" y="683"/>
                    <a:pt x="153" y="664"/>
                  </a:cubicBezTo>
                  <a:lnTo>
                    <a:pt x="356" y="327"/>
                  </a:lnTo>
                  <a:cubicBezTo>
                    <a:pt x="389" y="282"/>
                    <a:pt x="423" y="225"/>
                    <a:pt x="446" y="180"/>
                  </a:cubicBezTo>
                  <a:cubicBezTo>
                    <a:pt x="479" y="124"/>
                    <a:pt x="468" y="46"/>
                    <a:pt x="423" y="12"/>
                  </a:cubicBezTo>
                  <a:cubicBezTo>
                    <a:pt x="407" y="4"/>
                    <a:pt x="393" y="0"/>
                    <a:pt x="38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83" name="Google Shape;2183;p42"/>
          <p:cNvGrpSpPr/>
          <p:nvPr/>
        </p:nvGrpSpPr>
        <p:grpSpPr>
          <a:xfrm flipH="1">
            <a:off x="-2819896" y="4083625"/>
            <a:ext cx="3677844" cy="1663668"/>
            <a:chOff x="5935450" y="921661"/>
            <a:chExt cx="739786" cy="334641"/>
          </a:xfrm>
        </p:grpSpPr>
        <p:sp>
          <p:nvSpPr>
            <p:cNvPr id="2184" name="Google Shape;2184;p42"/>
            <p:cNvSpPr/>
            <p:nvPr/>
          </p:nvSpPr>
          <p:spPr>
            <a:xfrm>
              <a:off x="5935450" y="921661"/>
              <a:ext cx="739786" cy="334641"/>
            </a:xfrm>
            <a:custGeom>
              <a:avLst/>
              <a:gdLst/>
              <a:ahLst/>
              <a:cxnLst/>
              <a:rect l="l" t="t" r="r" b="b"/>
              <a:pathLst>
                <a:path w="6263" h="2833" extrusionOk="0">
                  <a:moveTo>
                    <a:pt x="2871" y="1"/>
                  </a:moveTo>
                  <a:cubicBezTo>
                    <a:pt x="2673" y="1"/>
                    <a:pt x="2473" y="50"/>
                    <a:pt x="2291" y="148"/>
                  </a:cubicBezTo>
                  <a:cubicBezTo>
                    <a:pt x="1571" y="519"/>
                    <a:pt x="1717" y="1160"/>
                    <a:pt x="1717" y="1160"/>
                  </a:cubicBezTo>
                  <a:cubicBezTo>
                    <a:pt x="1717" y="1160"/>
                    <a:pt x="1364" y="1022"/>
                    <a:pt x="996" y="1022"/>
                  </a:cubicBezTo>
                  <a:cubicBezTo>
                    <a:pt x="675" y="1022"/>
                    <a:pt x="342" y="1127"/>
                    <a:pt x="222" y="1520"/>
                  </a:cubicBezTo>
                  <a:cubicBezTo>
                    <a:pt x="0" y="2243"/>
                    <a:pt x="581" y="2594"/>
                    <a:pt x="1290" y="2594"/>
                  </a:cubicBezTo>
                  <a:cubicBezTo>
                    <a:pt x="1407" y="2594"/>
                    <a:pt x="1528" y="2585"/>
                    <a:pt x="1650" y="2566"/>
                  </a:cubicBezTo>
                  <a:cubicBezTo>
                    <a:pt x="1650" y="2566"/>
                    <a:pt x="2679" y="2833"/>
                    <a:pt x="3721" y="2833"/>
                  </a:cubicBezTo>
                  <a:cubicBezTo>
                    <a:pt x="4603" y="2833"/>
                    <a:pt x="5492" y="2642"/>
                    <a:pt x="5776" y="1936"/>
                  </a:cubicBezTo>
                  <a:cubicBezTo>
                    <a:pt x="6262" y="754"/>
                    <a:pt x="5178" y="50"/>
                    <a:pt x="4281" y="50"/>
                  </a:cubicBezTo>
                  <a:cubicBezTo>
                    <a:pt x="4018" y="50"/>
                    <a:pt x="3770" y="111"/>
                    <a:pt x="3583" y="238"/>
                  </a:cubicBezTo>
                  <a:cubicBezTo>
                    <a:pt x="3375" y="81"/>
                    <a:pt x="3125" y="1"/>
                    <a:pt x="2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42"/>
            <p:cNvSpPr/>
            <p:nvPr/>
          </p:nvSpPr>
          <p:spPr>
            <a:xfrm>
              <a:off x="6282962" y="966429"/>
              <a:ext cx="44531" cy="25396"/>
            </a:xfrm>
            <a:custGeom>
              <a:avLst/>
              <a:gdLst/>
              <a:ahLst/>
              <a:cxnLst/>
              <a:rect l="l" t="t" r="r" b="b"/>
              <a:pathLst>
                <a:path w="377" h="215" extrusionOk="0">
                  <a:moveTo>
                    <a:pt x="149" y="1"/>
                  </a:moveTo>
                  <a:cubicBezTo>
                    <a:pt x="114" y="1"/>
                    <a:pt x="79" y="10"/>
                    <a:pt x="46" y="28"/>
                  </a:cubicBezTo>
                  <a:cubicBezTo>
                    <a:pt x="12" y="50"/>
                    <a:pt x="1" y="95"/>
                    <a:pt x="23" y="129"/>
                  </a:cubicBezTo>
                  <a:cubicBezTo>
                    <a:pt x="40" y="146"/>
                    <a:pt x="62" y="156"/>
                    <a:pt x="86" y="156"/>
                  </a:cubicBezTo>
                  <a:cubicBezTo>
                    <a:pt x="95" y="156"/>
                    <a:pt x="104" y="155"/>
                    <a:pt x="113" y="152"/>
                  </a:cubicBezTo>
                  <a:lnTo>
                    <a:pt x="181" y="152"/>
                  </a:lnTo>
                  <a:lnTo>
                    <a:pt x="203" y="163"/>
                  </a:lnTo>
                  <a:lnTo>
                    <a:pt x="214" y="174"/>
                  </a:lnTo>
                  <a:cubicBezTo>
                    <a:pt x="232" y="203"/>
                    <a:pt x="257" y="214"/>
                    <a:pt x="280" y="214"/>
                  </a:cubicBezTo>
                  <a:cubicBezTo>
                    <a:pt x="331" y="214"/>
                    <a:pt x="376" y="160"/>
                    <a:pt x="338" y="107"/>
                  </a:cubicBezTo>
                  <a:cubicBezTo>
                    <a:pt x="292" y="38"/>
                    <a:pt x="221" y="1"/>
                    <a:pt x="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42"/>
            <p:cNvSpPr/>
            <p:nvPr/>
          </p:nvSpPr>
          <p:spPr>
            <a:xfrm>
              <a:off x="6171456" y="969973"/>
              <a:ext cx="77132" cy="98042"/>
            </a:xfrm>
            <a:custGeom>
              <a:avLst/>
              <a:gdLst/>
              <a:ahLst/>
              <a:cxnLst/>
              <a:rect l="l" t="t" r="r" b="b"/>
              <a:pathLst>
                <a:path w="653" h="830" extrusionOk="0">
                  <a:moveTo>
                    <a:pt x="488" y="1"/>
                  </a:moveTo>
                  <a:cubicBezTo>
                    <a:pt x="370" y="1"/>
                    <a:pt x="241" y="98"/>
                    <a:pt x="180" y="189"/>
                  </a:cubicBezTo>
                  <a:cubicBezTo>
                    <a:pt x="57" y="358"/>
                    <a:pt x="0" y="560"/>
                    <a:pt x="0" y="762"/>
                  </a:cubicBezTo>
                  <a:cubicBezTo>
                    <a:pt x="0" y="796"/>
                    <a:pt x="34" y="830"/>
                    <a:pt x="79" y="830"/>
                  </a:cubicBezTo>
                  <a:cubicBezTo>
                    <a:pt x="113" y="830"/>
                    <a:pt x="146" y="796"/>
                    <a:pt x="146" y="762"/>
                  </a:cubicBezTo>
                  <a:cubicBezTo>
                    <a:pt x="146" y="605"/>
                    <a:pt x="180" y="448"/>
                    <a:pt x="259" y="313"/>
                  </a:cubicBezTo>
                  <a:cubicBezTo>
                    <a:pt x="293" y="257"/>
                    <a:pt x="338" y="212"/>
                    <a:pt x="394" y="178"/>
                  </a:cubicBezTo>
                  <a:cubicBezTo>
                    <a:pt x="428" y="155"/>
                    <a:pt x="450" y="144"/>
                    <a:pt x="484" y="144"/>
                  </a:cubicBezTo>
                  <a:lnTo>
                    <a:pt x="529" y="144"/>
                  </a:lnTo>
                  <a:cubicBezTo>
                    <a:pt x="536" y="166"/>
                    <a:pt x="557" y="178"/>
                    <a:pt x="581" y="178"/>
                  </a:cubicBezTo>
                  <a:cubicBezTo>
                    <a:pt x="593" y="178"/>
                    <a:pt x="607" y="175"/>
                    <a:pt x="619" y="167"/>
                  </a:cubicBezTo>
                  <a:cubicBezTo>
                    <a:pt x="652" y="144"/>
                    <a:pt x="652" y="110"/>
                    <a:pt x="641" y="77"/>
                  </a:cubicBezTo>
                  <a:cubicBezTo>
                    <a:pt x="598" y="22"/>
                    <a:pt x="544" y="1"/>
                    <a:pt x="4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42"/>
            <p:cNvSpPr/>
            <p:nvPr/>
          </p:nvSpPr>
          <p:spPr>
            <a:xfrm>
              <a:off x="6508809" y="1003047"/>
              <a:ext cx="74416" cy="136904"/>
            </a:xfrm>
            <a:custGeom>
              <a:avLst/>
              <a:gdLst/>
              <a:ahLst/>
              <a:cxnLst/>
              <a:rect l="l" t="t" r="r" b="b"/>
              <a:pathLst>
                <a:path w="630" h="1159" extrusionOk="0">
                  <a:moveTo>
                    <a:pt x="100" y="1"/>
                  </a:moveTo>
                  <a:cubicBezTo>
                    <a:pt x="39" y="1"/>
                    <a:pt x="1" y="94"/>
                    <a:pt x="67" y="123"/>
                  </a:cubicBezTo>
                  <a:cubicBezTo>
                    <a:pt x="416" y="291"/>
                    <a:pt x="562" y="707"/>
                    <a:pt x="393" y="1056"/>
                  </a:cubicBezTo>
                  <a:cubicBezTo>
                    <a:pt x="370" y="1110"/>
                    <a:pt x="416" y="1158"/>
                    <a:pt x="461" y="1158"/>
                  </a:cubicBezTo>
                  <a:cubicBezTo>
                    <a:pt x="482" y="1158"/>
                    <a:pt x="503" y="1148"/>
                    <a:pt x="517" y="1123"/>
                  </a:cubicBezTo>
                  <a:cubicBezTo>
                    <a:pt x="618" y="921"/>
                    <a:pt x="629" y="674"/>
                    <a:pt x="551" y="460"/>
                  </a:cubicBezTo>
                  <a:cubicBezTo>
                    <a:pt x="472" y="258"/>
                    <a:pt x="326" y="100"/>
                    <a:pt x="135" y="10"/>
                  </a:cubicBezTo>
                  <a:cubicBezTo>
                    <a:pt x="123" y="4"/>
                    <a:pt x="111" y="1"/>
                    <a:pt x="1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42"/>
            <p:cNvSpPr/>
            <p:nvPr/>
          </p:nvSpPr>
          <p:spPr>
            <a:xfrm>
              <a:off x="5997582" y="1091992"/>
              <a:ext cx="63785" cy="54454"/>
            </a:xfrm>
            <a:custGeom>
              <a:avLst/>
              <a:gdLst/>
              <a:ahLst/>
              <a:cxnLst/>
              <a:rect l="l" t="t" r="r" b="b"/>
              <a:pathLst>
                <a:path w="540" h="461" extrusionOk="0">
                  <a:moveTo>
                    <a:pt x="395" y="1"/>
                  </a:moveTo>
                  <a:cubicBezTo>
                    <a:pt x="183" y="1"/>
                    <a:pt x="1" y="175"/>
                    <a:pt x="11" y="393"/>
                  </a:cubicBezTo>
                  <a:cubicBezTo>
                    <a:pt x="11" y="438"/>
                    <a:pt x="45" y="460"/>
                    <a:pt x="78" y="460"/>
                  </a:cubicBezTo>
                  <a:cubicBezTo>
                    <a:pt x="112" y="460"/>
                    <a:pt x="146" y="438"/>
                    <a:pt x="146" y="393"/>
                  </a:cubicBezTo>
                  <a:cubicBezTo>
                    <a:pt x="146" y="382"/>
                    <a:pt x="146" y="370"/>
                    <a:pt x="146" y="359"/>
                  </a:cubicBezTo>
                  <a:lnTo>
                    <a:pt x="146" y="337"/>
                  </a:lnTo>
                  <a:lnTo>
                    <a:pt x="157" y="303"/>
                  </a:lnTo>
                  <a:cubicBezTo>
                    <a:pt x="157" y="303"/>
                    <a:pt x="157" y="303"/>
                    <a:pt x="157" y="292"/>
                  </a:cubicBezTo>
                  <a:cubicBezTo>
                    <a:pt x="157" y="280"/>
                    <a:pt x="168" y="280"/>
                    <a:pt x="168" y="269"/>
                  </a:cubicBezTo>
                  <a:lnTo>
                    <a:pt x="179" y="258"/>
                  </a:lnTo>
                  <a:lnTo>
                    <a:pt x="179" y="247"/>
                  </a:lnTo>
                  <a:cubicBezTo>
                    <a:pt x="191" y="224"/>
                    <a:pt x="213" y="213"/>
                    <a:pt x="224" y="202"/>
                  </a:cubicBezTo>
                  <a:lnTo>
                    <a:pt x="236" y="190"/>
                  </a:lnTo>
                  <a:lnTo>
                    <a:pt x="269" y="168"/>
                  </a:lnTo>
                  <a:lnTo>
                    <a:pt x="292" y="168"/>
                  </a:lnTo>
                  <a:cubicBezTo>
                    <a:pt x="303" y="168"/>
                    <a:pt x="314" y="157"/>
                    <a:pt x="326" y="157"/>
                  </a:cubicBezTo>
                  <a:lnTo>
                    <a:pt x="427" y="157"/>
                  </a:lnTo>
                  <a:cubicBezTo>
                    <a:pt x="433" y="159"/>
                    <a:pt x="439" y="160"/>
                    <a:pt x="445" y="160"/>
                  </a:cubicBezTo>
                  <a:cubicBezTo>
                    <a:pt x="475" y="160"/>
                    <a:pt x="507" y="139"/>
                    <a:pt x="517" y="112"/>
                  </a:cubicBezTo>
                  <a:cubicBezTo>
                    <a:pt x="539" y="78"/>
                    <a:pt x="517" y="22"/>
                    <a:pt x="483" y="11"/>
                  </a:cubicBezTo>
                  <a:cubicBezTo>
                    <a:pt x="454" y="4"/>
                    <a:pt x="424" y="1"/>
                    <a:pt x="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42"/>
            <p:cNvSpPr/>
            <p:nvPr/>
          </p:nvSpPr>
          <p:spPr>
            <a:xfrm>
              <a:off x="6381238" y="947648"/>
              <a:ext cx="91779" cy="39571"/>
            </a:xfrm>
            <a:custGeom>
              <a:avLst/>
              <a:gdLst/>
              <a:ahLst/>
              <a:cxnLst/>
              <a:rect l="l" t="t" r="r" b="b"/>
              <a:pathLst>
                <a:path w="777" h="335" extrusionOk="0">
                  <a:moveTo>
                    <a:pt x="422" y="0"/>
                  </a:moveTo>
                  <a:cubicBezTo>
                    <a:pt x="267" y="0"/>
                    <a:pt x="111" y="81"/>
                    <a:pt x="23" y="232"/>
                  </a:cubicBezTo>
                  <a:cubicBezTo>
                    <a:pt x="0" y="286"/>
                    <a:pt x="45" y="334"/>
                    <a:pt x="91" y="334"/>
                  </a:cubicBezTo>
                  <a:cubicBezTo>
                    <a:pt x="112" y="334"/>
                    <a:pt x="133" y="324"/>
                    <a:pt x="147" y="299"/>
                  </a:cubicBezTo>
                  <a:cubicBezTo>
                    <a:pt x="203" y="194"/>
                    <a:pt x="310" y="136"/>
                    <a:pt x="418" y="136"/>
                  </a:cubicBezTo>
                  <a:cubicBezTo>
                    <a:pt x="505" y="136"/>
                    <a:pt x="592" y="174"/>
                    <a:pt x="653" y="254"/>
                  </a:cubicBezTo>
                  <a:cubicBezTo>
                    <a:pt x="670" y="266"/>
                    <a:pt x="689" y="271"/>
                    <a:pt x="707" y="271"/>
                  </a:cubicBezTo>
                  <a:cubicBezTo>
                    <a:pt x="726" y="271"/>
                    <a:pt x="743" y="266"/>
                    <a:pt x="754" y="254"/>
                  </a:cubicBezTo>
                  <a:cubicBezTo>
                    <a:pt x="776" y="221"/>
                    <a:pt x="776" y="176"/>
                    <a:pt x="754" y="153"/>
                  </a:cubicBezTo>
                  <a:cubicBezTo>
                    <a:pt x="665" y="50"/>
                    <a:pt x="544" y="0"/>
                    <a:pt x="4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90" name="Google Shape;2190;p42"/>
          <p:cNvGrpSpPr/>
          <p:nvPr/>
        </p:nvGrpSpPr>
        <p:grpSpPr>
          <a:xfrm>
            <a:off x="7805541" y="4203338"/>
            <a:ext cx="3677844" cy="2828761"/>
            <a:chOff x="3127541" y="4211413"/>
            <a:chExt cx="3677844" cy="2828761"/>
          </a:xfrm>
        </p:grpSpPr>
        <p:grpSp>
          <p:nvGrpSpPr>
            <p:cNvPr id="2191" name="Google Shape;2191;p42"/>
            <p:cNvGrpSpPr/>
            <p:nvPr/>
          </p:nvGrpSpPr>
          <p:grpSpPr>
            <a:xfrm>
              <a:off x="3127541" y="4211413"/>
              <a:ext cx="3677844" cy="1663668"/>
              <a:chOff x="5935450" y="921661"/>
              <a:chExt cx="739786" cy="334641"/>
            </a:xfrm>
          </p:grpSpPr>
          <p:sp>
            <p:nvSpPr>
              <p:cNvPr id="2192" name="Google Shape;2192;p42"/>
              <p:cNvSpPr/>
              <p:nvPr/>
            </p:nvSpPr>
            <p:spPr>
              <a:xfrm>
                <a:off x="5935450" y="921661"/>
                <a:ext cx="739786" cy="334641"/>
              </a:xfrm>
              <a:custGeom>
                <a:avLst/>
                <a:gdLst/>
                <a:ahLst/>
                <a:cxnLst/>
                <a:rect l="l" t="t" r="r" b="b"/>
                <a:pathLst>
                  <a:path w="6263" h="2833" extrusionOk="0">
                    <a:moveTo>
                      <a:pt x="2871" y="1"/>
                    </a:moveTo>
                    <a:cubicBezTo>
                      <a:pt x="2673" y="1"/>
                      <a:pt x="2473" y="50"/>
                      <a:pt x="2291" y="148"/>
                    </a:cubicBezTo>
                    <a:cubicBezTo>
                      <a:pt x="1571" y="519"/>
                      <a:pt x="1717" y="1160"/>
                      <a:pt x="1717" y="1160"/>
                    </a:cubicBezTo>
                    <a:cubicBezTo>
                      <a:pt x="1717" y="1160"/>
                      <a:pt x="1364" y="1022"/>
                      <a:pt x="996" y="1022"/>
                    </a:cubicBezTo>
                    <a:cubicBezTo>
                      <a:pt x="675" y="1022"/>
                      <a:pt x="342" y="1127"/>
                      <a:pt x="222" y="1520"/>
                    </a:cubicBezTo>
                    <a:cubicBezTo>
                      <a:pt x="0" y="2243"/>
                      <a:pt x="581" y="2594"/>
                      <a:pt x="1290" y="2594"/>
                    </a:cubicBezTo>
                    <a:cubicBezTo>
                      <a:pt x="1407" y="2594"/>
                      <a:pt x="1528" y="2585"/>
                      <a:pt x="1650" y="2566"/>
                    </a:cubicBezTo>
                    <a:cubicBezTo>
                      <a:pt x="1650" y="2566"/>
                      <a:pt x="2679" y="2833"/>
                      <a:pt x="3721" y="2833"/>
                    </a:cubicBezTo>
                    <a:cubicBezTo>
                      <a:pt x="4603" y="2833"/>
                      <a:pt x="5492" y="2642"/>
                      <a:pt x="5776" y="1936"/>
                    </a:cubicBezTo>
                    <a:cubicBezTo>
                      <a:pt x="6262" y="754"/>
                      <a:pt x="5178" y="50"/>
                      <a:pt x="4281" y="50"/>
                    </a:cubicBezTo>
                    <a:cubicBezTo>
                      <a:pt x="4018" y="50"/>
                      <a:pt x="3770" y="111"/>
                      <a:pt x="3583" y="238"/>
                    </a:cubicBezTo>
                    <a:cubicBezTo>
                      <a:pt x="3375" y="81"/>
                      <a:pt x="3125" y="1"/>
                      <a:pt x="287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Google Shape;2193;p42"/>
              <p:cNvSpPr/>
              <p:nvPr/>
            </p:nvSpPr>
            <p:spPr>
              <a:xfrm>
                <a:off x="6282962" y="966429"/>
                <a:ext cx="44531" cy="25396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15" extrusionOk="0">
                    <a:moveTo>
                      <a:pt x="149" y="1"/>
                    </a:moveTo>
                    <a:cubicBezTo>
                      <a:pt x="114" y="1"/>
                      <a:pt x="79" y="10"/>
                      <a:pt x="46" y="28"/>
                    </a:cubicBezTo>
                    <a:cubicBezTo>
                      <a:pt x="12" y="50"/>
                      <a:pt x="1" y="95"/>
                      <a:pt x="23" y="129"/>
                    </a:cubicBezTo>
                    <a:cubicBezTo>
                      <a:pt x="40" y="146"/>
                      <a:pt x="62" y="156"/>
                      <a:pt x="86" y="156"/>
                    </a:cubicBezTo>
                    <a:cubicBezTo>
                      <a:pt x="95" y="156"/>
                      <a:pt x="104" y="155"/>
                      <a:pt x="113" y="152"/>
                    </a:cubicBezTo>
                    <a:lnTo>
                      <a:pt x="181" y="152"/>
                    </a:lnTo>
                    <a:lnTo>
                      <a:pt x="203" y="163"/>
                    </a:lnTo>
                    <a:lnTo>
                      <a:pt x="214" y="174"/>
                    </a:lnTo>
                    <a:cubicBezTo>
                      <a:pt x="232" y="203"/>
                      <a:pt x="257" y="214"/>
                      <a:pt x="280" y="214"/>
                    </a:cubicBezTo>
                    <a:cubicBezTo>
                      <a:pt x="331" y="214"/>
                      <a:pt x="376" y="160"/>
                      <a:pt x="338" y="107"/>
                    </a:cubicBezTo>
                    <a:cubicBezTo>
                      <a:pt x="292" y="38"/>
                      <a:pt x="221" y="1"/>
                      <a:pt x="14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Google Shape;2194;p42"/>
              <p:cNvSpPr/>
              <p:nvPr/>
            </p:nvSpPr>
            <p:spPr>
              <a:xfrm>
                <a:off x="6171456" y="969973"/>
                <a:ext cx="77132" cy="98042"/>
              </a:xfrm>
              <a:custGeom>
                <a:avLst/>
                <a:gdLst/>
                <a:ahLst/>
                <a:cxnLst/>
                <a:rect l="l" t="t" r="r" b="b"/>
                <a:pathLst>
                  <a:path w="653" h="830" extrusionOk="0">
                    <a:moveTo>
                      <a:pt x="488" y="1"/>
                    </a:moveTo>
                    <a:cubicBezTo>
                      <a:pt x="370" y="1"/>
                      <a:pt x="241" y="98"/>
                      <a:pt x="180" y="189"/>
                    </a:cubicBezTo>
                    <a:cubicBezTo>
                      <a:pt x="57" y="358"/>
                      <a:pt x="0" y="560"/>
                      <a:pt x="0" y="762"/>
                    </a:cubicBezTo>
                    <a:cubicBezTo>
                      <a:pt x="0" y="796"/>
                      <a:pt x="34" y="830"/>
                      <a:pt x="79" y="830"/>
                    </a:cubicBezTo>
                    <a:cubicBezTo>
                      <a:pt x="113" y="830"/>
                      <a:pt x="146" y="796"/>
                      <a:pt x="146" y="762"/>
                    </a:cubicBezTo>
                    <a:cubicBezTo>
                      <a:pt x="146" y="605"/>
                      <a:pt x="180" y="448"/>
                      <a:pt x="259" y="313"/>
                    </a:cubicBezTo>
                    <a:cubicBezTo>
                      <a:pt x="293" y="257"/>
                      <a:pt x="338" y="212"/>
                      <a:pt x="394" y="178"/>
                    </a:cubicBezTo>
                    <a:cubicBezTo>
                      <a:pt x="428" y="155"/>
                      <a:pt x="450" y="144"/>
                      <a:pt x="484" y="144"/>
                    </a:cubicBezTo>
                    <a:lnTo>
                      <a:pt x="529" y="144"/>
                    </a:lnTo>
                    <a:cubicBezTo>
                      <a:pt x="536" y="166"/>
                      <a:pt x="557" y="178"/>
                      <a:pt x="581" y="178"/>
                    </a:cubicBezTo>
                    <a:cubicBezTo>
                      <a:pt x="593" y="178"/>
                      <a:pt x="607" y="175"/>
                      <a:pt x="619" y="167"/>
                    </a:cubicBezTo>
                    <a:cubicBezTo>
                      <a:pt x="652" y="144"/>
                      <a:pt x="652" y="110"/>
                      <a:pt x="641" y="77"/>
                    </a:cubicBezTo>
                    <a:cubicBezTo>
                      <a:pt x="598" y="22"/>
                      <a:pt x="544" y="1"/>
                      <a:pt x="48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Google Shape;2195;p42"/>
              <p:cNvSpPr/>
              <p:nvPr/>
            </p:nvSpPr>
            <p:spPr>
              <a:xfrm>
                <a:off x="6508809" y="1003047"/>
                <a:ext cx="74416" cy="136904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159" extrusionOk="0">
                    <a:moveTo>
                      <a:pt x="100" y="1"/>
                    </a:moveTo>
                    <a:cubicBezTo>
                      <a:pt x="39" y="1"/>
                      <a:pt x="1" y="94"/>
                      <a:pt x="67" y="123"/>
                    </a:cubicBezTo>
                    <a:cubicBezTo>
                      <a:pt x="416" y="291"/>
                      <a:pt x="562" y="707"/>
                      <a:pt x="393" y="1056"/>
                    </a:cubicBezTo>
                    <a:cubicBezTo>
                      <a:pt x="370" y="1110"/>
                      <a:pt x="416" y="1158"/>
                      <a:pt x="461" y="1158"/>
                    </a:cubicBezTo>
                    <a:cubicBezTo>
                      <a:pt x="482" y="1158"/>
                      <a:pt x="503" y="1148"/>
                      <a:pt x="517" y="1123"/>
                    </a:cubicBezTo>
                    <a:cubicBezTo>
                      <a:pt x="618" y="921"/>
                      <a:pt x="629" y="674"/>
                      <a:pt x="551" y="460"/>
                    </a:cubicBezTo>
                    <a:cubicBezTo>
                      <a:pt x="472" y="258"/>
                      <a:pt x="326" y="100"/>
                      <a:pt x="135" y="10"/>
                    </a:cubicBezTo>
                    <a:cubicBezTo>
                      <a:pt x="123" y="4"/>
                      <a:pt x="111" y="1"/>
                      <a:pt x="10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Google Shape;2196;p42"/>
              <p:cNvSpPr/>
              <p:nvPr/>
            </p:nvSpPr>
            <p:spPr>
              <a:xfrm>
                <a:off x="5997582" y="1091992"/>
                <a:ext cx="63785" cy="54454"/>
              </a:xfrm>
              <a:custGeom>
                <a:avLst/>
                <a:gdLst/>
                <a:ahLst/>
                <a:cxnLst/>
                <a:rect l="l" t="t" r="r" b="b"/>
                <a:pathLst>
                  <a:path w="540" h="461" extrusionOk="0">
                    <a:moveTo>
                      <a:pt x="395" y="1"/>
                    </a:moveTo>
                    <a:cubicBezTo>
                      <a:pt x="183" y="1"/>
                      <a:pt x="1" y="175"/>
                      <a:pt x="11" y="393"/>
                    </a:cubicBezTo>
                    <a:cubicBezTo>
                      <a:pt x="11" y="438"/>
                      <a:pt x="45" y="460"/>
                      <a:pt x="78" y="460"/>
                    </a:cubicBezTo>
                    <a:cubicBezTo>
                      <a:pt x="112" y="460"/>
                      <a:pt x="146" y="438"/>
                      <a:pt x="146" y="393"/>
                    </a:cubicBezTo>
                    <a:cubicBezTo>
                      <a:pt x="146" y="382"/>
                      <a:pt x="146" y="370"/>
                      <a:pt x="146" y="359"/>
                    </a:cubicBezTo>
                    <a:lnTo>
                      <a:pt x="146" y="337"/>
                    </a:lnTo>
                    <a:lnTo>
                      <a:pt x="157" y="303"/>
                    </a:lnTo>
                    <a:cubicBezTo>
                      <a:pt x="157" y="303"/>
                      <a:pt x="157" y="303"/>
                      <a:pt x="157" y="292"/>
                    </a:cubicBezTo>
                    <a:cubicBezTo>
                      <a:pt x="157" y="280"/>
                      <a:pt x="168" y="280"/>
                      <a:pt x="168" y="269"/>
                    </a:cubicBezTo>
                    <a:lnTo>
                      <a:pt x="179" y="258"/>
                    </a:lnTo>
                    <a:lnTo>
                      <a:pt x="179" y="247"/>
                    </a:lnTo>
                    <a:cubicBezTo>
                      <a:pt x="191" y="224"/>
                      <a:pt x="213" y="213"/>
                      <a:pt x="224" y="202"/>
                    </a:cubicBezTo>
                    <a:lnTo>
                      <a:pt x="236" y="190"/>
                    </a:lnTo>
                    <a:lnTo>
                      <a:pt x="269" y="168"/>
                    </a:lnTo>
                    <a:lnTo>
                      <a:pt x="292" y="168"/>
                    </a:lnTo>
                    <a:cubicBezTo>
                      <a:pt x="303" y="168"/>
                      <a:pt x="314" y="157"/>
                      <a:pt x="326" y="157"/>
                    </a:cubicBezTo>
                    <a:lnTo>
                      <a:pt x="427" y="157"/>
                    </a:lnTo>
                    <a:cubicBezTo>
                      <a:pt x="433" y="159"/>
                      <a:pt x="439" y="160"/>
                      <a:pt x="445" y="160"/>
                    </a:cubicBezTo>
                    <a:cubicBezTo>
                      <a:pt x="475" y="160"/>
                      <a:pt x="507" y="139"/>
                      <a:pt x="517" y="112"/>
                    </a:cubicBezTo>
                    <a:cubicBezTo>
                      <a:pt x="539" y="78"/>
                      <a:pt x="517" y="22"/>
                      <a:pt x="483" y="11"/>
                    </a:cubicBezTo>
                    <a:cubicBezTo>
                      <a:pt x="454" y="4"/>
                      <a:pt x="424" y="1"/>
                      <a:pt x="39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Google Shape;2197;p42"/>
              <p:cNvSpPr/>
              <p:nvPr/>
            </p:nvSpPr>
            <p:spPr>
              <a:xfrm>
                <a:off x="6381238" y="947648"/>
                <a:ext cx="91779" cy="39571"/>
              </a:xfrm>
              <a:custGeom>
                <a:avLst/>
                <a:gdLst/>
                <a:ahLst/>
                <a:cxnLst/>
                <a:rect l="l" t="t" r="r" b="b"/>
                <a:pathLst>
                  <a:path w="777" h="335" extrusionOk="0">
                    <a:moveTo>
                      <a:pt x="422" y="0"/>
                    </a:moveTo>
                    <a:cubicBezTo>
                      <a:pt x="267" y="0"/>
                      <a:pt x="111" y="81"/>
                      <a:pt x="23" y="232"/>
                    </a:cubicBezTo>
                    <a:cubicBezTo>
                      <a:pt x="0" y="286"/>
                      <a:pt x="45" y="334"/>
                      <a:pt x="91" y="334"/>
                    </a:cubicBezTo>
                    <a:cubicBezTo>
                      <a:pt x="112" y="334"/>
                      <a:pt x="133" y="324"/>
                      <a:pt x="147" y="299"/>
                    </a:cubicBezTo>
                    <a:cubicBezTo>
                      <a:pt x="203" y="194"/>
                      <a:pt x="310" y="136"/>
                      <a:pt x="418" y="136"/>
                    </a:cubicBezTo>
                    <a:cubicBezTo>
                      <a:pt x="505" y="136"/>
                      <a:pt x="592" y="174"/>
                      <a:pt x="653" y="254"/>
                    </a:cubicBezTo>
                    <a:cubicBezTo>
                      <a:pt x="670" y="266"/>
                      <a:pt x="689" y="271"/>
                      <a:pt x="707" y="271"/>
                    </a:cubicBezTo>
                    <a:cubicBezTo>
                      <a:pt x="726" y="271"/>
                      <a:pt x="743" y="266"/>
                      <a:pt x="754" y="254"/>
                    </a:cubicBezTo>
                    <a:cubicBezTo>
                      <a:pt x="776" y="221"/>
                      <a:pt x="776" y="176"/>
                      <a:pt x="754" y="153"/>
                    </a:cubicBezTo>
                    <a:cubicBezTo>
                      <a:pt x="665" y="50"/>
                      <a:pt x="544" y="0"/>
                      <a:pt x="4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8" name="Google Shape;2198;p42"/>
            <p:cNvGrpSpPr/>
            <p:nvPr/>
          </p:nvGrpSpPr>
          <p:grpSpPr>
            <a:xfrm>
              <a:off x="4289875" y="6195875"/>
              <a:ext cx="168361" cy="261749"/>
              <a:chOff x="1877913" y="1847725"/>
              <a:chExt cx="168361" cy="261749"/>
            </a:xfrm>
          </p:grpSpPr>
          <p:sp>
            <p:nvSpPr>
              <p:cNvPr id="2199" name="Google Shape;2199;p42"/>
              <p:cNvSpPr/>
              <p:nvPr/>
            </p:nvSpPr>
            <p:spPr>
              <a:xfrm>
                <a:off x="1877913" y="1847725"/>
                <a:ext cx="168361" cy="261749"/>
              </a:xfrm>
              <a:custGeom>
                <a:avLst/>
                <a:gdLst/>
                <a:ahLst/>
                <a:cxnLst/>
                <a:rect l="l" t="t" r="r" b="b"/>
                <a:pathLst>
                  <a:path w="1024" h="1592" extrusionOk="0">
                    <a:moveTo>
                      <a:pt x="607" y="1"/>
                    </a:moveTo>
                    <a:cubicBezTo>
                      <a:pt x="607" y="1"/>
                      <a:pt x="0" y="698"/>
                      <a:pt x="236" y="1260"/>
                    </a:cubicBezTo>
                    <a:cubicBezTo>
                      <a:pt x="332" y="1492"/>
                      <a:pt x="473" y="1591"/>
                      <a:pt x="609" y="1591"/>
                    </a:cubicBezTo>
                    <a:cubicBezTo>
                      <a:pt x="809" y="1591"/>
                      <a:pt x="998" y="1375"/>
                      <a:pt x="1012" y="1046"/>
                    </a:cubicBezTo>
                    <a:cubicBezTo>
                      <a:pt x="1023" y="495"/>
                      <a:pt x="607" y="1"/>
                      <a:pt x="6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Google Shape;2200;p42"/>
              <p:cNvSpPr/>
              <p:nvPr/>
            </p:nvSpPr>
            <p:spPr>
              <a:xfrm>
                <a:off x="1925922" y="1932728"/>
                <a:ext cx="48174" cy="106048"/>
              </a:xfrm>
              <a:custGeom>
                <a:avLst/>
                <a:gdLst/>
                <a:ahLst/>
                <a:cxnLst/>
                <a:rect l="l" t="t" r="r" b="b"/>
                <a:pathLst>
                  <a:path w="293" h="645" extrusionOk="0">
                    <a:moveTo>
                      <a:pt x="210" y="0"/>
                    </a:moveTo>
                    <a:cubicBezTo>
                      <a:pt x="186" y="0"/>
                      <a:pt x="165" y="13"/>
                      <a:pt x="158" y="35"/>
                    </a:cubicBezTo>
                    <a:cubicBezTo>
                      <a:pt x="34" y="192"/>
                      <a:pt x="0" y="406"/>
                      <a:pt x="57" y="597"/>
                    </a:cubicBezTo>
                    <a:cubicBezTo>
                      <a:pt x="66" y="624"/>
                      <a:pt x="98" y="645"/>
                      <a:pt x="128" y="645"/>
                    </a:cubicBezTo>
                    <a:cubicBezTo>
                      <a:pt x="134" y="645"/>
                      <a:pt x="141" y="644"/>
                      <a:pt x="146" y="642"/>
                    </a:cubicBezTo>
                    <a:cubicBezTo>
                      <a:pt x="180" y="630"/>
                      <a:pt x="203" y="597"/>
                      <a:pt x="191" y="563"/>
                    </a:cubicBezTo>
                    <a:cubicBezTo>
                      <a:pt x="146" y="406"/>
                      <a:pt x="169" y="237"/>
                      <a:pt x="270" y="102"/>
                    </a:cubicBezTo>
                    <a:cubicBezTo>
                      <a:pt x="293" y="68"/>
                      <a:pt x="281" y="35"/>
                      <a:pt x="248" y="12"/>
                    </a:cubicBezTo>
                    <a:cubicBezTo>
                      <a:pt x="236" y="4"/>
                      <a:pt x="222" y="0"/>
                      <a:pt x="2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01" name="Google Shape;2201;p42"/>
            <p:cNvGrpSpPr/>
            <p:nvPr/>
          </p:nvGrpSpPr>
          <p:grpSpPr>
            <a:xfrm>
              <a:off x="5060900" y="6195875"/>
              <a:ext cx="168361" cy="261749"/>
              <a:chOff x="1877913" y="1847725"/>
              <a:chExt cx="168361" cy="261749"/>
            </a:xfrm>
          </p:grpSpPr>
          <p:sp>
            <p:nvSpPr>
              <p:cNvPr id="2202" name="Google Shape;2202;p42"/>
              <p:cNvSpPr/>
              <p:nvPr/>
            </p:nvSpPr>
            <p:spPr>
              <a:xfrm>
                <a:off x="1877913" y="1847725"/>
                <a:ext cx="168361" cy="261749"/>
              </a:xfrm>
              <a:custGeom>
                <a:avLst/>
                <a:gdLst/>
                <a:ahLst/>
                <a:cxnLst/>
                <a:rect l="l" t="t" r="r" b="b"/>
                <a:pathLst>
                  <a:path w="1024" h="1592" extrusionOk="0">
                    <a:moveTo>
                      <a:pt x="607" y="1"/>
                    </a:moveTo>
                    <a:cubicBezTo>
                      <a:pt x="607" y="1"/>
                      <a:pt x="0" y="698"/>
                      <a:pt x="236" y="1260"/>
                    </a:cubicBezTo>
                    <a:cubicBezTo>
                      <a:pt x="332" y="1492"/>
                      <a:pt x="473" y="1591"/>
                      <a:pt x="609" y="1591"/>
                    </a:cubicBezTo>
                    <a:cubicBezTo>
                      <a:pt x="809" y="1591"/>
                      <a:pt x="998" y="1375"/>
                      <a:pt x="1012" y="1046"/>
                    </a:cubicBezTo>
                    <a:cubicBezTo>
                      <a:pt x="1023" y="495"/>
                      <a:pt x="607" y="1"/>
                      <a:pt x="6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Google Shape;2203;p42"/>
              <p:cNvSpPr/>
              <p:nvPr/>
            </p:nvSpPr>
            <p:spPr>
              <a:xfrm>
                <a:off x="1925922" y="1932728"/>
                <a:ext cx="48174" cy="106048"/>
              </a:xfrm>
              <a:custGeom>
                <a:avLst/>
                <a:gdLst/>
                <a:ahLst/>
                <a:cxnLst/>
                <a:rect l="l" t="t" r="r" b="b"/>
                <a:pathLst>
                  <a:path w="293" h="645" extrusionOk="0">
                    <a:moveTo>
                      <a:pt x="210" y="0"/>
                    </a:moveTo>
                    <a:cubicBezTo>
                      <a:pt x="186" y="0"/>
                      <a:pt x="165" y="13"/>
                      <a:pt x="158" y="35"/>
                    </a:cubicBezTo>
                    <a:cubicBezTo>
                      <a:pt x="34" y="192"/>
                      <a:pt x="0" y="406"/>
                      <a:pt x="57" y="597"/>
                    </a:cubicBezTo>
                    <a:cubicBezTo>
                      <a:pt x="66" y="624"/>
                      <a:pt x="98" y="645"/>
                      <a:pt x="128" y="645"/>
                    </a:cubicBezTo>
                    <a:cubicBezTo>
                      <a:pt x="134" y="645"/>
                      <a:pt x="141" y="644"/>
                      <a:pt x="146" y="642"/>
                    </a:cubicBezTo>
                    <a:cubicBezTo>
                      <a:pt x="180" y="630"/>
                      <a:pt x="203" y="597"/>
                      <a:pt x="191" y="563"/>
                    </a:cubicBezTo>
                    <a:cubicBezTo>
                      <a:pt x="146" y="406"/>
                      <a:pt x="169" y="237"/>
                      <a:pt x="270" y="102"/>
                    </a:cubicBezTo>
                    <a:cubicBezTo>
                      <a:pt x="293" y="68"/>
                      <a:pt x="281" y="35"/>
                      <a:pt x="248" y="12"/>
                    </a:cubicBezTo>
                    <a:cubicBezTo>
                      <a:pt x="236" y="4"/>
                      <a:pt x="222" y="0"/>
                      <a:pt x="2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04" name="Google Shape;2204;p42"/>
            <p:cNvGrpSpPr/>
            <p:nvPr/>
          </p:nvGrpSpPr>
          <p:grpSpPr>
            <a:xfrm>
              <a:off x="5831925" y="6195875"/>
              <a:ext cx="168361" cy="261749"/>
              <a:chOff x="1877913" y="1847725"/>
              <a:chExt cx="168361" cy="261749"/>
            </a:xfrm>
          </p:grpSpPr>
          <p:sp>
            <p:nvSpPr>
              <p:cNvPr id="2205" name="Google Shape;2205;p42"/>
              <p:cNvSpPr/>
              <p:nvPr/>
            </p:nvSpPr>
            <p:spPr>
              <a:xfrm>
                <a:off x="1877913" y="1847725"/>
                <a:ext cx="168361" cy="261749"/>
              </a:xfrm>
              <a:custGeom>
                <a:avLst/>
                <a:gdLst/>
                <a:ahLst/>
                <a:cxnLst/>
                <a:rect l="l" t="t" r="r" b="b"/>
                <a:pathLst>
                  <a:path w="1024" h="1592" extrusionOk="0">
                    <a:moveTo>
                      <a:pt x="607" y="1"/>
                    </a:moveTo>
                    <a:cubicBezTo>
                      <a:pt x="607" y="1"/>
                      <a:pt x="0" y="698"/>
                      <a:pt x="236" y="1260"/>
                    </a:cubicBezTo>
                    <a:cubicBezTo>
                      <a:pt x="332" y="1492"/>
                      <a:pt x="473" y="1591"/>
                      <a:pt x="609" y="1591"/>
                    </a:cubicBezTo>
                    <a:cubicBezTo>
                      <a:pt x="809" y="1591"/>
                      <a:pt x="998" y="1375"/>
                      <a:pt x="1012" y="1046"/>
                    </a:cubicBezTo>
                    <a:cubicBezTo>
                      <a:pt x="1023" y="495"/>
                      <a:pt x="607" y="1"/>
                      <a:pt x="6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Google Shape;2206;p42"/>
              <p:cNvSpPr/>
              <p:nvPr/>
            </p:nvSpPr>
            <p:spPr>
              <a:xfrm>
                <a:off x="1925922" y="1932728"/>
                <a:ext cx="48174" cy="106048"/>
              </a:xfrm>
              <a:custGeom>
                <a:avLst/>
                <a:gdLst/>
                <a:ahLst/>
                <a:cxnLst/>
                <a:rect l="l" t="t" r="r" b="b"/>
                <a:pathLst>
                  <a:path w="293" h="645" extrusionOk="0">
                    <a:moveTo>
                      <a:pt x="210" y="0"/>
                    </a:moveTo>
                    <a:cubicBezTo>
                      <a:pt x="186" y="0"/>
                      <a:pt x="165" y="13"/>
                      <a:pt x="158" y="35"/>
                    </a:cubicBezTo>
                    <a:cubicBezTo>
                      <a:pt x="34" y="192"/>
                      <a:pt x="0" y="406"/>
                      <a:pt x="57" y="597"/>
                    </a:cubicBezTo>
                    <a:cubicBezTo>
                      <a:pt x="66" y="624"/>
                      <a:pt x="98" y="645"/>
                      <a:pt x="128" y="645"/>
                    </a:cubicBezTo>
                    <a:cubicBezTo>
                      <a:pt x="134" y="645"/>
                      <a:pt x="141" y="644"/>
                      <a:pt x="146" y="642"/>
                    </a:cubicBezTo>
                    <a:cubicBezTo>
                      <a:pt x="180" y="630"/>
                      <a:pt x="203" y="597"/>
                      <a:pt x="191" y="563"/>
                    </a:cubicBezTo>
                    <a:cubicBezTo>
                      <a:pt x="146" y="406"/>
                      <a:pt x="169" y="237"/>
                      <a:pt x="270" y="102"/>
                    </a:cubicBezTo>
                    <a:cubicBezTo>
                      <a:pt x="293" y="68"/>
                      <a:pt x="281" y="35"/>
                      <a:pt x="248" y="12"/>
                    </a:cubicBezTo>
                    <a:cubicBezTo>
                      <a:pt x="236" y="4"/>
                      <a:pt x="222" y="0"/>
                      <a:pt x="2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07" name="Google Shape;2207;p42"/>
            <p:cNvGrpSpPr/>
            <p:nvPr/>
          </p:nvGrpSpPr>
          <p:grpSpPr>
            <a:xfrm>
              <a:off x="4729875" y="6778425"/>
              <a:ext cx="168361" cy="261749"/>
              <a:chOff x="1877913" y="1847725"/>
              <a:chExt cx="168361" cy="261749"/>
            </a:xfrm>
          </p:grpSpPr>
          <p:sp>
            <p:nvSpPr>
              <p:cNvPr id="2208" name="Google Shape;2208;p42"/>
              <p:cNvSpPr/>
              <p:nvPr/>
            </p:nvSpPr>
            <p:spPr>
              <a:xfrm>
                <a:off x="1877913" y="1847725"/>
                <a:ext cx="168361" cy="261749"/>
              </a:xfrm>
              <a:custGeom>
                <a:avLst/>
                <a:gdLst/>
                <a:ahLst/>
                <a:cxnLst/>
                <a:rect l="l" t="t" r="r" b="b"/>
                <a:pathLst>
                  <a:path w="1024" h="1592" extrusionOk="0">
                    <a:moveTo>
                      <a:pt x="607" y="1"/>
                    </a:moveTo>
                    <a:cubicBezTo>
                      <a:pt x="607" y="1"/>
                      <a:pt x="0" y="698"/>
                      <a:pt x="236" y="1260"/>
                    </a:cubicBezTo>
                    <a:cubicBezTo>
                      <a:pt x="332" y="1492"/>
                      <a:pt x="473" y="1591"/>
                      <a:pt x="609" y="1591"/>
                    </a:cubicBezTo>
                    <a:cubicBezTo>
                      <a:pt x="809" y="1591"/>
                      <a:pt x="998" y="1375"/>
                      <a:pt x="1012" y="1046"/>
                    </a:cubicBezTo>
                    <a:cubicBezTo>
                      <a:pt x="1023" y="495"/>
                      <a:pt x="607" y="1"/>
                      <a:pt x="6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Google Shape;2209;p42"/>
              <p:cNvSpPr/>
              <p:nvPr/>
            </p:nvSpPr>
            <p:spPr>
              <a:xfrm>
                <a:off x="1925922" y="1932728"/>
                <a:ext cx="48174" cy="106048"/>
              </a:xfrm>
              <a:custGeom>
                <a:avLst/>
                <a:gdLst/>
                <a:ahLst/>
                <a:cxnLst/>
                <a:rect l="l" t="t" r="r" b="b"/>
                <a:pathLst>
                  <a:path w="293" h="645" extrusionOk="0">
                    <a:moveTo>
                      <a:pt x="210" y="0"/>
                    </a:moveTo>
                    <a:cubicBezTo>
                      <a:pt x="186" y="0"/>
                      <a:pt x="165" y="13"/>
                      <a:pt x="158" y="35"/>
                    </a:cubicBezTo>
                    <a:cubicBezTo>
                      <a:pt x="34" y="192"/>
                      <a:pt x="0" y="406"/>
                      <a:pt x="57" y="597"/>
                    </a:cubicBezTo>
                    <a:cubicBezTo>
                      <a:pt x="66" y="624"/>
                      <a:pt x="98" y="645"/>
                      <a:pt x="128" y="645"/>
                    </a:cubicBezTo>
                    <a:cubicBezTo>
                      <a:pt x="134" y="645"/>
                      <a:pt x="141" y="644"/>
                      <a:pt x="146" y="642"/>
                    </a:cubicBezTo>
                    <a:cubicBezTo>
                      <a:pt x="180" y="630"/>
                      <a:pt x="203" y="597"/>
                      <a:pt x="191" y="563"/>
                    </a:cubicBezTo>
                    <a:cubicBezTo>
                      <a:pt x="146" y="406"/>
                      <a:pt x="169" y="237"/>
                      <a:pt x="270" y="102"/>
                    </a:cubicBezTo>
                    <a:cubicBezTo>
                      <a:pt x="293" y="68"/>
                      <a:pt x="281" y="35"/>
                      <a:pt x="248" y="12"/>
                    </a:cubicBezTo>
                    <a:cubicBezTo>
                      <a:pt x="236" y="4"/>
                      <a:pt x="222" y="0"/>
                      <a:pt x="2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10" name="Google Shape;2210;p42"/>
            <p:cNvGrpSpPr/>
            <p:nvPr/>
          </p:nvGrpSpPr>
          <p:grpSpPr>
            <a:xfrm>
              <a:off x="5500900" y="6778425"/>
              <a:ext cx="168361" cy="261749"/>
              <a:chOff x="1877913" y="1847725"/>
              <a:chExt cx="168361" cy="261749"/>
            </a:xfrm>
          </p:grpSpPr>
          <p:sp>
            <p:nvSpPr>
              <p:cNvPr id="2211" name="Google Shape;2211;p42"/>
              <p:cNvSpPr/>
              <p:nvPr/>
            </p:nvSpPr>
            <p:spPr>
              <a:xfrm>
                <a:off x="1877913" y="1847725"/>
                <a:ext cx="168361" cy="261749"/>
              </a:xfrm>
              <a:custGeom>
                <a:avLst/>
                <a:gdLst/>
                <a:ahLst/>
                <a:cxnLst/>
                <a:rect l="l" t="t" r="r" b="b"/>
                <a:pathLst>
                  <a:path w="1024" h="1592" extrusionOk="0">
                    <a:moveTo>
                      <a:pt x="607" y="1"/>
                    </a:moveTo>
                    <a:cubicBezTo>
                      <a:pt x="607" y="1"/>
                      <a:pt x="0" y="698"/>
                      <a:pt x="236" y="1260"/>
                    </a:cubicBezTo>
                    <a:cubicBezTo>
                      <a:pt x="332" y="1492"/>
                      <a:pt x="473" y="1591"/>
                      <a:pt x="609" y="1591"/>
                    </a:cubicBezTo>
                    <a:cubicBezTo>
                      <a:pt x="809" y="1591"/>
                      <a:pt x="998" y="1375"/>
                      <a:pt x="1012" y="1046"/>
                    </a:cubicBezTo>
                    <a:cubicBezTo>
                      <a:pt x="1023" y="495"/>
                      <a:pt x="607" y="1"/>
                      <a:pt x="6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Google Shape;2212;p42"/>
              <p:cNvSpPr/>
              <p:nvPr/>
            </p:nvSpPr>
            <p:spPr>
              <a:xfrm>
                <a:off x="1925922" y="1932728"/>
                <a:ext cx="48174" cy="106048"/>
              </a:xfrm>
              <a:custGeom>
                <a:avLst/>
                <a:gdLst/>
                <a:ahLst/>
                <a:cxnLst/>
                <a:rect l="l" t="t" r="r" b="b"/>
                <a:pathLst>
                  <a:path w="293" h="645" extrusionOk="0">
                    <a:moveTo>
                      <a:pt x="210" y="0"/>
                    </a:moveTo>
                    <a:cubicBezTo>
                      <a:pt x="186" y="0"/>
                      <a:pt x="165" y="13"/>
                      <a:pt x="158" y="35"/>
                    </a:cubicBezTo>
                    <a:cubicBezTo>
                      <a:pt x="34" y="192"/>
                      <a:pt x="0" y="406"/>
                      <a:pt x="57" y="597"/>
                    </a:cubicBezTo>
                    <a:cubicBezTo>
                      <a:pt x="66" y="624"/>
                      <a:pt x="98" y="645"/>
                      <a:pt x="128" y="645"/>
                    </a:cubicBezTo>
                    <a:cubicBezTo>
                      <a:pt x="134" y="645"/>
                      <a:pt x="141" y="644"/>
                      <a:pt x="146" y="642"/>
                    </a:cubicBezTo>
                    <a:cubicBezTo>
                      <a:pt x="180" y="630"/>
                      <a:pt x="203" y="597"/>
                      <a:pt x="191" y="563"/>
                    </a:cubicBezTo>
                    <a:cubicBezTo>
                      <a:pt x="146" y="406"/>
                      <a:pt x="169" y="237"/>
                      <a:pt x="270" y="102"/>
                    </a:cubicBezTo>
                    <a:cubicBezTo>
                      <a:pt x="293" y="68"/>
                      <a:pt x="281" y="35"/>
                      <a:pt x="248" y="12"/>
                    </a:cubicBezTo>
                    <a:cubicBezTo>
                      <a:pt x="236" y="4"/>
                      <a:pt x="222" y="0"/>
                      <a:pt x="2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CAEBED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Font typeface="Montserrat"/>
              <a:buNone/>
              <a:defRPr sz="2500" b="1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Font typeface="Bebas Neue"/>
              <a:buNone/>
              <a:defRPr sz="25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Font typeface="Bebas Neue"/>
              <a:buNone/>
              <a:defRPr sz="25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Font typeface="Bebas Neue"/>
              <a:buNone/>
              <a:defRPr sz="25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Font typeface="Bebas Neue"/>
              <a:buNone/>
              <a:defRPr sz="25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Font typeface="Bebas Neue"/>
              <a:buNone/>
              <a:defRPr sz="25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Font typeface="Bebas Neue"/>
              <a:buNone/>
              <a:defRPr sz="25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Font typeface="Bebas Neue"/>
              <a:buNone/>
              <a:defRPr sz="25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500"/>
              <a:buFont typeface="Bebas Neue"/>
              <a:buNone/>
              <a:defRPr sz="2500">
                <a:solidFill>
                  <a:schemeClr val="accent3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yne"/>
              <a:buChar char="●"/>
              <a:defRPr>
                <a:solidFill>
                  <a:schemeClr val="accent3"/>
                </a:solidFill>
                <a:latin typeface="Syne"/>
                <a:ea typeface="Syne"/>
                <a:cs typeface="Syne"/>
                <a:sym typeface="Syne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yne"/>
              <a:buChar char="○"/>
              <a:defRPr>
                <a:solidFill>
                  <a:schemeClr val="accent3"/>
                </a:solidFill>
                <a:latin typeface="Syne"/>
                <a:ea typeface="Syne"/>
                <a:cs typeface="Syne"/>
                <a:sym typeface="Syne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yne"/>
              <a:buChar char="■"/>
              <a:defRPr>
                <a:solidFill>
                  <a:schemeClr val="accent3"/>
                </a:solidFill>
                <a:latin typeface="Syne"/>
                <a:ea typeface="Syne"/>
                <a:cs typeface="Syne"/>
                <a:sym typeface="Syne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yne"/>
              <a:buChar char="●"/>
              <a:defRPr>
                <a:solidFill>
                  <a:schemeClr val="accent3"/>
                </a:solidFill>
                <a:latin typeface="Syne"/>
                <a:ea typeface="Syne"/>
                <a:cs typeface="Syne"/>
                <a:sym typeface="Syne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yne"/>
              <a:buChar char="○"/>
              <a:defRPr>
                <a:solidFill>
                  <a:schemeClr val="accent3"/>
                </a:solidFill>
                <a:latin typeface="Syne"/>
                <a:ea typeface="Syne"/>
                <a:cs typeface="Syne"/>
                <a:sym typeface="Syne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yne"/>
              <a:buChar char="■"/>
              <a:defRPr>
                <a:solidFill>
                  <a:schemeClr val="accent3"/>
                </a:solidFill>
                <a:latin typeface="Syne"/>
                <a:ea typeface="Syne"/>
                <a:cs typeface="Syne"/>
                <a:sym typeface="Syne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yne"/>
              <a:buChar char="●"/>
              <a:defRPr>
                <a:solidFill>
                  <a:schemeClr val="accent3"/>
                </a:solidFill>
                <a:latin typeface="Syne"/>
                <a:ea typeface="Syne"/>
                <a:cs typeface="Syne"/>
                <a:sym typeface="Syne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yne"/>
              <a:buChar char="○"/>
              <a:defRPr>
                <a:solidFill>
                  <a:schemeClr val="accent3"/>
                </a:solidFill>
                <a:latin typeface="Syne"/>
                <a:ea typeface="Syne"/>
                <a:cs typeface="Syne"/>
                <a:sym typeface="Syne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Syne"/>
              <a:buChar char="■"/>
              <a:defRPr>
                <a:solidFill>
                  <a:schemeClr val="accent3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8" r:id="rId7"/>
    <p:sldLayoutId id="2147483665" r:id="rId8"/>
    <p:sldLayoutId id="2147483672" r:id="rId9"/>
    <p:sldLayoutId id="2147483680" r:id="rId10"/>
    <p:sldLayoutId id="2147483686" r:id="rId11"/>
    <p:sldLayoutId id="2147483687" r:id="rId12"/>
    <p:sldLayoutId id="2147483688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3" name="Google Shape;2223;p46"/>
          <p:cNvGrpSpPr/>
          <p:nvPr/>
        </p:nvGrpSpPr>
        <p:grpSpPr>
          <a:xfrm>
            <a:off x="6407649" y="-12"/>
            <a:ext cx="2005335" cy="1725055"/>
            <a:chOff x="6808836" y="380900"/>
            <a:chExt cx="2005335" cy="1725055"/>
          </a:xfrm>
        </p:grpSpPr>
        <p:sp>
          <p:nvSpPr>
            <p:cNvPr id="2224" name="Google Shape;2224;p46"/>
            <p:cNvSpPr/>
            <p:nvPr/>
          </p:nvSpPr>
          <p:spPr>
            <a:xfrm>
              <a:off x="7236434" y="1233266"/>
              <a:ext cx="985475" cy="872689"/>
            </a:xfrm>
            <a:custGeom>
              <a:avLst/>
              <a:gdLst/>
              <a:ahLst/>
              <a:cxnLst/>
              <a:rect l="l" t="t" r="r" b="b"/>
              <a:pathLst>
                <a:path w="8343" h="7388" extrusionOk="0">
                  <a:moveTo>
                    <a:pt x="4173" y="0"/>
                  </a:moveTo>
                  <a:cubicBezTo>
                    <a:pt x="2673" y="0"/>
                    <a:pt x="1261" y="923"/>
                    <a:pt x="709" y="2412"/>
                  </a:cubicBezTo>
                  <a:cubicBezTo>
                    <a:pt x="1" y="4323"/>
                    <a:pt x="979" y="6448"/>
                    <a:pt x="2890" y="7156"/>
                  </a:cubicBezTo>
                  <a:cubicBezTo>
                    <a:pt x="3312" y="7313"/>
                    <a:pt x="3744" y="7387"/>
                    <a:pt x="4169" y="7387"/>
                  </a:cubicBezTo>
                  <a:cubicBezTo>
                    <a:pt x="5667" y="7387"/>
                    <a:pt x="7074" y="6464"/>
                    <a:pt x="7634" y="4975"/>
                  </a:cubicBezTo>
                  <a:cubicBezTo>
                    <a:pt x="8343" y="3064"/>
                    <a:pt x="7365" y="939"/>
                    <a:pt x="5453" y="231"/>
                  </a:cubicBezTo>
                  <a:cubicBezTo>
                    <a:pt x="5031" y="75"/>
                    <a:pt x="4599" y="0"/>
                    <a:pt x="417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25" name="Google Shape;2225;p46"/>
            <p:cNvGrpSpPr/>
            <p:nvPr/>
          </p:nvGrpSpPr>
          <p:grpSpPr>
            <a:xfrm>
              <a:off x="6808836" y="380900"/>
              <a:ext cx="2005335" cy="1679927"/>
              <a:chOff x="6808836" y="380900"/>
              <a:chExt cx="2005335" cy="1679927"/>
            </a:xfrm>
          </p:grpSpPr>
          <p:sp>
            <p:nvSpPr>
              <p:cNvPr id="2226" name="Google Shape;2226;p46"/>
              <p:cNvSpPr/>
              <p:nvPr/>
            </p:nvSpPr>
            <p:spPr>
              <a:xfrm>
                <a:off x="8334722" y="1767766"/>
                <a:ext cx="479449" cy="119658"/>
              </a:xfrm>
              <a:custGeom>
                <a:avLst/>
                <a:gdLst/>
                <a:ahLst/>
                <a:cxnLst/>
                <a:rect l="l" t="t" r="r" b="b"/>
                <a:pathLst>
                  <a:path w="4059" h="1013" extrusionOk="0">
                    <a:moveTo>
                      <a:pt x="158" y="1"/>
                    </a:moveTo>
                    <a:cubicBezTo>
                      <a:pt x="124" y="1"/>
                      <a:pt x="79" y="23"/>
                      <a:pt x="68" y="57"/>
                    </a:cubicBezTo>
                    <a:cubicBezTo>
                      <a:pt x="12" y="102"/>
                      <a:pt x="0" y="192"/>
                      <a:pt x="90" y="237"/>
                    </a:cubicBezTo>
                    <a:lnTo>
                      <a:pt x="113" y="248"/>
                    </a:lnTo>
                    <a:lnTo>
                      <a:pt x="124" y="248"/>
                    </a:lnTo>
                    <a:cubicBezTo>
                      <a:pt x="191" y="271"/>
                      <a:pt x="248" y="293"/>
                      <a:pt x="315" y="304"/>
                    </a:cubicBezTo>
                    <a:cubicBezTo>
                      <a:pt x="326" y="327"/>
                      <a:pt x="349" y="349"/>
                      <a:pt x="383" y="349"/>
                    </a:cubicBezTo>
                    <a:cubicBezTo>
                      <a:pt x="1394" y="585"/>
                      <a:pt x="2429" y="788"/>
                      <a:pt x="3474" y="945"/>
                    </a:cubicBezTo>
                    <a:lnTo>
                      <a:pt x="3508" y="956"/>
                    </a:lnTo>
                    <a:cubicBezTo>
                      <a:pt x="3519" y="962"/>
                      <a:pt x="3528" y="965"/>
                      <a:pt x="3536" y="965"/>
                    </a:cubicBezTo>
                    <a:cubicBezTo>
                      <a:pt x="3544" y="965"/>
                      <a:pt x="3553" y="962"/>
                      <a:pt x="3564" y="956"/>
                    </a:cubicBezTo>
                    <a:lnTo>
                      <a:pt x="3901" y="1013"/>
                    </a:lnTo>
                    <a:cubicBezTo>
                      <a:pt x="4014" y="1013"/>
                      <a:pt x="4059" y="844"/>
                      <a:pt x="3946" y="788"/>
                    </a:cubicBezTo>
                    <a:cubicBezTo>
                      <a:pt x="2732" y="327"/>
                      <a:pt x="1451" y="57"/>
                      <a:pt x="15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Google Shape;2227;p46"/>
              <p:cNvSpPr/>
              <p:nvPr/>
            </p:nvSpPr>
            <p:spPr>
              <a:xfrm>
                <a:off x="8196639" y="1916718"/>
                <a:ext cx="241792" cy="144109"/>
              </a:xfrm>
              <a:custGeom>
                <a:avLst/>
                <a:gdLst/>
                <a:ahLst/>
                <a:cxnLst/>
                <a:rect l="l" t="t" r="r" b="b"/>
                <a:pathLst>
                  <a:path w="2047" h="1220" extrusionOk="0">
                    <a:moveTo>
                      <a:pt x="179" y="1"/>
                    </a:moveTo>
                    <a:cubicBezTo>
                      <a:pt x="89" y="1"/>
                      <a:pt x="0" y="102"/>
                      <a:pt x="68" y="179"/>
                    </a:cubicBezTo>
                    <a:cubicBezTo>
                      <a:pt x="304" y="471"/>
                      <a:pt x="596" y="707"/>
                      <a:pt x="933" y="887"/>
                    </a:cubicBezTo>
                    <a:cubicBezTo>
                      <a:pt x="1091" y="977"/>
                      <a:pt x="1248" y="1067"/>
                      <a:pt x="1417" y="1134"/>
                    </a:cubicBezTo>
                    <a:cubicBezTo>
                      <a:pt x="1512" y="1191"/>
                      <a:pt x="1621" y="1220"/>
                      <a:pt x="1730" y="1220"/>
                    </a:cubicBezTo>
                    <a:cubicBezTo>
                      <a:pt x="1815" y="1220"/>
                      <a:pt x="1900" y="1202"/>
                      <a:pt x="1979" y="1168"/>
                    </a:cubicBezTo>
                    <a:cubicBezTo>
                      <a:pt x="2035" y="1123"/>
                      <a:pt x="2046" y="1056"/>
                      <a:pt x="2012" y="999"/>
                    </a:cubicBezTo>
                    <a:cubicBezTo>
                      <a:pt x="1923" y="876"/>
                      <a:pt x="1799" y="786"/>
                      <a:pt x="1664" y="718"/>
                    </a:cubicBezTo>
                    <a:cubicBezTo>
                      <a:pt x="1518" y="628"/>
                      <a:pt x="1383" y="538"/>
                      <a:pt x="1248" y="460"/>
                    </a:cubicBezTo>
                    <a:cubicBezTo>
                      <a:pt x="978" y="280"/>
                      <a:pt x="686" y="134"/>
                      <a:pt x="382" y="21"/>
                    </a:cubicBezTo>
                    <a:cubicBezTo>
                      <a:pt x="373" y="18"/>
                      <a:pt x="363" y="17"/>
                      <a:pt x="353" y="17"/>
                    </a:cubicBezTo>
                    <a:cubicBezTo>
                      <a:pt x="326" y="17"/>
                      <a:pt x="298" y="27"/>
                      <a:pt x="281" y="44"/>
                    </a:cubicBezTo>
                    <a:lnTo>
                      <a:pt x="225" y="10"/>
                    </a:lnTo>
                    <a:cubicBezTo>
                      <a:pt x="210" y="4"/>
                      <a:pt x="195" y="1"/>
                      <a:pt x="17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Google Shape;2228;p46"/>
              <p:cNvSpPr/>
              <p:nvPr/>
            </p:nvSpPr>
            <p:spPr>
              <a:xfrm>
                <a:off x="8280268" y="1567078"/>
                <a:ext cx="203285" cy="57408"/>
              </a:xfrm>
              <a:custGeom>
                <a:avLst/>
                <a:gdLst/>
                <a:ahLst/>
                <a:cxnLst/>
                <a:rect l="l" t="t" r="r" b="b"/>
                <a:pathLst>
                  <a:path w="1721" h="486" extrusionOk="0">
                    <a:moveTo>
                      <a:pt x="1321" y="1"/>
                    </a:moveTo>
                    <a:cubicBezTo>
                      <a:pt x="945" y="1"/>
                      <a:pt x="574" y="82"/>
                      <a:pt x="225" y="238"/>
                    </a:cubicBezTo>
                    <a:lnTo>
                      <a:pt x="158" y="238"/>
                    </a:lnTo>
                    <a:cubicBezTo>
                      <a:pt x="0" y="238"/>
                      <a:pt x="0" y="486"/>
                      <a:pt x="158" y="486"/>
                    </a:cubicBezTo>
                    <a:lnTo>
                      <a:pt x="1068" y="452"/>
                    </a:lnTo>
                    <a:cubicBezTo>
                      <a:pt x="1293" y="452"/>
                      <a:pt x="1552" y="407"/>
                      <a:pt x="1675" y="193"/>
                    </a:cubicBezTo>
                    <a:cubicBezTo>
                      <a:pt x="1720" y="103"/>
                      <a:pt x="1664" y="13"/>
                      <a:pt x="1574" y="13"/>
                    </a:cubicBezTo>
                    <a:cubicBezTo>
                      <a:pt x="1490" y="5"/>
                      <a:pt x="1405" y="1"/>
                      <a:pt x="132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Google Shape;2229;p46"/>
              <p:cNvSpPr/>
              <p:nvPr/>
            </p:nvSpPr>
            <p:spPr>
              <a:xfrm>
                <a:off x="8202663" y="1258308"/>
                <a:ext cx="461495" cy="147299"/>
              </a:xfrm>
              <a:custGeom>
                <a:avLst/>
                <a:gdLst/>
                <a:ahLst/>
                <a:cxnLst/>
                <a:rect l="l" t="t" r="r" b="b"/>
                <a:pathLst>
                  <a:path w="3907" h="1247" extrusionOk="0">
                    <a:moveTo>
                      <a:pt x="3515" y="0"/>
                    </a:moveTo>
                    <a:cubicBezTo>
                      <a:pt x="3474" y="0"/>
                      <a:pt x="3431" y="6"/>
                      <a:pt x="3389" y="19"/>
                    </a:cubicBezTo>
                    <a:cubicBezTo>
                      <a:pt x="3232" y="42"/>
                      <a:pt x="3074" y="75"/>
                      <a:pt x="2928" y="120"/>
                    </a:cubicBezTo>
                    <a:cubicBezTo>
                      <a:pt x="2872" y="131"/>
                      <a:pt x="2827" y="154"/>
                      <a:pt x="2771" y="165"/>
                    </a:cubicBezTo>
                    <a:cubicBezTo>
                      <a:pt x="2445" y="233"/>
                      <a:pt x="2108" y="334"/>
                      <a:pt x="1793" y="424"/>
                    </a:cubicBezTo>
                    <a:cubicBezTo>
                      <a:pt x="1219" y="581"/>
                      <a:pt x="657" y="772"/>
                      <a:pt x="118" y="1020"/>
                    </a:cubicBezTo>
                    <a:cubicBezTo>
                      <a:pt x="1" y="1078"/>
                      <a:pt x="78" y="1246"/>
                      <a:pt x="189" y="1246"/>
                    </a:cubicBezTo>
                    <a:cubicBezTo>
                      <a:pt x="206" y="1246"/>
                      <a:pt x="223" y="1242"/>
                      <a:pt x="241" y="1233"/>
                    </a:cubicBezTo>
                    <a:lnTo>
                      <a:pt x="264" y="1222"/>
                    </a:lnTo>
                    <a:lnTo>
                      <a:pt x="309" y="1222"/>
                    </a:lnTo>
                    <a:lnTo>
                      <a:pt x="3513" y="559"/>
                    </a:lnTo>
                    <a:cubicBezTo>
                      <a:pt x="3659" y="525"/>
                      <a:pt x="3906" y="458"/>
                      <a:pt x="3817" y="244"/>
                    </a:cubicBezTo>
                    <a:cubicBezTo>
                      <a:pt x="3805" y="221"/>
                      <a:pt x="3794" y="210"/>
                      <a:pt x="3783" y="199"/>
                    </a:cubicBezTo>
                    <a:cubicBezTo>
                      <a:pt x="3783" y="143"/>
                      <a:pt x="3749" y="87"/>
                      <a:pt x="3715" y="53"/>
                    </a:cubicBezTo>
                    <a:cubicBezTo>
                      <a:pt x="3652" y="18"/>
                      <a:pt x="3584" y="0"/>
                      <a:pt x="351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Google Shape;2230;p46"/>
              <p:cNvSpPr/>
              <p:nvPr/>
            </p:nvSpPr>
            <p:spPr>
              <a:xfrm>
                <a:off x="8089031" y="1168299"/>
                <a:ext cx="134184" cy="113516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961" extrusionOk="0">
                    <a:moveTo>
                      <a:pt x="953" y="1"/>
                    </a:moveTo>
                    <a:cubicBezTo>
                      <a:pt x="932" y="1"/>
                      <a:pt x="910" y="6"/>
                      <a:pt x="889" y="17"/>
                    </a:cubicBezTo>
                    <a:cubicBezTo>
                      <a:pt x="563" y="185"/>
                      <a:pt x="282" y="444"/>
                      <a:pt x="68" y="759"/>
                    </a:cubicBezTo>
                    <a:cubicBezTo>
                      <a:pt x="0" y="804"/>
                      <a:pt x="12" y="916"/>
                      <a:pt x="90" y="950"/>
                    </a:cubicBezTo>
                    <a:cubicBezTo>
                      <a:pt x="102" y="950"/>
                      <a:pt x="113" y="961"/>
                      <a:pt x="124" y="961"/>
                    </a:cubicBezTo>
                    <a:lnTo>
                      <a:pt x="147" y="950"/>
                    </a:lnTo>
                    <a:lnTo>
                      <a:pt x="180" y="950"/>
                    </a:lnTo>
                    <a:cubicBezTo>
                      <a:pt x="192" y="950"/>
                      <a:pt x="192" y="938"/>
                      <a:pt x="203" y="938"/>
                    </a:cubicBezTo>
                    <a:cubicBezTo>
                      <a:pt x="214" y="938"/>
                      <a:pt x="214" y="927"/>
                      <a:pt x="225" y="927"/>
                    </a:cubicBezTo>
                    <a:cubicBezTo>
                      <a:pt x="293" y="882"/>
                      <a:pt x="349" y="837"/>
                      <a:pt x="416" y="781"/>
                    </a:cubicBezTo>
                    <a:cubicBezTo>
                      <a:pt x="641" y="646"/>
                      <a:pt x="855" y="489"/>
                      <a:pt x="1057" y="331"/>
                    </a:cubicBezTo>
                    <a:lnTo>
                      <a:pt x="1068" y="331"/>
                    </a:lnTo>
                    <a:lnTo>
                      <a:pt x="1091" y="309"/>
                    </a:lnTo>
                    <a:cubicBezTo>
                      <a:pt x="1136" y="264"/>
                      <a:pt x="1136" y="196"/>
                      <a:pt x="1091" y="151"/>
                    </a:cubicBezTo>
                    <a:cubicBezTo>
                      <a:pt x="1091" y="151"/>
                      <a:pt x="1080" y="140"/>
                      <a:pt x="1080" y="140"/>
                    </a:cubicBezTo>
                    <a:lnTo>
                      <a:pt x="1080" y="118"/>
                    </a:lnTo>
                    <a:cubicBezTo>
                      <a:pt x="1071" y="50"/>
                      <a:pt x="1017" y="1"/>
                      <a:pt x="95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Google Shape;2231;p46"/>
              <p:cNvSpPr/>
              <p:nvPr/>
            </p:nvSpPr>
            <p:spPr>
              <a:xfrm>
                <a:off x="7899919" y="621750"/>
                <a:ext cx="341957" cy="518203"/>
              </a:xfrm>
              <a:custGeom>
                <a:avLst/>
                <a:gdLst/>
                <a:ahLst/>
                <a:cxnLst/>
                <a:rect l="l" t="t" r="r" b="b"/>
                <a:pathLst>
                  <a:path w="2895" h="4387" extrusionOk="0">
                    <a:moveTo>
                      <a:pt x="2647" y="0"/>
                    </a:moveTo>
                    <a:cubicBezTo>
                      <a:pt x="2231" y="12"/>
                      <a:pt x="2029" y="495"/>
                      <a:pt x="1838" y="787"/>
                    </a:cubicBezTo>
                    <a:lnTo>
                      <a:pt x="1051" y="2013"/>
                    </a:lnTo>
                    <a:cubicBezTo>
                      <a:pt x="612" y="2699"/>
                      <a:pt x="162" y="3407"/>
                      <a:pt x="16" y="4228"/>
                    </a:cubicBezTo>
                    <a:cubicBezTo>
                      <a:pt x="0" y="4307"/>
                      <a:pt x="69" y="4387"/>
                      <a:pt x="138" y="4387"/>
                    </a:cubicBezTo>
                    <a:cubicBezTo>
                      <a:pt x="167" y="4387"/>
                      <a:pt x="196" y="4373"/>
                      <a:pt x="219" y="4340"/>
                    </a:cubicBezTo>
                    <a:lnTo>
                      <a:pt x="241" y="4306"/>
                    </a:lnTo>
                    <a:cubicBezTo>
                      <a:pt x="259" y="4317"/>
                      <a:pt x="278" y="4322"/>
                      <a:pt x="297" y="4322"/>
                    </a:cubicBezTo>
                    <a:cubicBezTo>
                      <a:pt x="337" y="4322"/>
                      <a:pt x="376" y="4300"/>
                      <a:pt x="399" y="4261"/>
                    </a:cubicBezTo>
                    <a:cubicBezTo>
                      <a:pt x="781" y="3497"/>
                      <a:pt x="1242" y="2766"/>
                      <a:pt x="1781" y="2092"/>
                    </a:cubicBezTo>
                    <a:cubicBezTo>
                      <a:pt x="2242" y="1507"/>
                      <a:pt x="2894" y="911"/>
                      <a:pt x="2759" y="90"/>
                    </a:cubicBezTo>
                    <a:cubicBezTo>
                      <a:pt x="2748" y="34"/>
                      <a:pt x="2703" y="0"/>
                      <a:pt x="264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Google Shape;2232;p46"/>
              <p:cNvSpPr/>
              <p:nvPr/>
            </p:nvSpPr>
            <p:spPr>
              <a:xfrm>
                <a:off x="7753095" y="801413"/>
                <a:ext cx="75715" cy="282667"/>
              </a:xfrm>
              <a:custGeom>
                <a:avLst/>
                <a:gdLst/>
                <a:ahLst/>
                <a:cxnLst/>
                <a:rect l="l" t="t" r="r" b="b"/>
                <a:pathLst>
                  <a:path w="641" h="2393" extrusionOk="0">
                    <a:moveTo>
                      <a:pt x="351" y="1"/>
                    </a:moveTo>
                    <a:cubicBezTo>
                      <a:pt x="285" y="1"/>
                      <a:pt x="218" y="26"/>
                      <a:pt x="169" y="76"/>
                    </a:cubicBezTo>
                    <a:cubicBezTo>
                      <a:pt x="68" y="177"/>
                      <a:pt x="79" y="346"/>
                      <a:pt x="79" y="481"/>
                    </a:cubicBezTo>
                    <a:lnTo>
                      <a:pt x="79" y="694"/>
                    </a:lnTo>
                    <a:cubicBezTo>
                      <a:pt x="56" y="885"/>
                      <a:pt x="56" y="1076"/>
                      <a:pt x="45" y="1268"/>
                    </a:cubicBezTo>
                    <a:lnTo>
                      <a:pt x="23" y="1931"/>
                    </a:lnTo>
                    <a:cubicBezTo>
                      <a:pt x="23" y="2055"/>
                      <a:pt x="0" y="2246"/>
                      <a:pt x="124" y="2302"/>
                    </a:cubicBezTo>
                    <a:cubicBezTo>
                      <a:pt x="134" y="2364"/>
                      <a:pt x="185" y="2393"/>
                      <a:pt x="236" y="2393"/>
                    </a:cubicBezTo>
                    <a:cubicBezTo>
                      <a:pt x="297" y="2393"/>
                      <a:pt x="360" y="2352"/>
                      <a:pt x="360" y="2279"/>
                    </a:cubicBezTo>
                    <a:cubicBezTo>
                      <a:pt x="360" y="1953"/>
                      <a:pt x="394" y="1627"/>
                      <a:pt x="461" y="1313"/>
                    </a:cubicBezTo>
                    <a:cubicBezTo>
                      <a:pt x="517" y="1009"/>
                      <a:pt x="641" y="717"/>
                      <a:pt x="618" y="413"/>
                    </a:cubicBezTo>
                    <a:cubicBezTo>
                      <a:pt x="630" y="278"/>
                      <a:pt x="585" y="155"/>
                      <a:pt x="506" y="53"/>
                    </a:cubicBezTo>
                    <a:cubicBezTo>
                      <a:pt x="460" y="18"/>
                      <a:pt x="406" y="1"/>
                      <a:pt x="35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Google Shape;2233;p46"/>
              <p:cNvSpPr/>
              <p:nvPr/>
            </p:nvSpPr>
            <p:spPr>
              <a:xfrm>
                <a:off x="7328096" y="380900"/>
                <a:ext cx="317507" cy="777128"/>
              </a:xfrm>
              <a:custGeom>
                <a:avLst/>
                <a:gdLst/>
                <a:ahLst/>
                <a:cxnLst/>
                <a:rect l="l" t="t" r="r" b="b"/>
                <a:pathLst>
                  <a:path w="2688" h="6579" extrusionOk="0">
                    <a:moveTo>
                      <a:pt x="1777" y="4614"/>
                    </a:moveTo>
                    <a:lnTo>
                      <a:pt x="1957" y="5064"/>
                    </a:lnTo>
                    <a:cubicBezTo>
                      <a:pt x="2047" y="5277"/>
                      <a:pt x="2125" y="5491"/>
                      <a:pt x="2193" y="5716"/>
                    </a:cubicBezTo>
                    <a:cubicBezTo>
                      <a:pt x="2058" y="5401"/>
                      <a:pt x="1934" y="5075"/>
                      <a:pt x="1822" y="4749"/>
                    </a:cubicBezTo>
                    <a:cubicBezTo>
                      <a:pt x="1811" y="4704"/>
                      <a:pt x="1788" y="4648"/>
                      <a:pt x="1777" y="4614"/>
                    </a:cubicBezTo>
                    <a:close/>
                    <a:moveTo>
                      <a:pt x="276" y="1"/>
                    </a:moveTo>
                    <a:cubicBezTo>
                      <a:pt x="213" y="1"/>
                      <a:pt x="143" y="62"/>
                      <a:pt x="135" y="128"/>
                    </a:cubicBezTo>
                    <a:cubicBezTo>
                      <a:pt x="1" y="1252"/>
                      <a:pt x="653" y="2231"/>
                      <a:pt x="1057" y="3231"/>
                    </a:cubicBezTo>
                    <a:cubicBezTo>
                      <a:pt x="1282" y="3771"/>
                      <a:pt x="1428" y="4333"/>
                      <a:pt x="1608" y="4873"/>
                    </a:cubicBezTo>
                    <a:cubicBezTo>
                      <a:pt x="1799" y="5423"/>
                      <a:pt x="2024" y="5963"/>
                      <a:pt x="2260" y="6491"/>
                    </a:cubicBezTo>
                    <a:cubicBezTo>
                      <a:pt x="2287" y="6532"/>
                      <a:pt x="2326" y="6552"/>
                      <a:pt x="2365" y="6552"/>
                    </a:cubicBezTo>
                    <a:cubicBezTo>
                      <a:pt x="2392" y="6552"/>
                      <a:pt x="2418" y="6543"/>
                      <a:pt x="2440" y="6525"/>
                    </a:cubicBezTo>
                    <a:cubicBezTo>
                      <a:pt x="2466" y="6563"/>
                      <a:pt x="2504" y="6579"/>
                      <a:pt x="2541" y="6579"/>
                    </a:cubicBezTo>
                    <a:cubicBezTo>
                      <a:pt x="2615" y="6579"/>
                      <a:pt x="2687" y="6514"/>
                      <a:pt x="2665" y="6424"/>
                    </a:cubicBezTo>
                    <a:cubicBezTo>
                      <a:pt x="2058" y="4254"/>
                      <a:pt x="1293" y="2118"/>
                      <a:pt x="360" y="61"/>
                    </a:cubicBezTo>
                    <a:cubicBezTo>
                      <a:pt x="341" y="18"/>
                      <a:pt x="309" y="1"/>
                      <a:pt x="27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Google Shape;2234;p46"/>
              <p:cNvSpPr/>
              <p:nvPr/>
            </p:nvSpPr>
            <p:spPr>
              <a:xfrm>
                <a:off x="7374517" y="1070140"/>
                <a:ext cx="126388" cy="163127"/>
              </a:xfrm>
              <a:custGeom>
                <a:avLst/>
                <a:gdLst/>
                <a:ahLst/>
                <a:cxnLst/>
                <a:rect l="l" t="t" r="r" b="b"/>
                <a:pathLst>
                  <a:path w="1070" h="1381" extrusionOk="0">
                    <a:moveTo>
                      <a:pt x="233" y="1"/>
                    </a:moveTo>
                    <a:cubicBezTo>
                      <a:pt x="193" y="1"/>
                      <a:pt x="152" y="10"/>
                      <a:pt x="113" y="27"/>
                    </a:cubicBezTo>
                    <a:cubicBezTo>
                      <a:pt x="23" y="106"/>
                      <a:pt x="1" y="229"/>
                      <a:pt x="57" y="330"/>
                    </a:cubicBezTo>
                    <a:cubicBezTo>
                      <a:pt x="136" y="533"/>
                      <a:pt x="248" y="735"/>
                      <a:pt x="372" y="926"/>
                    </a:cubicBezTo>
                    <a:cubicBezTo>
                      <a:pt x="473" y="1129"/>
                      <a:pt x="642" y="1286"/>
                      <a:pt x="844" y="1376"/>
                    </a:cubicBezTo>
                    <a:cubicBezTo>
                      <a:pt x="855" y="1379"/>
                      <a:pt x="866" y="1380"/>
                      <a:pt x="877" y="1380"/>
                    </a:cubicBezTo>
                    <a:cubicBezTo>
                      <a:pt x="914" y="1380"/>
                      <a:pt x="951" y="1365"/>
                      <a:pt x="968" y="1331"/>
                    </a:cubicBezTo>
                    <a:cubicBezTo>
                      <a:pt x="979" y="1320"/>
                      <a:pt x="979" y="1309"/>
                      <a:pt x="979" y="1297"/>
                    </a:cubicBezTo>
                    <a:cubicBezTo>
                      <a:pt x="1035" y="1286"/>
                      <a:pt x="1069" y="1241"/>
                      <a:pt x="1069" y="1185"/>
                    </a:cubicBezTo>
                    <a:cubicBezTo>
                      <a:pt x="1047" y="960"/>
                      <a:pt x="957" y="746"/>
                      <a:pt x="822" y="567"/>
                    </a:cubicBezTo>
                    <a:cubicBezTo>
                      <a:pt x="765" y="477"/>
                      <a:pt x="698" y="387"/>
                      <a:pt x="631" y="308"/>
                    </a:cubicBezTo>
                    <a:cubicBezTo>
                      <a:pt x="563" y="218"/>
                      <a:pt x="484" y="139"/>
                      <a:pt x="406" y="72"/>
                    </a:cubicBezTo>
                    <a:cubicBezTo>
                      <a:pt x="357" y="23"/>
                      <a:pt x="296" y="1"/>
                      <a:pt x="23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Google Shape;2235;p46"/>
              <p:cNvSpPr/>
              <p:nvPr/>
            </p:nvSpPr>
            <p:spPr>
              <a:xfrm>
                <a:off x="6808836" y="1001511"/>
                <a:ext cx="518783" cy="309835"/>
              </a:xfrm>
              <a:custGeom>
                <a:avLst/>
                <a:gdLst/>
                <a:ahLst/>
                <a:cxnLst/>
                <a:rect l="l" t="t" r="r" b="b"/>
                <a:pathLst>
                  <a:path w="4392" h="2623" extrusionOk="0">
                    <a:moveTo>
                      <a:pt x="124" y="1"/>
                    </a:moveTo>
                    <a:cubicBezTo>
                      <a:pt x="46" y="1"/>
                      <a:pt x="1" y="91"/>
                      <a:pt x="12" y="158"/>
                    </a:cubicBezTo>
                    <a:cubicBezTo>
                      <a:pt x="57" y="316"/>
                      <a:pt x="169" y="439"/>
                      <a:pt x="304" y="507"/>
                    </a:cubicBezTo>
                    <a:cubicBezTo>
                      <a:pt x="473" y="619"/>
                      <a:pt x="642" y="732"/>
                      <a:pt x="821" y="844"/>
                    </a:cubicBezTo>
                    <a:cubicBezTo>
                      <a:pt x="1159" y="1058"/>
                      <a:pt x="1518" y="1271"/>
                      <a:pt x="1878" y="1474"/>
                    </a:cubicBezTo>
                    <a:cubicBezTo>
                      <a:pt x="2598" y="1867"/>
                      <a:pt x="3328" y="2227"/>
                      <a:pt x="4082" y="2542"/>
                    </a:cubicBezTo>
                    <a:lnTo>
                      <a:pt x="4104" y="2542"/>
                    </a:lnTo>
                    <a:cubicBezTo>
                      <a:pt x="4104" y="2542"/>
                      <a:pt x="4115" y="2564"/>
                      <a:pt x="4115" y="2564"/>
                    </a:cubicBezTo>
                    <a:cubicBezTo>
                      <a:pt x="4143" y="2606"/>
                      <a:pt x="4183" y="2623"/>
                      <a:pt x="4221" y="2623"/>
                    </a:cubicBezTo>
                    <a:cubicBezTo>
                      <a:pt x="4308" y="2623"/>
                      <a:pt x="4391" y="2537"/>
                      <a:pt x="4329" y="2452"/>
                    </a:cubicBezTo>
                    <a:cubicBezTo>
                      <a:pt x="3834" y="1766"/>
                      <a:pt x="3036" y="1462"/>
                      <a:pt x="2328" y="1069"/>
                    </a:cubicBezTo>
                    <a:cubicBezTo>
                      <a:pt x="1620" y="675"/>
                      <a:pt x="968" y="102"/>
                      <a:pt x="12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Google Shape;2236;p46"/>
              <p:cNvSpPr/>
              <p:nvPr/>
            </p:nvSpPr>
            <p:spPr>
              <a:xfrm>
                <a:off x="7567172" y="1278507"/>
                <a:ext cx="272857" cy="53628"/>
              </a:xfrm>
              <a:custGeom>
                <a:avLst/>
                <a:gdLst/>
                <a:ahLst/>
                <a:cxnLst/>
                <a:rect l="l" t="t" r="r" b="b"/>
                <a:pathLst>
                  <a:path w="2310" h="454" extrusionOk="0">
                    <a:moveTo>
                      <a:pt x="1492" y="0"/>
                    </a:moveTo>
                    <a:cubicBezTo>
                      <a:pt x="1002" y="0"/>
                      <a:pt x="517" y="110"/>
                      <a:pt x="68" y="320"/>
                    </a:cubicBezTo>
                    <a:cubicBezTo>
                      <a:pt x="1" y="358"/>
                      <a:pt x="39" y="454"/>
                      <a:pt x="101" y="454"/>
                    </a:cubicBezTo>
                    <a:cubicBezTo>
                      <a:pt x="112" y="454"/>
                      <a:pt x="123" y="451"/>
                      <a:pt x="135" y="444"/>
                    </a:cubicBezTo>
                    <a:cubicBezTo>
                      <a:pt x="561" y="242"/>
                      <a:pt x="1021" y="140"/>
                      <a:pt x="1486" y="140"/>
                    </a:cubicBezTo>
                    <a:cubicBezTo>
                      <a:pt x="1721" y="140"/>
                      <a:pt x="1958" y="166"/>
                      <a:pt x="2192" y="219"/>
                    </a:cubicBezTo>
                    <a:cubicBezTo>
                      <a:pt x="2199" y="221"/>
                      <a:pt x="2206" y="222"/>
                      <a:pt x="2212" y="222"/>
                    </a:cubicBezTo>
                    <a:cubicBezTo>
                      <a:pt x="2287" y="222"/>
                      <a:pt x="2309" y="105"/>
                      <a:pt x="2226" y="84"/>
                    </a:cubicBezTo>
                    <a:cubicBezTo>
                      <a:pt x="1983" y="28"/>
                      <a:pt x="1736" y="0"/>
                      <a:pt x="149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Google Shape;2237;p46"/>
              <p:cNvSpPr/>
              <p:nvPr/>
            </p:nvSpPr>
            <p:spPr>
              <a:xfrm>
                <a:off x="7956026" y="1379264"/>
                <a:ext cx="130641" cy="147889"/>
              </a:xfrm>
              <a:custGeom>
                <a:avLst/>
                <a:gdLst/>
                <a:ahLst/>
                <a:cxnLst/>
                <a:rect l="l" t="t" r="r" b="b"/>
                <a:pathLst>
                  <a:path w="1106" h="1252" extrusionOk="0">
                    <a:moveTo>
                      <a:pt x="108" y="1"/>
                    </a:moveTo>
                    <a:cubicBezTo>
                      <a:pt x="44" y="1"/>
                      <a:pt x="1" y="91"/>
                      <a:pt x="70" y="131"/>
                    </a:cubicBezTo>
                    <a:cubicBezTo>
                      <a:pt x="508" y="344"/>
                      <a:pt x="823" y="738"/>
                      <a:pt x="958" y="1199"/>
                    </a:cubicBezTo>
                    <a:cubicBezTo>
                      <a:pt x="967" y="1235"/>
                      <a:pt x="995" y="1252"/>
                      <a:pt x="1023" y="1252"/>
                    </a:cubicBezTo>
                    <a:cubicBezTo>
                      <a:pt x="1064" y="1252"/>
                      <a:pt x="1106" y="1218"/>
                      <a:pt x="1093" y="1165"/>
                    </a:cubicBezTo>
                    <a:cubicBezTo>
                      <a:pt x="958" y="659"/>
                      <a:pt x="609" y="243"/>
                      <a:pt x="137" y="7"/>
                    </a:cubicBezTo>
                    <a:cubicBezTo>
                      <a:pt x="127" y="3"/>
                      <a:pt x="117" y="1"/>
                      <a:pt x="10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Google Shape;2238;p46"/>
              <p:cNvSpPr/>
              <p:nvPr/>
            </p:nvSpPr>
            <p:spPr>
              <a:xfrm>
                <a:off x="8087731" y="1634880"/>
                <a:ext cx="32011" cy="64849"/>
              </a:xfrm>
              <a:custGeom>
                <a:avLst/>
                <a:gdLst/>
                <a:ahLst/>
                <a:cxnLst/>
                <a:rect l="l" t="t" r="r" b="b"/>
                <a:pathLst>
                  <a:path w="271" h="549" extrusionOk="0">
                    <a:moveTo>
                      <a:pt x="84" y="1"/>
                    </a:moveTo>
                    <a:cubicBezTo>
                      <a:pt x="70" y="1"/>
                      <a:pt x="57" y="5"/>
                      <a:pt x="45" y="13"/>
                    </a:cubicBezTo>
                    <a:cubicBezTo>
                      <a:pt x="11" y="24"/>
                      <a:pt x="0" y="69"/>
                      <a:pt x="23" y="103"/>
                    </a:cubicBezTo>
                    <a:cubicBezTo>
                      <a:pt x="45" y="125"/>
                      <a:pt x="56" y="159"/>
                      <a:pt x="79" y="193"/>
                    </a:cubicBezTo>
                    <a:lnTo>
                      <a:pt x="79" y="215"/>
                    </a:lnTo>
                    <a:cubicBezTo>
                      <a:pt x="90" y="226"/>
                      <a:pt x="90" y="249"/>
                      <a:pt x="101" y="260"/>
                    </a:cubicBezTo>
                    <a:lnTo>
                      <a:pt x="101" y="283"/>
                    </a:lnTo>
                    <a:lnTo>
                      <a:pt x="101" y="316"/>
                    </a:lnTo>
                    <a:lnTo>
                      <a:pt x="101" y="361"/>
                    </a:lnTo>
                    <a:cubicBezTo>
                      <a:pt x="90" y="372"/>
                      <a:pt x="90" y="384"/>
                      <a:pt x="101" y="395"/>
                    </a:cubicBezTo>
                    <a:lnTo>
                      <a:pt x="101" y="406"/>
                    </a:lnTo>
                    <a:lnTo>
                      <a:pt x="101" y="417"/>
                    </a:lnTo>
                    <a:cubicBezTo>
                      <a:pt x="101" y="417"/>
                      <a:pt x="101" y="429"/>
                      <a:pt x="101" y="429"/>
                    </a:cubicBezTo>
                    <a:cubicBezTo>
                      <a:pt x="101" y="440"/>
                      <a:pt x="101" y="451"/>
                      <a:pt x="101" y="451"/>
                    </a:cubicBezTo>
                    <a:cubicBezTo>
                      <a:pt x="81" y="512"/>
                      <a:pt x="126" y="548"/>
                      <a:pt x="169" y="548"/>
                    </a:cubicBezTo>
                    <a:cubicBezTo>
                      <a:pt x="199" y="548"/>
                      <a:pt x="227" y="532"/>
                      <a:pt x="236" y="496"/>
                    </a:cubicBezTo>
                    <a:lnTo>
                      <a:pt x="236" y="485"/>
                    </a:lnTo>
                    <a:cubicBezTo>
                      <a:pt x="270" y="327"/>
                      <a:pt x="236" y="159"/>
                      <a:pt x="146" y="35"/>
                    </a:cubicBezTo>
                    <a:cubicBezTo>
                      <a:pt x="132" y="13"/>
                      <a:pt x="108" y="1"/>
                      <a:pt x="8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Google Shape;2239;p46"/>
              <p:cNvSpPr/>
              <p:nvPr/>
            </p:nvSpPr>
            <p:spPr>
              <a:xfrm>
                <a:off x="7351956" y="1384225"/>
                <a:ext cx="134184" cy="137376"/>
              </a:xfrm>
              <a:custGeom>
                <a:avLst/>
                <a:gdLst/>
                <a:ahLst/>
                <a:cxnLst/>
                <a:rect l="l" t="t" r="r" b="b"/>
                <a:pathLst>
                  <a:path w="1136" h="1163" extrusionOk="0">
                    <a:moveTo>
                      <a:pt x="1036" y="0"/>
                    </a:moveTo>
                    <a:cubicBezTo>
                      <a:pt x="1025" y="0"/>
                      <a:pt x="1013" y="3"/>
                      <a:pt x="1001" y="10"/>
                    </a:cubicBezTo>
                    <a:cubicBezTo>
                      <a:pt x="563" y="246"/>
                      <a:pt x="226" y="606"/>
                      <a:pt x="23" y="1055"/>
                    </a:cubicBezTo>
                    <a:cubicBezTo>
                      <a:pt x="0" y="1109"/>
                      <a:pt x="51" y="1163"/>
                      <a:pt x="96" y="1163"/>
                    </a:cubicBezTo>
                    <a:cubicBezTo>
                      <a:pt x="117" y="1163"/>
                      <a:pt x="136" y="1151"/>
                      <a:pt x="147" y="1123"/>
                    </a:cubicBezTo>
                    <a:cubicBezTo>
                      <a:pt x="214" y="988"/>
                      <a:pt x="293" y="853"/>
                      <a:pt x="383" y="741"/>
                    </a:cubicBezTo>
                    <a:cubicBezTo>
                      <a:pt x="394" y="729"/>
                      <a:pt x="406" y="718"/>
                      <a:pt x="417" y="707"/>
                    </a:cubicBezTo>
                    <a:cubicBezTo>
                      <a:pt x="552" y="527"/>
                      <a:pt x="720" y="381"/>
                      <a:pt x="923" y="280"/>
                    </a:cubicBezTo>
                    <a:cubicBezTo>
                      <a:pt x="945" y="257"/>
                      <a:pt x="956" y="235"/>
                      <a:pt x="956" y="201"/>
                    </a:cubicBezTo>
                    <a:cubicBezTo>
                      <a:pt x="990" y="178"/>
                      <a:pt x="1024" y="156"/>
                      <a:pt x="1069" y="134"/>
                    </a:cubicBezTo>
                    <a:cubicBezTo>
                      <a:pt x="1136" y="95"/>
                      <a:pt x="1097" y="0"/>
                      <a:pt x="10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Google Shape;2240;p46"/>
              <p:cNvSpPr/>
              <p:nvPr/>
            </p:nvSpPr>
            <p:spPr>
              <a:xfrm>
                <a:off x="7675017" y="1475061"/>
                <a:ext cx="71463" cy="48548"/>
              </a:xfrm>
              <a:custGeom>
                <a:avLst/>
                <a:gdLst/>
                <a:ahLst/>
                <a:cxnLst/>
                <a:rect l="l" t="t" r="r" b="b"/>
                <a:pathLst>
                  <a:path w="605" h="411" extrusionOk="0">
                    <a:moveTo>
                      <a:pt x="232" y="1"/>
                    </a:moveTo>
                    <a:cubicBezTo>
                      <a:pt x="153" y="1"/>
                      <a:pt x="77" y="38"/>
                      <a:pt x="32" y="107"/>
                    </a:cubicBezTo>
                    <a:cubicBezTo>
                      <a:pt x="1" y="160"/>
                      <a:pt x="44" y="209"/>
                      <a:pt x="92" y="209"/>
                    </a:cubicBezTo>
                    <a:cubicBezTo>
                      <a:pt x="114" y="209"/>
                      <a:pt x="137" y="199"/>
                      <a:pt x="155" y="174"/>
                    </a:cubicBezTo>
                    <a:lnTo>
                      <a:pt x="166" y="163"/>
                    </a:lnTo>
                    <a:lnTo>
                      <a:pt x="290" y="163"/>
                    </a:lnTo>
                    <a:lnTo>
                      <a:pt x="313" y="185"/>
                    </a:lnTo>
                    <a:lnTo>
                      <a:pt x="324" y="196"/>
                    </a:lnTo>
                    <a:lnTo>
                      <a:pt x="346" y="219"/>
                    </a:lnTo>
                    <a:lnTo>
                      <a:pt x="358" y="230"/>
                    </a:lnTo>
                    <a:lnTo>
                      <a:pt x="369" y="241"/>
                    </a:lnTo>
                    <a:cubicBezTo>
                      <a:pt x="403" y="286"/>
                      <a:pt x="425" y="331"/>
                      <a:pt x="447" y="376"/>
                    </a:cubicBezTo>
                    <a:cubicBezTo>
                      <a:pt x="462" y="398"/>
                      <a:pt x="481" y="411"/>
                      <a:pt x="502" y="411"/>
                    </a:cubicBezTo>
                    <a:cubicBezTo>
                      <a:pt x="514" y="411"/>
                      <a:pt x="525" y="407"/>
                      <a:pt x="537" y="399"/>
                    </a:cubicBezTo>
                    <a:cubicBezTo>
                      <a:pt x="582" y="388"/>
                      <a:pt x="605" y="343"/>
                      <a:pt x="594" y="309"/>
                    </a:cubicBezTo>
                    <a:cubicBezTo>
                      <a:pt x="549" y="185"/>
                      <a:pt x="459" y="84"/>
                      <a:pt x="346" y="28"/>
                    </a:cubicBezTo>
                    <a:cubicBezTo>
                      <a:pt x="310" y="10"/>
                      <a:pt x="271" y="1"/>
                      <a:pt x="23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Google Shape;2241;p46"/>
              <p:cNvSpPr/>
              <p:nvPr/>
            </p:nvSpPr>
            <p:spPr>
              <a:xfrm>
                <a:off x="7834008" y="1518175"/>
                <a:ext cx="66620" cy="35082"/>
              </a:xfrm>
              <a:custGeom>
                <a:avLst/>
                <a:gdLst/>
                <a:ahLst/>
                <a:cxnLst/>
                <a:rect l="l" t="t" r="r" b="b"/>
                <a:pathLst>
                  <a:path w="564" h="297" extrusionOk="0">
                    <a:moveTo>
                      <a:pt x="257" y="0"/>
                    </a:moveTo>
                    <a:cubicBezTo>
                      <a:pt x="173" y="0"/>
                      <a:pt x="91" y="30"/>
                      <a:pt x="23" y="90"/>
                    </a:cubicBezTo>
                    <a:cubicBezTo>
                      <a:pt x="1" y="113"/>
                      <a:pt x="1" y="158"/>
                      <a:pt x="23" y="180"/>
                    </a:cubicBezTo>
                    <a:cubicBezTo>
                      <a:pt x="40" y="197"/>
                      <a:pt x="57" y="205"/>
                      <a:pt x="74" y="205"/>
                    </a:cubicBezTo>
                    <a:cubicBezTo>
                      <a:pt x="91" y="205"/>
                      <a:pt x="108" y="197"/>
                      <a:pt x="125" y="180"/>
                    </a:cubicBezTo>
                    <a:lnTo>
                      <a:pt x="136" y="180"/>
                    </a:lnTo>
                    <a:lnTo>
                      <a:pt x="158" y="158"/>
                    </a:lnTo>
                    <a:lnTo>
                      <a:pt x="282" y="158"/>
                    </a:lnTo>
                    <a:cubicBezTo>
                      <a:pt x="304" y="158"/>
                      <a:pt x="316" y="158"/>
                      <a:pt x="338" y="169"/>
                    </a:cubicBezTo>
                    <a:lnTo>
                      <a:pt x="349" y="169"/>
                    </a:lnTo>
                    <a:lnTo>
                      <a:pt x="372" y="180"/>
                    </a:lnTo>
                    <a:lnTo>
                      <a:pt x="383" y="191"/>
                    </a:lnTo>
                    <a:lnTo>
                      <a:pt x="394" y="202"/>
                    </a:lnTo>
                    <a:cubicBezTo>
                      <a:pt x="383" y="214"/>
                      <a:pt x="383" y="236"/>
                      <a:pt x="394" y="259"/>
                    </a:cubicBezTo>
                    <a:cubicBezTo>
                      <a:pt x="411" y="284"/>
                      <a:pt x="434" y="297"/>
                      <a:pt x="459" y="297"/>
                    </a:cubicBezTo>
                    <a:cubicBezTo>
                      <a:pt x="467" y="297"/>
                      <a:pt x="476" y="295"/>
                      <a:pt x="484" y="292"/>
                    </a:cubicBezTo>
                    <a:cubicBezTo>
                      <a:pt x="507" y="292"/>
                      <a:pt x="518" y="270"/>
                      <a:pt x="529" y="259"/>
                    </a:cubicBezTo>
                    <a:cubicBezTo>
                      <a:pt x="563" y="214"/>
                      <a:pt x="552" y="169"/>
                      <a:pt x="529" y="124"/>
                    </a:cubicBezTo>
                    <a:cubicBezTo>
                      <a:pt x="484" y="79"/>
                      <a:pt x="439" y="45"/>
                      <a:pt x="383" y="23"/>
                    </a:cubicBezTo>
                    <a:cubicBezTo>
                      <a:pt x="342" y="8"/>
                      <a:pt x="299" y="0"/>
                      <a:pt x="25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Google Shape;2242;p46"/>
              <p:cNvSpPr/>
              <p:nvPr/>
            </p:nvSpPr>
            <p:spPr>
              <a:xfrm>
                <a:off x="7644778" y="1584560"/>
                <a:ext cx="249942" cy="110445"/>
              </a:xfrm>
              <a:custGeom>
                <a:avLst/>
                <a:gdLst/>
                <a:ahLst/>
                <a:cxnLst/>
                <a:rect l="l" t="t" r="r" b="b"/>
                <a:pathLst>
                  <a:path w="2116" h="935" extrusionOk="0">
                    <a:moveTo>
                      <a:pt x="70" y="0"/>
                    </a:moveTo>
                    <a:cubicBezTo>
                      <a:pt x="35" y="0"/>
                      <a:pt x="1" y="23"/>
                      <a:pt x="6" y="68"/>
                    </a:cubicBezTo>
                    <a:cubicBezTo>
                      <a:pt x="51" y="484"/>
                      <a:pt x="400" y="753"/>
                      <a:pt x="782" y="855"/>
                    </a:cubicBezTo>
                    <a:cubicBezTo>
                      <a:pt x="1007" y="911"/>
                      <a:pt x="1232" y="933"/>
                      <a:pt x="1457" y="933"/>
                    </a:cubicBezTo>
                    <a:cubicBezTo>
                      <a:pt x="1472" y="934"/>
                      <a:pt x="1487" y="935"/>
                      <a:pt x="1503" y="935"/>
                    </a:cubicBezTo>
                    <a:cubicBezTo>
                      <a:pt x="1701" y="935"/>
                      <a:pt x="1896" y="867"/>
                      <a:pt x="2053" y="742"/>
                    </a:cubicBezTo>
                    <a:cubicBezTo>
                      <a:pt x="2115" y="698"/>
                      <a:pt x="2064" y="625"/>
                      <a:pt x="2007" y="625"/>
                    </a:cubicBezTo>
                    <a:cubicBezTo>
                      <a:pt x="1992" y="625"/>
                      <a:pt x="1977" y="629"/>
                      <a:pt x="1963" y="641"/>
                    </a:cubicBezTo>
                    <a:cubicBezTo>
                      <a:pt x="1818" y="744"/>
                      <a:pt x="1646" y="800"/>
                      <a:pt x="1471" y="800"/>
                    </a:cubicBezTo>
                    <a:cubicBezTo>
                      <a:pt x="1455" y="800"/>
                      <a:pt x="1439" y="799"/>
                      <a:pt x="1423" y="798"/>
                    </a:cubicBezTo>
                    <a:cubicBezTo>
                      <a:pt x="1232" y="787"/>
                      <a:pt x="1041" y="765"/>
                      <a:pt x="850" y="720"/>
                    </a:cubicBezTo>
                    <a:cubicBezTo>
                      <a:pt x="524" y="641"/>
                      <a:pt x="186" y="427"/>
                      <a:pt x="141" y="68"/>
                    </a:cubicBezTo>
                    <a:cubicBezTo>
                      <a:pt x="141" y="23"/>
                      <a:pt x="105" y="0"/>
                      <a:pt x="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44" name="Google Shape;2244;p46"/>
          <p:cNvSpPr txBox="1">
            <a:spLocks noGrp="1"/>
          </p:cNvSpPr>
          <p:nvPr>
            <p:ph type="subTitle" idx="1"/>
          </p:nvPr>
        </p:nvSpPr>
        <p:spPr>
          <a:xfrm>
            <a:off x="1667154" y="2740003"/>
            <a:ext cx="5807100" cy="32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3D6D70"/>
                </a:solidFill>
              </a:rPr>
              <a:t>PROYECTO DESARROLLO DE APLICACIONES MÓVILES II</a:t>
            </a:r>
            <a:endParaRPr dirty="0">
              <a:solidFill>
                <a:srgbClr val="3D6D70"/>
              </a:solidFill>
            </a:endParaRPr>
          </a:p>
        </p:txBody>
      </p:sp>
      <p:grpSp>
        <p:nvGrpSpPr>
          <p:cNvPr id="2245" name="Google Shape;2245;p46"/>
          <p:cNvGrpSpPr/>
          <p:nvPr/>
        </p:nvGrpSpPr>
        <p:grpSpPr>
          <a:xfrm>
            <a:off x="5676008" y="888971"/>
            <a:ext cx="2307592" cy="1146024"/>
            <a:chOff x="6077195" y="1269884"/>
            <a:chExt cx="2307592" cy="1146024"/>
          </a:xfrm>
        </p:grpSpPr>
        <p:sp>
          <p:nvSpPr>
            <p:cNvPr id="2246" name="Google Shape;2246;p46"/>
            <p:cNvSpPr/>
            <p:nvPr/>
          </p:nvSpPr>
          <p:spPr>
            <a:xfrm>
              <a:off x="7091736" y="1406550"/>
              <a:ext cx="126270" cy="67920"/>
            </a:xfrm>
            <a:custGeom>
              <a:avLst/>
              <a:gdLst/>
              <a:ahLst/>
              <a:cxnLst/>
              <a:rect l="l" t="t" r="r" b="b"/>
              <a:pathLst>
                <a:path w="1069" h="575" extrusionOk="0">
                  <a:moveTo>
                    <a:pt x="147" y="1"/>
                  </a:moveTo>
                  <a:cubicBezTo>
                    <a:pt x="57" y="1"/>
                    <a:pt x="0" y="102"/>
                    <a:pt x="45" y="181"/>
                  </a:cubicBezTo>
                  <a:cubicBezTo>
                    <a:pt x="229" y="432"/>
                    <a:pt x="520" y="575"/>
                    <a:pt x="826" y="575"/>
                  </a:cubicBezTo>
                  <a:cubicBezTo>
                    <a:pt x="877" y="575"/>
                    <a:pt x="927" y="571"/>
                    <a:pt x="978" y="563"/>
                  </a:cubicBezTo>
                  <a:cubicBezTo>
                    <a:pt x="1023" y="552"/>
                    <a:pt x="1057" y="507"/>
                    <a:pt x="1068" y="462"/>
                  </a:cubicBezTo>
                  <a:cubicBezTo>
                    <a:pt x="1068" y="428"/>
                    <a:pt x="1057" y="394"/>
                    <a:pt x="1035" y="372"/>
                  </a:cubicBezTo>
                  <a:cubicBezTo>
                    <a:pt x="1046" y="360"/>
                    <a:pt x="1046" y="360"/>
                    <a:pt x="1046" y="349"/>
                  </a:cubicBezTo>
                  <a:cubicBezTo>
                    <a:pt x="1057" y="293"/>
                    <a:pt x="1023" y="226"/>
                    <a:pt x="967" y="214"/>
                  </a:cubicBezTo>
                  <a:cubicBezTo>
                    <a:pt x="697" y="102"/>
                    <a:pt x="428" y="34"/>
                    <a:pt x="147" y="1"/>
                  </a:cubicBezTo>
                  <a:close/>
                </a:path>
              </a:pathLst>
            </a:custGeom>
            <a:solidFill>
              <a:srgbClr val="F9CD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46"/>
            <p:cNvSpPr/>
            <p:nvPr/>
          </p:nvSpPr>
          <p:spPr>
            <a:xfrm>
              <a:off x="6077195" y="1269884"/>
              <a:ext cx="2307592" cy="1146024"/>
            </a:xfrm>
            <a:custGeom>
              <a:avLst/>
              <a:gdLst/>
              <a:ahLst/>
              <a:cxnLst/>
              <a:rect l="l" t="t" r="r" b="b"/>
              <a:pathLst>
                <a:path w="19536" h="9702" extrusionOk="0">
                  <a:moveTo>
                    <a:pt x="8292" y="0"/>
                  </a:moveTo>
                  <a:cubicBezTo>
                    <a:pt x="6578" y="0"/>
                    <a:pt x="5689" y="1225"/>
                    <a:pt x="5689" y="1225"/>
                  </a:cubicBezTo>
                  <a:cubicBezTo>
                    <a:pt x="5689" y="1225"/>
                    <a:pt x="5114" y="928"/>
                    <a:pt x="4331" y="928"/>
                  </a:cubicBezTo>
                  <a:cubicBezTo>
                    <a:pt x="3777" y="928"/>
                    <a:pt x="3118" y="1077"/>
                    <a:pt x="2485" y="1585"/>
                  </a:cubicBezTo>
                  <a:cubicBezTo>
                    <a:pt x="944" y="2799"/>
                    <a:pt x="1405" y="4677"/>
                    <a:pt x="1405" y="4677"/>
                  </a:cubicBezTo>
                  <a:cubicBezTo>
                    <a:pt x="382" y="4901"/>
                    <a:pt x="0" y="8173"/>
                    <a:pt x="3283" y="8893"/>
                  </a:cubicBezTo>
                  <a:cubicBezTo>
                    <a:pt x="3957" y="9038"/>
                    <a:pt x="4579" y="9096"/>
                    <a:pt x="5142" y="9096"/>
                  </a:cubicBezTo>
                  <a:cubicBezTo>
                    <a:pt x="7323" y="9096"/>
                    <a:pt x="8623" y="8229"/>
                    <a:pt x="8623" y="8229"/>
                  </a:cubicBezTo>
                  <a:cubicBezTo>
                    <a:pt x="8623" y="8229"/>
                    <a:pt x="8972" y="9533"/>
                    <a:pt x="11962" y="9691"/>
                  </a:cubicBezTo>
                  <a:cubicBezTo>
                    <a:pt x="12118" y="9698"/>
                    <a:pt x="12268" y="9702"/>
                    <a:pt x="12413" y="9702"/>
                  </a:cubicBezTo>
                  <a:cubicBezTo>
                    <a:pt x="15068" y="9702"/>
                    <a:pt x="15998" y="8499"/>
                    <a:pt x="15998" y="8499"/>
                  </a:cubicBezTo>
                  <a:cubicBezTo>
                    <a:pt x="16375" y="8647"/>
                    <a:pt x="17048" y="8781"/>
                    <a:pt x="17687" y="8781"/>
                  </a:cubicBezTo>
                  <a:cubicBezTo>
                    <a:pt x="18649" y="8781"/>
                    <a:pt x="19535" y="8478"/>
                    <a:pt x="19225" y="7465"/>
                  </a:cubicBezTo>
                  <a:cubicBezTo>
                    <a:pt x="18868" y="6294"/>
                    <a:pt x="17459" y="6113"/>
                    <a:pt x="16618" y="6113"/>
                  </a:cubicBezTo>
                  <a:cubicBezTo>
                    <a:pt x="16239" y="6113"/>
                    <a:pt x="15976" y="6149"/>
                    <a:pt x="15976" y="6149"/>
                  </a:cubicBezTo>
                  <a:cubicBezTo>
                    <a:pt x="15976" y="6149"/>
                    <a:pt x="15987" y="4890"/>
                    <a:pt x="14514" y="3901"/>
                  </a:cubicBezTo>
                  <a:cubicBezTo>
                    <a:pt x="14000" y="3552"/>
                    <a:pt x="13446" y="3438"/>
                    <a:pt x="12943" y="3438"/>
                  </a:cubicBezTo>
                  <a:cubicBezTo>
                    <a:pt x="12005" y="3438"/>
                    <a:pt x="11243" y="3833"/>
                    <a:pt x="11243" y="3833"/>
                  </a:cubicBezTo>
                  <a:cubicBezTo>
                    <a:pt x="11243" y="3833"/>
                    <a:pt x="11445" y="629"/>
                    <a:pt x="9163" y="101"/>
                  </a:cubicBezTo>
                  <a:cubicBezTo>
                    <a:pt x="8852" y="31"/>
                    <a:pt x="8562" y="0"/>
                    <a:pt x="8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46"/>
            <p:cNvSpPr/>
            <p:nvPr/>
          </p:nvSpPr>
          <p:spPr>
            <a:xfrm>
              <a:off x="6276347" y="1485574"/>
              <a:ext cx="170447" cy="331097"/>
            </a:xfrm>
            <a:custGeom>
              <a:avLst/>
              <a:gdLst/>
              <a:ahLst/>
              <a:cxnLst/>
              <a:rect l="l" t="t" r="r" b="b"/>
              <a:pathLst>
                <a:path w="1443" h="2803" extrusionOk="0">
                  <a:moveTo>
                    <a:pt x="1362" y="1"/>
                  </a:moveTo>
                  <a:cubicBezTo>
                    <a:pt x="1355" y="1"/>
                    <a:pt x="1347" y="3"/>
                    <a:pt x="1338" y="6"/>
                  </a:cubicBezTo>
                  <a:cubicBezTo>
                    <a:pt x="1091" y="119"/>
                    <a:pt x="877" y="299"/>
                    <a:pt x="720" y="512"/>
                  </a:cubicBezTo>
                  <a:cubicBezTo>
                    <a:pt x="214" y="1142"/>
                    <a:pt x="0" y="1951"/>
                    <a:pt x="124" y="2749"/>
                  </a:cubicBezTo>
                  <a:cubicBezTo>
                    <a:pt x="129" y="2786"/>
                    <a:pt x="154" y="2802"/>
                    <a:pt x="182" y="2802"/>
                  </a:cubicBezTo>
                  <a:cubicBezTo>
                    <a:pt x="221" y="2802"/>
                    <a:pt x="266" y="2769"/>
                    <a:pt x="259" y="2716"/>
                  </a:cubicBezTo>
                  <a:cubicBezTo>
                    <a:pt x="192" y="2232"/>
                    <a:pt x="248" y="1738"/>
                    <a:pt x="428" y="1277"/>
                  </a:cubicBezTo>
                  <a:cubicBezTo>
                    <a:pt x="518" y="1052"/>
                    <a:pt x="641" y="838"/>
                    <a:pt x="787" y="647"/>
                  </a:cubicBezTo>
                  <a:cubicBezTo>
                    <a:pt x="934" y="434"/>
                    <a:pt x="1136" y="254"/>
                    <a:pt x="1372" y="141"/>
                  </a:cubicBezTo>
                  <a:cubicBezTo>
                    <a:pt x="1442" y="111"/>
                    <a:pt x="1423" y="1"/>
                    <a:pt x="1362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46"/>
            <p:cNvSpPr/>
            <p:nvPr/>
          </p:nvSpPr>
          <p:spPr>
            <a:xfrm>
              <a:off x="6532669" y="1423206"/>
              <a:ext cx="190528" cy="32956"/>
            </a:xfrm>
            <a:custGeom>
              <a:avLst/>
              <a:gdLst/>
              <a:ahLst/>
              <a:cxnLst/>
              <a:rect l="l" t="t" r="r" b="b"/>
              <a:pathLst>
                <a:path w="1613" h="279" extrusionOk="0">
                  <a:moveTo>
                    <a:pt x="671" y="1"/>
                  </a:moveTo>
                  <a:cubicBezTo>
                    <a:pt x="468" y="1"/>
                    <a:pt x="261" y="55"/>
                    <a:pt x="79" y="141"/>
                  </a:cubicBezTo>
                  <a:cubicBezTo>
                    <a:pt x="0" y="180"/>
                    <a:pt x="50" y="271"/>
                    <a:pt x="117" y="271"/>
                  </a:cubicBezTo>
                  <a:cubicBezTo>
                    <a:pt x="126" y="271"/>
                    <a:pt x="136" y="269"/>
                    <a:pt x="146" y="264"/>
                  </a:cubicBezTo>
                  <a:cubicBezTo>
                    <a:pt x="331" y="174"/>
                    <a:pt x="520" y="140"/>
                    <a:pt x="711" y="140"/>
                  </a:cubicBezTo>
                  <a:cubicBezTo>
                    <a:pt x="972" y="140"/>
                    <a:pt x="1236" y="204"/>
                    <a:pt x="1496" y="276"/>
                  </a:cubicBezTo>
                  <a:cubicBezTo>
                    <a:pt x="1502" y="277"/>
                    <a:pt x="1509" y="278"/>
                    <a:pt x="1515" y="278"/>
                  </a:cubicBezTo>
                  <a:cubicBezTo>
                    <a:pt x="1590" y="278"/>
                    <a:pt x="1612" y="162"/>
                    <a:pt x="1529" y="141"/>
                  </a:cubicBezTo>
                  <a:cubicBezTo>
                    <a:pt x="1282" y="62"/>
                    <a:pt x="1035" y="17"/>
                    <a:pt x="776" y="6"/>
                  </a:cubicBezTo>
                  <a:cubicBezTo>
                    <a:pt x="741" y="3"/>
                    <a:pt x="706" y="1"/>
                    <a:pt x="671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46"/>
            <p:cNvSpPr/>
            <p:nvPr/>
          </p:nvSpPr>
          <p:spPr>
            <a:xfrm>
              <a:off x="6793599" y="1329299"/>
              <a:ext cx="339595" cy="105956"/>
            </a:xfrm>
            <a:custGeom>
              <a:avLst/>
              <a:gdLst/>
              <a:ahLst/>
              <a:cxnLst/>
              <a:rect l="l" t="t" r="r" b="b"/>
              <a:pathLst>
                <a:path w="2875" h="897" extrusionOk="0">
                  <a:moveTo>
                    <a:pt x="2228" y="1"/>
                  </a:moveTo>
                  <a:cubicBezTo>
                    <a:pt x="2158" y="1"/>
                    <a:pt x="2088" y="5"/>
                    <a:pt x="2018" y="14"/>
                  </a:cubicBezTo>
                  <a:cubicBezTo>
                    <a:pt x="1737" y="14"/>
                    <a:pt x="1468" y="36"/>
                    <a:pt x="1198" y="93"/>
                  </a:cubicBezTo>
                  <a:cubicBezTo>
                    <a:pt x="737" y="171"/>
                    <a:pt x="321" y="430"/>
                    <a:pt x="40" y="801"/>
                  </a:cubicBezTo>
                  <a:cubicBezTo>
                    <a:pt x="0" y="849"/>
                    <a:pt x="50" y="896"/>
                    <a:pt x="103" y="896"/>
                  </a:cubicBezTo>
                  <a:cubicBezTo>
                    <a:pt x="125" y="896"/>
                    <a:pt x="147" y="888"/>
                    <a:pt x="163" y="868"/>
                  </a:cubicBezTo>
                  <a:cubicBezTo>
                    <a:pt x="433" y="520"/>
                    <a:pt x="827" y="284"/>
                    <a:pt x="1265" y="216"/>
                  </a:cubicBezTo>
                  <a:cubicBezTo>
                    <a:pt x="1524" y="171"/>
                    <a:pt x="1771" y="149"/>
                    <a:pt x="2030" y="149"/>
                  </a:cubicBezTo>
                  <a:cubicBezTo>
                    <a:pt x="2092" y="143"/>
                    <a:pt x="2153" y="140"/>
                    <a:pt x="2215" y="140"/>
                  </a:cubicBezTo>
                  <a:cubicBezTo>
                    <a:pt x="2400" y="140"/>
                    <a:pt x="2583" y="166"/>
                    <a:pt x="2760" y="216"/>
                  </a:cubicBezTo>
                  <a:cubicBezTo>
                    <a:pt x="2770" y="220"/>
                    <a:pt x="2779" y="222"/>
                    <a:pt x="2788" y="222"/>
                  </a:cubicBezTo>
                  <a:cubicBezTo>
                    <a:pt x="2856" y="222"/>
                    <a:pt x="2874" y="111"/>
                    <a:pt x="2794" y="81"/>
                  </a:cubicBezTo>
                  <a:cubicBezTo>
                    <a:pt x="2613" y="32"/>
                    <a:pt x="2420" y="1"/>
                    <a:pt x="2228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46"/>
            <p:cNvSpPr/>
            <p:nvPr/>
          </p:nvSpPr>
          <p:spPr>
            <a:xfrm>
              <a:off x="7228402" y="1395329"/>
              <a:ext cx="134302" cy="284911"/>
            </a:xfrm>
            <a:custGeom>
              <a:avLst/>
              <a:gdLst/>
              <a:ahLst/>
              <a:cxnLst/>
              <a:rect l="l" t="t" r="r" b="b"/>
              <a:pathLst>
                <a:path w="1137" h="2412" extrusionOk="0">
                  <a:moveTo>
                    <a:pt x="120" y="0"/>
                  </a:moveTo>
                  <a:cubicBezTo>
                    <a:pt x="53" y="0"/>
                    <a:pt x="1" y="100"/>
                    <a:pt x="80" y="129"/>
                  </a:cubicBezTo>
                  <a:cubicBezTo>
                    <a:pt x="429" y="298"/>
                    <a:pt x="698" y="590"/>
                    <a:pt x="822" y="961"/>
                  </a:cubicBezTo>
                  <a:cubicBezTo>
                    <a:pt x="991" y="1400"/>
                    <a:pt x="991" y="1883"/>
                    <a:pt x="979" y="2344"/>
                  </a:cubicBezTo>
                  <a:cubicBezTo>
                    <a:pt x="979" y="2389"/>
                    <a:pt x="1016" y="2412"/>
                    <a:pt x="1052" y="2412"/>
                  </a:cubicBezTo>
                  <a:cubicBezTo>
                    <a:pt x="1089" y="2412"/>
                    <a:pt x="1126" y="2389"/>
                    <a:pt x="1126" y="2344"/>
                  </a:cubicBezTo>
                  <a:cubicBezTo>
                    <a:pt x="1137" y="1850"/>
                    <a:pt x="1126" y="1332"/>
                    <a:pt x="946" y="871"/>
                  </a:cubicBezTo>
                  <a:cubicBezTo>
                    <a:pt x="800" y="489"/>
                    <a:pt x="518" y="186"/>
                    <a:pt x="147" y="6"/>
                  </a:cubicBezTo>
                  <a:cubicBezTo>
                    <a:pt x="138" y="2"/>
                    <a:pt x="129" y="0"/>
                    <a:pt x="12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46"/>
            <p:cNvSpPr/>
            <p:nvPr/>
          </p:nvSpPr>
          <p:spPr>
            <a:xfrm>
              <a:off x="6204648" y="1897110"/>
              <a:ext cx="150131" cy="298259"/>
            </a:xfrm>
            <a:custGeom>
              <a:avLst/>
              <a:gdLst/>
              <a:ahLst/>
              <a:cxnLst/>
              <a:rect l="l" t="t" r="r" b="b"/>
              <a:pathLst>
                <a:path w="1271" h="2525" extrusionOk="0">
                  <a:moveTo>
                    <a:pt x="436" y="1"/>
                  </a:moveTo>
                  <a:cubicBezTo>
                    <a:pt x="419" y="1"/>
                    <a:pt x="400" y="6"/>
                    <a:pt x="383" y="19"/>
                  </a:cubicBezTo>
                  <a:cubicBezTo>
                    <a:pt x="0" y="333"/>
                    <a:pt x="34" y="986"/>
                    <a:pt x="180" y="1424"/>
                  </a:cubicBezTo>
                  <a:cubicBezTo>
                    <a:pt x="349" y="1896"/>
                    <a:pt x="686" y="2290"/>
                    <a:pt x="1136" y="2515"/>
                  </a:cubicBezTo>
                  <a:cubicBezTo>
                    <a:pt x="1148" y="2521"/>
                    <a:pt x="1159" y="2524"/>
                    <a:pt x="1170" y="2524"/>
                  </a:cubicBezTo>
                  <a:cubicBezTo>
                    <a:pt x="1231" y="2524"/>
                    <a:pt x="1270" y="2429"/>
                    <a:pt x="1203" y="2391"/>
                  </a:cubicBezTo>
                  <a:cubicBezTo>
                    <a:pt x="799" y="2188"/>
                    <a:pt x="484" y="1840"/>
                    <a:pt x="326" y="1413"/>
                  </a:cubicBezTo>
                  <a:cubicBezTo>
                    <a:pt x="191" y="1019"/>
                    <a:pt x="124" y="412"/>
                    <a:pt x="484" y="109"/>
                  </a:cubicBezTo>
                  <a:cubicBezTo>
                    <a:pt x="545" y="65"/>
                    <a:pt x="497" y="1"/>
                    <a:pt x="436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46"/>
            <p:cNvSpPr/>
            <p:nvPr/>
          </p:nvSpPr>
          <p:spPr>
            <a:xfrm>
              <a:off x="7381486" y="1721227"/>
              <a:ext cx="441769" cy="125682"/>
            </a:xfrm>
            <a:custGeom>
              <a:avLst/>
              <a:gdLst/>
              <a:ahLst/>
              <a:cxnLst/>
              <a:rect l="l" t="t" r="r" b="b"/>
              <a:pathLst>
                <a:path w="3740" h="1064" extrusionOk="0">
                  <a:moveTo>
                    <a:pt x="1932" y="0"/>
                  </a:moveTo>
                  <a:cubicBezTo>
                    <a:pt x="1493" y="0"/>
                    <a:pt x="1065" y="126"/>
                    <a:pt x="695" y="361"/>
                  </a:cubicBezTo>
                  <a:cubicBezTo>
                    <a:pt x="437" y="518"/>
                    <a:pt x="212" y="721"/>
                    <a:pt x="32" y="968"/>
                  </a:cubicBezTo>
                  <a:cubicBezTo>
                    <a:pt x="0" y="1016"/>
                    <a:pt x="53" y="1063"/>
                    <a:pt x="102" y="1063"/>
                  </a:cubicBezTo>
                  <a:cubicBezTo>
                    <a:pt x="123" y="1063"/>
                    <a:pt x="142" y="1055"/>
                    <a:pt x="156" y="1036"/>
                  </a:cubicBezTo>
                  <a:cubicBezTo>
                    <a:pt x="470" y="631"/>
                    <a:pt x="898" y="338"/>
                    <a:pt x="1392" y="204"/>
                  </a:cubicBezTo>
                  <a:cubicBezTo>
                    <a:pt x="1568" y="161"/>
                    <a:pt x="1747" y="139"/>
                    <a:pt x="1925" y="139"/>
                  </a:cubicBezTo>
                  <a:cubicBezTo>
                    <a:pt x="2259" y="139"/>
                    <a:pt x="2591" y="214"/>
                    <a:pt x="2899" y="361"/>
                  </a:cubicBezTo>
                  <a:cubicBezTo>
                    <a:pt x="3157" y="485"/>
                    <a:pt x="3393" y="665"/>
                    <a:pt x="3596" y="878"/>
                  </a:cubicBezTo>
                  <a:cubicBezTo>
                    <a:pt x="3612" y="895"/>
                    <a:pt x="3630" y="902"/>
                    <a:pt x="3647" y="902"/>
                  </a:cubicBezTo>
                  <a:cubicBezTo>
                    <a:pt x="3699" y="902"/>
                    <a:pt x="3739" y="836"/>
                    <a:pt x="3697" y="777"/>
                  </a:cubicBezTo>
                  <a:cubicBezTo>
                    <a:pt x="3315" y="361"/>
                    <a:pt x="2809" y="102"/>
                    <a:pt x="2258" y="24"/>
                  </a:cubicBezTo>
                  <a:cubicBezTo>
                    <a:pt x="2149" y="8"/>
                    <a:pt x="2040" y="0"/>
                    <a:pt x="1932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46"/>
            <p:cNvSpPr/>
            <p:nvPr/>
          </p:nvSpPr>
          <p:spPr>
            <a:xfrm>
              <a:off x="8016032" y="2035312"/>
              <a:ext cx="269904" cy="151787"/>
            </a:xfrm>
            <a:custGeom>
              <a:avLst/>
              <a:gdLst/>
              <a:ahLst/>
              <a:cxnLst/>
              <a:rect l="l" t="t" r="r" b="b"/>
              <a:pathLst>
                <a:path w="2285" h="1285" extrusionOk="0">
                  <a:moveTo>
                    <a:pt x="670" y="0"/>
                  </a:moveTo>
                  <a:cubicBezTo>
                    <a:pt x="456" y="0"/>
                    <a:pt x="245" y="55"/>
                    <a:pt x="56" y="187"/>
                  </a:cubicBezTo>
                  <a:cubicBezTo>
                    <a:pt x="1" y="223"/>
                    <a:pt x="36" y="313"/>
                    <a:pt x="94" y="313"/>
                  </a:cubicBezTo>
                  <a:cubicBezTo>
                    <a:pt x="107" y="313"/>
                    <a:pt x="121" y="309"/>
                    <a:pt x="135" y="299"/>
                  </a:cubicBezTo>
                  <a:cubicBezTo>
                    <a:pt x="302" y="187"/>
                    <a:pt x="490" y="140"/>
                    <a:pt x="680" y="140"/>
                  </a:cubicBezTo>
                  <a:cubicBezTo>
                    <a:pt x="911" y="140"/>
                    <a:pt x="1146" y="210"/>
                    <a:pt x="1349" y="321"/>
                  </a:cubicBezTo>
                  <a:cubicBezTo>
                    <a:pt x="1720" y="513"/>
                    <a:pt x="2057" y="794"/>
                    <a:pt x="2136" y="1232"/>
                  </a:cubicBezTo>
                  <a:cubicBezTo>
                    <a:pt x="2145" y="1269"/>
                    <a:pt x="2173" y="1285"/>
                    <a:pt x="2202" y="1285"/>
                  </a:cubicBezTo>
                  <a:cubicBezTo>
                    <a:pt x="2243" y="1285"/>
                    <a:pt x="2284" y="1251"/>
                    <a:pt x="2271" y="1198"/>
                  </a:cubicBezTo>
                  <a:cubicBezTo>
                    <a:pt x="2181" y="715"/>
                    <a:pt x="1821" y="389"/>
                    <a:pt x="1394" y="187"/>
                  </a:cubicBezTo>
                  <a:cubicBezTo>
                    <a:pt x="1166" y="73"/>
                    <a:pt x="916" y="0"/>
                    <a:pt x="67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46"/>
            <p:cNvSpPr/>
            <p:nvPr/>
          </p:nvSpPr>
          <p:spPr>
            <a:xfrm>
              <a:off x="7181271" y="2221354"/>
              <a:ext cx="362038" cy="150724"/>
            </a:xfrm>
            <a:custGeom>
              <a:avLst/>
              <a:gdLst/>
              <a:ahLst/>
              <a:cxnLst/>
              <a:rect l="l" t="t" r="r" b="b"/>
              <a:pathLst>
                <a:path w="3065" h="1276" extrusionOk="0">
                  <a:moveTo>
                    <a:pt x="104" y="0"/>
                  </a:moveTo>
                  <a:cubicBezTo>
                    <a:pt x="51" y="0"/>
                    <a:pt x="1" y="48"/>
                    <a:pt x="41" y="96"/>
                  </a:cubicBezTo>
                  <a:cubicBezTo>
                    <a:pt x="355" y="489"/>
                    <a:pt x="783" y="770"/>
                    <a:pt x="1255" y="927"/>
                  </a:cubicBezTo>
                  <a:cubicBezTo>
                    <a:pt x="1806" y="1130"/>
                    <a:pt x="2390" y="1242"/>
                    <a:pt x="2975" y="1276"/>
                  </a:cubicBezTo>
                  <a:cubicBezTo>
                    <a:pt x="3065" y="1276"/>
                    <a:pt x="3065" y="1141"/>
                    <a:pt x="2975" y="1130"/>
                  </a:cubicBezTo>
                  <a:cubicBezTo>
                    <a:pt x="2424" y="1107"/>
                    <a:pt x="1873" y="995"/>
                    <a:pt x="1345" y="804"/>
                  </a:cubicBezTo>
                  <a:cubicBezTo>
                    <a:pt x="884" y="669"/>
                    <a:pt x="468" y="399"/>
                    <a:pt x="164" y="28"/>
                  </a:cubicBezTo>
                  <a:cubicBezTo>
                    <a:pt x="148" y="8"/>
                    <a:pt x="126" y="0"/>
                    <a:pt x="10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46"/>
            <p:cNvSpPr/>
            <p:nvPr/>
          </p:nvSpPr>
          <p:spPr>
            <a:xfrm>
              <a:off x="7688010" y="2281123"/>
              <a:ext cx="183086" cy="93671"/>
            </a:xfrm>
            <a:custGeom>
              <a:avLst/>
              <a:gdLst/>
              <a:ahLst/>
              <a:cxnLst/>
              <a:rect l="l" t="t" r="r" b="b"/>
              <a:pathLst>
                <a:path w="1550" h="793" extrusionOk="0">
                  <a:moveTo>
                    <a:pt x="1444" y="0"/>
                  </a:moveTo>
                  <a:cubicBezTo>
                    <a:pt x="1430" y="0"/>
                    <a:pt x="1417" y="5"/>
                    <a:pt x="1406" y="17"/>
                  </a:cubicBezTo>
                  <a:cubicBezTo>
                    <a:pt x="1035" y="365"/>
                    <a:pt x="585" y="590"/>
                    <a:pt x="90" y="658"/>
                  </a:cubicBezTo>
                  <a:cubicBezTo>
                    <a:pt x="0" y="669"/>
                    <a:pt x="34" y="792"/>
                    <a:pt x="124" y="792"/>
                  </a:cubicBezTo>
                  <a:cubicBezTo>
                    <a:pt x="641" y="725"/>
                    <a:pt x="1124" y="489"/>
                    <a:pt x="1495" y="129"/>
                  </a:cubicBezTo>
                  <a:cubicBezTo>
                    <a:pt x="1549" y="75"/>
                    <a:pt x="1496" y="0"/>
                    <a:pt x="144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46"/>
            <p:cNvSpPr/>
            <p:nvPr/>
          </p:nvSpPr>
          <p:spPr>
            <a:xfrm>
              <a:off x="7020036" y="1933491"/>
              <a:ext cx="132885" cy="109972"/>
            </a:xfrm>
            <a:custGeom>
              <a:avLst/>
              <a:gdLst/>
              <a:ahLst/>
              <a:cxnLst/>
              <a:rect l="l" t="t" r="r" b="b"/>
              <a:pathLst>
                <a:path w="1125" h="931" extrusionOk="0">
                  <a:moveTo>
                    <a:pt x="105" y="0"/>
                  </a:moveTo>
                  <a:cubicBezTo>
                    <a:pt x="75" y="0"/>
                    <a:pt x="43" y="20"/>
                    <a:pt x="34" y="48"/>
                  </a:cubicBezTo>
                  <a:cubicBezTo>
                    <a:pt x="0" y="329"/>
                    <a:pt x="23" y="655"/>
                    <a:pt x="270" y="835"/>
                  </a:cubicBezTo>
                  <a:cubicBezTo>
                    <a:pt x="353" y="890"/>
                    <a:pt x="452" y="931"/>
                    <a:pt x="553" y="931"/>
                  </a:cubicBezTo>
                  <a:cubicBezTo>
                    <a:pt x="575" y="931"/>
                    <a:pt x="597" y="929"/>
                    <a:pt x="619" y="925"/>
                  </a:cubicBezTo>
                  <a:cubicBezTo>
                    <a:pt x="754" y="914"/>
                    <a:pt x="877" y="824"/>
                    <a:pt x="945" y="711"/>
                  </a:cubicBezTo>
                  <a:cubicBezTo>
                    <a:pt x="1035" y="554"/>
                    <a:pt x="1091" y="374"/>
                    <a:pt x="1113" y="194"/>
                  </a:cubicBezTo>
                  <a:cubicBezTo>
                    <a:pt x="1125" y="160"/>
                    <a:pt x="1102" y="127"/>
                    <a:pt x="1068" y="115"/>
                  </a:cubicBezTo>
                  <a:cubicBezTo>
                    <a:pt x="1062" y="113"/>
                    <a:pt x="1056" y="112"/>
                    <a:pt x="1050" y="112"/>
                  </a:cubicBezTo>
                  <a:cubicBezTo>
                    <a:pt x="1020" y="112"/>
                    <a:pt x="988" y="133"/>
                    <a:pt x="978" y="160"/>
                  </a:cubicBezTo>
                  <a:cubicBezTo>
                    <a:pt x="956" y="340"/>
                    <a:pt x="900" y="498"/>
                    <a:pt x="821" y="655"/>
                  </a:cubicBezTo>
                  <a:cubicBezTo>
                    <a:pt x="767" y="746"/>
                    <a:pt x="676" y="800"/>
                    <a:pt x="578" y="800"/>
                  </a:cubicBezTo>
                  <a:cubicBezTo>
                    <a:pt x="554" y="800"/>
                    <a:pt x="530" y="797"/>
                    <a:pt x="506" y="790"/>
                  </a:cubicBezTo>
                  <a:cubicBezTo>
                    <a:pt x="191" y="723"/>
                    <a:pt x="135" y="374"/>
                    <a:pt x="169" y="93"/>
                  </a:cubicBezTo>
                  <a:cubicBezTo>
                    <a:pt x="180" y="48"/>
                    <a:pt x="158" y="14"/>
                    <a:pt x="124" y="3"/>
                  </a:cubicBezTo>
                  <a:cubicBezTo>
                    <a:pt x="118" y="1"/>
                    <a:pt x="112" y="0"/>
                    <a:pt x="105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46"/>
            <p:cNvSpPr/>
            <p:nvPr/>
          </p:nvSpPr>
          <p:spPr>
            <a:xfrm>
              <a:off x="7059843" y="1817850"/>
              <a:ext cx="30711" cy="47131"/>
            </a:xfrm>
            <a:custGeom>
              <a:avLst/>
              <a:gdLst/>
              <a:ahLst/>
              <a:cxnLst/>
              <a:rect l="l" t="t" r="r" b="b"/>
              <a:pathLst>
                <a:path w="260" h="399" extrusionOk="0">
                  <a:moveTo>
                    <a:pt x="177" y="1"/>
                  </a:moveTo>
                  <a:cubicBezTo>
                    <a:pt x="170" y="1"/>
                    <a:pt x="164" y="2"/>
                    <a:pt x="158" y="4"/>
                  </a:cubicBezTo>
                  <a:cubicBezTo>
                    <a:pt x="147" y="15"/>
                    <a:pt x="135" y="15"/>
                    <a:pt x="113" y="26"/>
                  </a:cubicBezTo>
                  <a:cubicBezTo>
                    <a:pt x="107" y="24"/>
                    <a:pt x="101" y="24"/>
                    <a:pt x="96" y="24"/>
                  </a:cubicBezTo>
                  <a:cubicBezTo>
                    <a:pt x="68" y="24"/>
                    <a:pt x="44" y="45"/>
                    <a:pt x="34" y="83"/>
                  </a:cubicBezTo>
                  <a:cubicBezTo>
                    <a:pt x="23" y="128"/>
                    <a:pt x="12" y="173"/>
                    <a:pt x="12" y="218"/>
                  </a:cubicBezTo>
                  <a:cubicBezTo>
                    <a:pt x="1" y="274"/>
                    <a:pt x="12" y="330"/>
                    <a:pt x="45" y="375"/>
                  </a:cubicBezTo>
                  <a:cubicBezTo>
                    <a:pt x="66" y="391"/>
                    <a:pt x="92" y="399"/>
                    <a:pt x="117" y="399"/>
                  </a:cubicBezTo>
                  <a:cubicBezTo>
                    <a:pt x="146" y="399"/>
                    <a:pt x="174" y="388"/>
                    <a:pt x="192" y="364"/>
                  </a:cubicBezTo>
                  <a:cubicBezTo>
                    <a:pt x="225" y="319"/>
                    <a:pt x="248" y="274"/>
                    <a:pt x="248" y="229"/>
                  </a:cubicBezTo>
                  <a:cubicBezTo>
                    <a:pt x="259" y="173"/>
                    <a:pt x="259" y="116"/>
                    <a:pt x="248" y="49"/>
                  </a:cubicBezTo>
                  <a:cubicBezTo>
                    <a:pt x="239" y="21"/>
                    <a:pt x="207" y="1"/>
                    <a:pt x="177" y="1"/>
                  </a:cubicBezTo>
                  <a:close/>
                </a:path>
              </a:pathLst>
            </a:custGeom>
            <a:solidFill>
              <a:srgbClr val="3F9CAC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46"/>
            <p:cNvSpPr/>
            <p:nvPr/>
          </p:nvSpPr>
          <p:spPr>
            <a:xfrm>
              <a:off x="7114297" y="1827890"/>
              <a:ext cx="34609" cy="43705"/>
            </a:xfrm>
            <a:custGeom>
              <a:avLst/>
              <a:gdLst/>
              <a:ahLst/>
              <a:cxnLst/>
              <a:rect l="l" t="t" r="r" b="b"/>
              <a:pathLst>
                <a:path w="293" h="370" extrusionOk="0">
                  <a:moveTo>
                    <a:pt x="141" y="0"/>
                  </a:moveTo>
                  <a:cubicBezTo>
                    <a:pt x="133" y="0"/>
                    <a:pt x="124" y="3"/>
                    <a:pt x="113" y="9"/>
                  </a:cubicBezTo>
                  <a:cubicBezTo>
                    <a:pt x="90" y="9"/>
                    <a:pt x="79" y="20"/>
                    <a:pt x="68" y="31"/>
                  </a:cubicBezTo>
                  <a:cubicBezTo>
                    <a:pt x="12" y="121"/>
                    <a:pt x="0" y="234"/>
                    <a:pt x="57" y="335"/>
                  </a:cubicBezTo>
                  <a:cubicBezTo>
                    <a:pt x="64" y="357"/>
                    <a:pt x="85" y="369"/>
                    <a:pt x="109" y="369"/>
                  </a:cubicBezTo>
                  <a:cubicBezTo>
                    <a:pt x="121" y="369"/>
                    <a:pt x="135" y="365"/>
                    <a:pt x="147" y="357"/>
                  </a:cubicBezTo>
                  <a:cubicBezTo>
                    <a:pt x="248" y="301"/>
                    <a:pt x="293" y="177"/>
                    <a:pt x="259" y="65"/>
                  </a:cubicBezTo>
                  <a:cubicBezTo>
                    <a:pt x="248" y="43"/>
                    <a:pt x="225" y="20"/>
                    <a:pt x="203" y="9"/>
                  </a:cubicBezTo>
                  <a:lnTo>
                    <a:pt x="169" y="9"/>
                  </a:lnTo>
                  <a:cubicBezTo>
                    <a:pt x="158" y="3"/>
                    <a:pt x="149" y="0"/>
                    <a:pt x="141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60" name="Google Shape;2260;p46"/>
          <p:cNvGrpSpPr/>
          <p:nvPr/>
        </p:nvGrpSpPr>
        <p:grpSpPr>
          <a:xfrm>
            <a:off x="1517279" y="190323"/>
            <a:ext cx="1523884" cy="689361"/>
            <a:chOff x="5935450" y="921661"/>
            <a:chExt cx="739786" cy="334641"/>
          </a:xfrm>
        </p:grpSpPr>
        <p:sp>
          <p:nvSpPr>
            <p:cNvPr id="2261" name="Google Shape;2261;p46"/>
            <p:cNvSpPr/>
            <p:nvPr/>
          </p:nvSpPr>
          <p:spPr>
            <a:xfrm>
              <a:off x="5935450" y="921661"/>
              <a:ext cx="739786" cy="334641"/>
            </a:xfrm>
            <a:custGeom>
              <a:avLst/>
              <a:gdLst/>
              <a:ahLst/>
              <a:cxnLst/>
              <a:rect l="l" t="t" r="r" b="b"/>
              <a:pathLst>
                <a:path w="6263" h="2833" extrusionOk="0">
                  <a:moveTo>
                    <a:pt x="2871" y="1"/>
                  </a:moveTo>
                  <a:cubicBezTo>
                    <a:pt x="2673" y="1"/>
                    <a:pt x="2473" y="50"/>
                    <a:pt x="2291" y="148"/>
                  </a:cubicBezTo>
                  <a:cubicBezTo>
                    <a:pt x="1571" y="519"/>
                    <a:pt x="1717" y="1160"/>
                    <a:pt x="1717" y="1160"/>
                  </a:cubicBezTo>
                  <a:cubicBezTo>
                    <a:pt x="1717" y="1160"/>
                    <a:pt x="1364" y="1022"/>
                    <a:pt x="996" y="1022"/>
                  </a:cubicBezTo>
                  <a:cubicBezTo>
                    <a:pt x="675" y="1022"/>
                    <a:pt x="342" y="1127"/>
                    <a:pt x="222" y="1520"/>
                  </a:cubicBezTo>
                  <a:cubicBezTo>
                    <a:pt x="0" y="2243"/>
                    <a:pt x="581" y="2594"/>
                    <a:pt x="1290" y="2594"/>
                  </a:cubicBezTo>
                  <a:cubicBezTo>
                    <a:pt x="1407" y="2594"/>
                    <a:pt x="1528" y="2585"/>
                    <a:pt x="1650" y="2566"/>
                  </a:cubicBezTo>
                  <a:cubicBezTo>
                    <a:pt x="1650" y="2566"/>
                    <a:pt x="2679" y="2833"/>
                    <a:pt x="3721" y="2833"/>
                  </a:cubicBezTo>
                  <a:cubicBezTo>
                    <a:pt x="4603" y="2833"/>
                    <a:pt x="5492" y="2642"/>
                    <a:pt x="5776" y="1936"/>
                  </a:cubicBezTo>
                  <a:cubicBezTo>
                    <a:pt x="6262" y="754"/>
                    <a:pt x="5178" y="50"/>
                    <a:pt x="4281" y="50"/>
                  </a:cubicBezTo>
                  <a:cubicBezTo>
                    <a:pt x="4018" y="50"/>
                    <a:pt x="3770" y="111"/>
                    <a:pt x="3583" y="238"/>
                  </a:cubicBezTo>
                  <a:cubicBezTo>
                    <a:pt x="3375" y="81"/>
                    <a:pt x="3125" y="1"/>
                    <a:pt x="2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46"/>
            <p:cNvSpPr/>
            <p:nvPr/>
          </p:nvSpPr>
          <p:spPr>
            <a:xfrm>
              <a:off x="6282962" y="966429"/>
              <a:ext cx="44531" cy="25396"/>
            </a:xfrm>
            <a:custGeom>
              <a:avLst/>
              <a:gdLst/>
              <a:ahLst/>
              <a:cxnLst/>
              <a:rect l="l" t="t" r="r" b="b"/>
              <a:pathLst>
                <a:path w="377" h="215" extrusionOk="0">
                  <a:moveTo>
                    <a:pt x="149" y="1"/>
                  </a:moveTo>
                  <a:cubicBezTo>
                    <a:pt x="114" y="1"/>
                    <a:pt x="79" y="10"/>
                    <a:pt x="46" y="28"/>
                  </a:cubicBezTo>
                  <a:cubicBezTo>
                    <a:pt x="12" y="50"/>
                    <a:pt x="1" y="95"/>
                    <a:pt x="23" y="129"/>
                  </a:cubicBezTo>
                  <a:cubicBezTo>
                    <a:pt x="40" y="146"/>
                    <a:pt x="62" y="156"/>
                    <a:pt x="86" y="156"/>
                  </a:cubicBezTo>
                  <a:cubicBezTo>
                    <a:pt x="95" y="156"/>
                    <a:pt x="104" y="155"/>
                    <a:pt x="113" y="152"/>
                  </a:cubicBezTo>
                  <a:lnTo>
                    <a:pt x="181" y="152"/>
                  </a:lnTo>
                  <a:lnTo>
                    <a:pt x="203" y="163"/>
                  </a:lnTo>
                  <a:lnTo>
                    <a:pt x="214" y="174"/>
                  </a:lnTo>
                  <a:cubicBezTo>
                    <a:pt x="232" y="203"/>
                    <a:pt x="257" y="214"/>
                    <a:pt x="280" y="214"/>
                  </a:cubicBezTo>
                  <a:cubicBezTo>
                    <a:pt x="331" y="214"/>
                    <a:pt x="376" y="160"/>
                    <a:pt x="338" y="107"/>
                  </a:cubicBezTo>
                  <a:cubicBezTo>
                    <a:pt x="292" y="38"/>
                    <a:pt x="221" y="1"/>
                    <a:pt x="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46"/>
            <p:cNvSpPr/>
            <p:nvPr/>
          </p:nvSpPr>
          <p:spPr>
            <a:xfrm>
              <a:off x="6171456" y="969973"/>
              <a:ext cx="77132" cy="98042"/>
            </a:xfrm>
            <a:custGeom>
              <a:avLst/>
              <a:gdLst/>
              <a:ahLst/>
              <a:cxnLst/>
              <a:rect l="l" t="t" r="r" b="b"/>
              <a:pathLst>
                <a:path w="653" h="830" extrusionOk="0">
                  <a:moveTo>
                    <a:pt x="488" y="1"/>
                  </a:moveTo>
                  <a:cubicBezTo>
                    <a:pt x="370" y="1"/>
                    <a:pt x="241" y="98"/>
                    <a:pt x="180" y="189"/>
                  </a:cubicBezTo>
                  <a:cubicBezTo>
                    <a:pt x="57" y="358"/>
                    <a:pt x="0" y="560"/>
                    <a:pt x="0" y="762"/>
                  </a:cubicBezTo>
                  <a:cubicBezTo>
                    <a:pt x="0" y="796"/>
                    <a:pt x="34" y="830"/>
                    <a:pt x="79" y="830"/>
                  </a:cubicBezTo>
                  <a:cubicBezTo>
                    <a:pt x="113" y="830"/>
                    <a:pt x="146" y="796"/>
                    <a:pt x="146" y="762"/>
                  </a:cubicBezTo>
                  <a:cubicBezTo>
                    <a:pt x="146" y="605"/>
                    <a:pt x="180" y="448"/>
                    <a:pt x="259" y="313"/>
                  </a:cubicBezTo>
                  <a:cubicBezTo>
                    <a:pt x="293" y="257"/>
                    <a:pt x="338" y="212"/>
                    <a:pt x="394" y="178"/>
                  </a:cubicBezTo>
                  <a:cubicBezTo>
                    <a:pt x="428" y="155"/>
                    <a:pt x="450" y="144"/>
                    <a:pt x="484" y="144"/>
                  </a:cubicBezTo>
                  <a:lnTo>
                    <a:pt x="529" y="144"/>
                  </a:lnTo>
                  <a:cubicBezTo>
                    <a:pt x="536" y="166"/>
                    <a:pt x="557" y="178"/>
                    <a:pt x="581" y="178"/>
                  </a:cubicBezTo>
                  <a:cubicBezTo>
                    <a:pt x="593" y="178"/>
                    <a:pt x="607" y="175"/>
                    <a:pt x="619" y="167"/>
                  </a:cubicBezTo>
                  <a:cubicBezTo>
                    <a:pt x="652" y="144"/>
                    <a:pt x="652" y="110"/>
                    <a:pt x="641" y="77"/>
                  </a:cubicBezTo>
                  <a:cubicBezTo>
                    <a:pt x="598" y="22"/>
                    <a:pt x="544" y="1"/>
                    <a:pt x="4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46"/>
            <p:cNvSpPr/>
            <p:nvPr/>
          </p:nvSpPr>
          <p:spPr>
            <a:xfrm>
              <a:off x="6508809" y="1003047"/>
              <a:ext cx="74416" cy="136904"/>
            </a:xfrm>
            <a:custGeom>
              <a:avLst/>
              <a:gdLst/>
              <a:ahLst/>
              <a:cxnLst/>
              <a:rect l="l" t="t" r="r" b="b"/>
              <a:pathLst>
                <a:path w="630" h="1159" extrusionOk="0">
                  <a:moveTo>
                    <a:pt x="100" y="1"/>
                  </a:moveTo>
                  <a:cubicBezTo>
                    <a:pt x="39" y="1"/>
                    <a:pt x="1" y="94"/>
                    <a:pt x="67" y="123"/>
                  </a:cubicBezTo>
                  <a:cubicBezTo>
                    <a:pt x="416" y="291"/>
                    <a:pt x="562" y="707"/>
                    <a:pt x="393" y="1056"/>
                  </a:cubicBezTo>
                  <a:cubicBezTo>
                    <a:pt x="370" y="1110"/>
                    <a:pt x="416" y="1158"/>
                    <a:pt x="461" y="1158"/>
                  </a:cubicBezTo>
                  <a:cubicBezTo>
                    <a:pt x="482" y="1158"/>
                    <a:pt x="503" y="1148"/>
                    <a:pt x="517" y="1123"/>
                  </a:cubicBezTo>
                  <a:cubicBezTo>
                    <a:pt x="618" y="921"/>
                    <a:pt x="629" y="674"/>
                    <a:pt x="551" y="460"/>
                  </a:cubicBezTo>
                  <a:cubicBezTo>
                    <a:pt x="472" y="258"/>
                    <a:pt x="326" y="100"/>
                    <a:pt x="135" y="10"/>
                  </a:cubicBezTo>
                  <a:cubicBezTo>
                    <a:pt x="123" y="4"/>
                    <a:pt x="111" y="1"/>
                    <a:pt x="1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46"/>
            <p:cNvSpPr/>
            <p:nvPr/>
          </p:nvSpPr>
          <p:spPr>
            <a:xfrm>
              <a:off x="5997582" y="1091992"/>
              <a:ext cx="63785" cy="54454"/>
            </a:xfrm>
            <a:custGeom>
              <a:avLst/>
              <a:gdLst/>
              <a:ahLst/>
              <a:cxnLst/>
              <a:rect l="l" t="t" r="r" b="b"/>
              <a:pathLst>
                <a:path w="540" h="461" extrusionOk="0">
                  <a:moveTo>
                    <a:pt x="395" y="1"/>
                  </a:moveTo>
                  <a:cubicBezTo>
                    <a:pt x="183" y="1"/>
                    <a:pt x="1" y="175"/>
                    <a:pt x="11" y="393"/>
                  </a:cubicBezTo>
                  <a:cubicBezTo>
                    <a:pt x="11" y="438"/>
                    <a:pt x="45" y="460"/>
                    <a:pt x="78" y="460"/>
                  </a:cubicBezTo>
                  <a:cubicBezTo>
                    <a:pt x="112" y="460"/>
                    <a:pt x="146" y="438"/>
                    <a:pt x="146" y="393"/>
                  </a:cubicBezTo>
                  <a:cubicBezTo>
                    <a:pt x="146" y="382"/>
                    <a:pt x="146" y="370"/>
                    <a:pt x="146" y="359"/>
                  </a:cubicBezTo>
                  <a:lnTo>
                    <a:pt x="146" y="337"/>
                  </a:lnTo>
                  <a:lnTo>
                    <a:pt x="157" y="303"/>
                  </a:lnTo>
                  <a:cubicBezTo>
                    <a:pt x="157" y="303"/>
                    <a:pt x="157" y="303"/>
                    <a:pt x="157" y="292"/>
                  </a:cubicBezTo>
                  <a:cubicBezTo>
                    <a:pt x="157" y="280"/>
                    <a:pt x="168" y="280"/>
                    <a:pt x="168" y="269"/>
                  </a:cubicBezTo>
                  <a:lnTo>
                    <a:pt x="179" y="258"/>
                  </a:lnTo>
                  <a:lnTo>
                    <a:pt x="179" y="247"/>
                  </a:lnTo>
                  <a:cubicBezTo>
                    <a:pt x="191" y="224"/>
                    <a:pt x="213" y="213"/>
                    <a:pt x="224" y="202"/>
                  </a:cubicBezTo>
                  <a:lnTo>
                    <a:pt x="236" y="190"/>
                  </a:lnTo>
                  <a:lnTo>
                    <a:pt x="269" y="168"/>
                  </a:lnTo>
                  <a:lnTo>
                    <a:pt x="292" y="168"/>
                  </a:lnTo>
                  <a:cubicBezTo>
                    <a:pt x="303" y="168"/>
                    <a:pt x="314" y="157"/>
                    <a:pt x="326" y="157"/>
                  </a:cubicBezTo>
                  <a:lnTo>
                    <a:pt x="427" y="157"/>
                  </a:lnTo>
                  <a:cubicBezTo>
                    <a:pt x="433" y="159"/>
                    <a:pt x="439" y="160"/>
                    <a:pt x="445" y="160"/>
                  </a:cubicBezTo>
                  <a:cubicBezTo>
                    <a:pt x="475" y="160"/>
                    <a:pt x="507" y="139"/>
                    <a:pt x="517" y="112"/>
                  </a:cubicBezTo>
                  <a:cubicBezTo>
                    <a:pt x="539" y="78"/>
                    <a:pt x="517" y="22"/>
                    <a:pt x="483" y="11"/>
                  </a:cubicBezTo>
                  <a:cubicBezTo>
                    <a:pt x="454" y="4"/>
                    <a:pt x="424" y="1"/>
                    <a:pt x="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46"/>
            <p:cNvSpPr/>
            <p:nvPr/>
          </p:nvSpPr>
          <p:spPr>
            <a:xfrm>
              <a:off x="6381238" y="947648"/>
              <a:ext cx="91779" cy="39571"/>
            </a:xfrm>
            <a:custGeom>
              <a:avLst/>
              <a:gdLst/>
              <a:ahLst/>
              <a:cxnLst/>
              <a:rect l="l" t="t" r="r" b="b"/>
              <a:pathLst>
                <a:path w="777" h="335" extrusionOk="0">
                  <a:moveTo>
                    <a:pt x="422" y="0"/>
                  </a:moveTo>
                  <a:cubicBezTo>
                    <a:pt x="267" y="0"/>
                    <a:pt x="111" y="81"/>
                    <a:pt x="23" y="232"/>
                  </a:cubicBezTo>
                  <a:cubicBezTo>
                    <a:pt x="0" y="286"/>
                    <a:pt x="45" y="334"/>
                    <a:pt x="91" y="334"/>
                  </a:cubicBezTo>
                  <a:cubicBezTo>
                    <a:pt x="112" y="334"/>
                    <a:pt x="133" y="324"/>
                    <a:pt x="147" y="299"/>
                  </a:cubicBezTo>
                  <a:cubicBezTo>
                    <a:pt x="203" y="194"/>
                    <a:pt x="310" y="136"/>
                    <a:pt x="418" y="136"/>
                  </a:cubicBezTo>
                  <a:cubicBezTo>
                    <a:pt x="505" y="136"/>
                    <a:pt x="592" y="174"/>
                    <a:pt x="653" y="254"/>
                  </a:cubicBezTo>
                  <a:cubicBezTo>
                    <a:pt x="670" y="266"/>
                    <a:pt x="689" y="271"/>
                    <a:pt x="707" y="271"/>
                  </a:cubicBezTo>
                  <a:cubicBezTo>
                    <a:pt x="726" y="271"/>
                    <a:pt x="743" y="266"/>
                    <a:pt x="754" y="254"/>
                  </a:cubicBezTo>
                  <a:cubicBezTo>
                    <a:pt x="776" y="221"/>
                    <a:pt x="776" y="176"/>
                    <a:pt x="754" y="153"/>
                  </a:cubicBezTo>
                  <a:cubicBezTo>
                    <a:pt x="665" y="50"/>
                    <a:pt x="544" y="0"/>
                    <a:pt x="4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67" name="Google Shape;2267;p46"/>
          <p:cNvSpPr/>
          <p:nvPr/>
        </p:nvSpPr>
        <p:spPr>
          <a:xfrm>
            <a:off x="7252146" y="3863253"/>
            <a:ext cx="113197" cy="108485"/>
          </a:xfrm>
          <a:custGeom>
            <a:avLst/>
            <a:gdLst/>
            <a:ahLst/>
            <a:cxnLst/>
            <a:rect l="l" t="t" r="r" b="b"/>
            <a:pathLst>
              <a:path w="1057" h="1013" extrusionOk="0">
                <a:moveTo>
                  <a:pt x="203" y="1"/>
                </a:moveTo>
                <a:lnTo>
                  <a:pt x="259" y="372"/>
                </a:lnTo>
                <a:lnTo>
                  <a:pt x="0" y="630"/>
                </a:lnTo>
                <a:lnTo>
                  <a:pt x="360" y="687"/>
                </a:lnTo>
                <a:lnTo>
                  <a:pt x="529" y="1013"/>
                </a:lnTo>
                <a:lnTo>
                  <a:pt x="697" y="687"/>
                </a:lnTo>
                <a:lnTo>
                  <a:pt x="1057" y="630"/>
                </a:lnTo>
                <a:lnTo>
                  <a:pt x="798" y="372"/>
                </a:lnTo>
                <a:lnTo>
                  <a:pt x="855" y="1"/>
                </a:lnTo>
                <a:lnTo>
                  <a:pt x="529" y="181"/>
                </a:lnTo>
                <a:lnTo>
                  <a:pt x="20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8" name="Google Shape;2268;p46"/>
          <p:cNvSpPr/>
          <p:nvPr/>
        </p:nvSpPr>
        <p:spPr>
          <a:xfrm>
            <a:off x="2012434" y="4455453"/>
            <a:ext cx="88030" cy="85567"/>
          </a:xfrm>
          <a:custGeom>
            <a:avLst/>
            <a:gdLst/>
            <a:ahLst/>
            <a:cxnLst/>
            <a:rect l="l" t="t" r="r" b="b"/>
            <a:pathLst>
              <a:path w="822" h="799" extrusionOk="0">
                <a:moveTo>
                  <a:pt x="383" y="1"/>
                </a:moveTo>
                <a:lnTo>
                  <a:pt x="282" y="270"/>
                </a:lnTo>
                <a:lnTo>
                  <a:pt x="1" y="327"/>
                </a:lnTo>
                <a:lnTo>
                  <a:pt x="226" y="518"/>
                </a:lnTo>
                <a:lnTo>
                  <a:pt x="192" y="799"/>
                </a:lnTo>
                <a:lnTo>
                  <a:pt x="439" y="641"/>
                </a:lnTo>
                <a:lnTo>
                  <a:pt x="698" y="754"/>
                </a:lnTo>
                <a:lnTo>
                  <a:pt x="698" y="754"/>
                </a:lnTo>
                <a:lnTo>
                  <a:pt x="631" y="484"/>
                </a:lnTo>
                <a:lnTo>
                  <a:pt x="822" y="259"/>
                </a:lnTo>
                <a:lnTo>
                  <a:pt x="529" y="248"/>
                </a:lnTo>
                <a:lnTo>
                  <a:pt x="38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9" name="Google Shape;2269;p46"/>
          <p:cNvSpPr/>
          <p:nvPr/>
        </p:nvSpPr>
        <p:spPr>
          <a:xfrm>
            <a:off x="7983605" y="2926886"/>
            <a:ext cx="62649" cy="63934"/>
          </a:xfrm>
          <a:custGeom>
            <a:avLst/>
            <a:gdLst/>
            <a:ahLst/>
            <a:cxnLst/>
            <a:rect l="l" t="t" r="r" b="b"/>
            <a:pathLst>
              <a:path w="585" h="597" extrusionOk="0">
                <a:moveTo>
                  <a:pt x="326" y="1"/>
                </a:moveTo>
                <a:lnTo>
                  <a:pt x="203" y="181"/>
                </a:lnTo>
                <a:lnTo>
                  <a:pt x="0" y="169"/>
                </a:lnTo>
                <a:lnTo>
                  <a:pt x="124" y="338"/>
                </a:lnTo>
                <a:lnTo>
                  <a:pt x="45" y="540"/>
                </a:lnTo>
                <a:lnTo>
                  <a:pt x="247" y="473"/>
                </a:lnTo>
                <a:lnTo>
                  <a:pt x="416" y="597"/>
                </a:lnTo>
                <a:lnTo>
                  <a:pt x="416" y="383"/>
                </a:lnTo>
                <a:lnTo>
                  <a:pt x="585" y="270"/>
                </a:lnTo>
                <a:lnTo>
                  <a:pt x="382" y="203"/>
                </a:lnTo>
                <a:lnTo>
                  <a:pt x="326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3" name="Google Shape;2243;p46"/>
          <p:cNvSpPr txBox="1">
            <a:spLocks noGrp="1"/>
          </p:cNvSpPr>
          <p:nvPr>
            <p:ph type="ctrTitle"/>
          </p:nvPr>
        </p:nvSpPr>
        <p:spPr>
          <a:xfrm>
            <a:off x="2075949" y="1651785"/>
            <a:ext cx="4989510" cy="142953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1" dirty="0"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rPr>
              <a:t>MI CLIMA</a:t>
            </a:r>
            <a:endParaRPr sz="6000" dirty="0">
              <a:solidFill>
                <a:schemeClr val="accent3"/>
              </a:solidFill>
            </a:endParaRPr>
          </a:p>
        </p:txBody>
      </p:sp>
      <p:sp>
        <p:nvSpPr>
          <p:cNvPr id="2" name="Google Shape;2244;p46">
            <a:extLst>
              <a:ext uri="{FF2B5EF4-FFF2-40B4-BE49-F238E27FC236}">
                <a16:creationId xmlns:a16="http://schemas.microsoft.com/office/drawing/2014/main" id="{A02524F8-2D58-A573-7F76-B85E42ED0360}"/>
              </a:ext>
            </a:extLst>
          </p:cNvPr>
          <p:cNvSpPr txBox="1">
            <a:spLocks/>
          </p:cNvSpPr>
          <p:nvPr/>
        </p:nvSpPr>
        <p:spPr>
          <a:xfrm>
            <a:off x="1667154" y="4200701"/>
            <a:ext cx="5807100" cy="3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Syne"/>
              <a:buNone/>
              <a:defRPr sz="1600" b="0" i="0" u="none" strike="noStrike" cap="none">
                <a:solidFill>
                  <a:schemeClr val="accent3"/>
                </a:solidFill>
                <a:latin typeface="Syne"/>
                <a:ea typeface="Syne"/>
                <a:cs typeface="Syne"/>
                <a:sym typeface="Syn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yne"/>
              <a:buNone/>
              <a:defRPr sz="1800" b="0" i="0" u="none" strike="noStrike" cap="none">
                <a:solidFill>
                  <a:schemeClr val="accent3"/>
                </a:solidFill>
                <a:latin typeface="Syne"/>
                <a:ea typeface="Syne"/>
                <a:cs typeface="Syne"/>
                <a:sym typeface="Syn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yne"/>
              <a:buNone/>
              <a:defRPr sz="1800" b="0" i="0" u="none" strike="noStrike" cap="none">
                <a:solidFill>
                  <a:schemeClr val="accent3"/>
                </a:solidFill>
                <a:latin typeface="Syne"/>
                <a:ea typeface="Syne"/>
                <a:cs typeface="Syne"/>
                <a:sym typeface="Syn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yne"/>
              <a:buNone/>
              <a:defRPr sz="1800" b="0" i="0" u="none" strike="noStrike" cap="none">
                <a:solidFill>
                  <a:schemeClr val="accent3"/>
                </a:solidFill>
                <a:latin typeface="Syne"/>
                <a:ea typeface="Syne"/>
                <a:cs typeface="Syne"/>
                <a:sym typeface="Syn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yne"/>
              <a:buNone/>
              <a:defRPr sz="1800" b="0" i="0" u="none" strike="noStrike" cap="none">
                <a:solidFill>
                  <a:schemeClr val="accent3"/>
                </a:solidFill>
                <a:latin typeface="Syne"/>
                <a:ea typeface="Syne"/>
                <a:cs typeface="Syne"/>
                <a:sym typeface="Syn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yne"/>
              <a:buNone/>
              <a:defRPr sz="1800" b="0" i="0" u="none" strike="noStrike" cap="none">
                <a:solidFill>
                  <a:schemeClr val="accent3"/>
                </a:solidFill>
                <a:latin typeface="Syne"/>
                <a:ea typeface="Syne"/>
                <a:cs typeface="Syne"/>
                <a:sym typeface="Syn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yne"/>
              <a:buNone/>
              <a:defRPr sz="1800" b="0" i="0" u="none" strike="noStrike" cap="none">
                <a:solidFill>
                  <a:schemeClr val="accent3"/>
                </a:solidFill>
                <a:latin typeface="Syne"/>
                <a:ea typeface="Syne"/>
                <a:cs typeface="Syne"/>
                <a:sym typeface="Syn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yne"/>
              <a:buNone/>
              <a:defRPr sz="1800" b="0" i="0" u="none" strike="noStrike" cap="none">
                <a:solidFill>
                  <a:schemeClr val="accent3"/>
                </a:solidFill>
                <a:latin typeface="Syne"/>
                <a:ea typeface="Syne"/>
                <a:cs typeface="Syne"/>
                <a:sym typeface="Syn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yne"/>
              <a:buNone/>
              <a:defRPr sz="1800" b="0" i="0" u="none" strike="noStrike" cap="none">
                <a:solidFill>
                  <a:schemeClr val="accent3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pPr marL="0" indent="0" algn="ctr"/>
            <a:r>
              <a:rPr lang="es-MX" sz="1100" dirty="0">
                <a:solidFill>
                  <a:srgbClr val="3D6D70"/>
                </a:solidFill>
              </a:rPr>
              <a:t>JHONATAN CHAVEZ - CIBERTEC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5" name="Google Shape;3535;p71"/>
          <p:cNvSpPr txBox="1">
            <a:spLocks noGrp="1"/>
          </p:cNvSpPr>
          <p:nvPr>
            <p:ph type="title"/>
          </p:nvPr>
        </p:nvSpPr>
        <p:spPr>
          <a:xfrm>
            <a:off x="719999" y="68178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INTEGRANTES</a:t>
            </a:r>
            <a:endParaRPr b="0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25B848B8-7BB5-FB2A-30F3-96E93633F1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801689"/>
              </p:ext>
            </p:extLst>
          </p:nvPr>
        </p:nvGraphicFramePr>
        <p:xfrm>
          <a:off x="953860" y="1627738"/>
          <a:ext cx="7236279" cy="2269672"/>
        </p:xfrm>
        <a:graphic>
          <a:graphicData uri="http://schemas.openxmlformats.org/drawingml/2006/table">
            <a:tbl>
              <a:tblPr firstRow="1" bandRow="1">
                <a:tableStyleId>{89018BAB-06CA-4E94-8647-95529FA109E4}</a:tableStyleId>
              </a:tblPr>
              <a:tblGrid>
                <a:gridCol w="2279197">
                  <a:extLst>
                    <a:ext uri="{9D8B030D-6E8A-4147-A177-3AD203B41FA5}">
                      <a16:colId xmlns:a16="http://schemas.microsoft.com/office/drawing/2014/main" val="2588843591"/>
                    </a:ext>
                  </a:extLst>
                </a:gridCol>
                <a:gridCol w="4957082">
                  <a:extLst>
                    <a:ext uri="{9D8B030D-6E8A-4147-A177-3AD203B41FA5}">
                      <a16:colId xmlns:a16="http://schemas.microsoft.com/office/drawing/2014/main" val="2074725229"/>
                    </a:ext>
                  </a:extLst>
                </a:gridCol>
              </a:tblGrid>
              <a:tr h="548080"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Syne" panose="020B0604020202020204" charset="0"/>
                        </a:rPr>
                        <a:t>i202406759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6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Syne" panose="020B0604020202020204" charset="0"/>
                        </a:rPr>
                        <a:t>Diego Armando Castilla Coba.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0333601"/>
                  </a:ext>
                </a:extLst>
              </a:tr>
              <a:tr h="5738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PE" sz="16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Syne" panose="020B0604020202020204" charset="0"/>
                        </a:rPr>
                        <a:t>i202406759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600" dirty="0" err="1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Syne" panose="020B0604020202020204" charset="0"/>
                        </a:rPr>
                        <a:t>Bryam</a:t>
                      </a:r>
                      <a:r>
                        <a:rPr lang="es-PE" sz="16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Syne" panose="020B0604020202020204" charset="0"/>
                        </a:rPr>
                        <a:t> Oswaldo </a:t>
                      </a:r>
                      <a:r>
                        <a:rPr lang="es-PE" sz="1600" dirty="0" err="1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Syne" panose="020B0604020202020204" charset="0"/>
                        </a:rPr>
                        <a:t>Fernandez</a:t>
                      </a:r>
                      <a:r>
                        <a:rPr lang="es-PE" sz="16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Syne" panose="020B0604020202020204" charset="0"/>
                        </a:rPr>
                        <a:t> </a:t>
                      </a:r>
                      <a:r>
                        <a:rPr lang="es-PE" sz="1600" dirty="0" err="1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Syne" panose="020B0604020202020204" charset="0"/>
                        </a:rPr>
                        <a:t>Jimenez</a:t>
                      </a:r>
                      <a:r>
                        <a:rPr lang="es-PE" sz="16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Syne" panose="020B0604020202020204" charset="0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4016732"/>
                  </a:ext>
                </a:extLst>
              </a:tr>
              <a:tr h="5738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PE" sz="16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Syne" panose="020B0604020202020204" charset="0"/>
                        </a:rPr>
                        <a:t>i202406759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Syne" panose="020B0604020202020204" charset="0"/>
                        </a:rPr>
                        <a:t>Alexandra Nina Vera Salinas.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8402093"/>
                  </a:ext>
                </a:extLst>
              </a:tr>
              <a:tr h="57386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PE" sz="16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Syne" panose="020B0604020202020204" charset="0"/>
                        </a:rPr>
                        <a:t>i202406759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600" dirty="0" err="1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Syne" panose="020B0604020202020204" charset="0"/>
                        </a:rPr>
                        <a:t>Sebastian</a:t>
                      </a:r>
                      <a:r>
                        <a:rPr lang="es-PE" sz="1600" dirty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Syne" panose="020B0604020202020204" charset="0"/>
                        </a:rPr>
                        <a:t> Isla Lozada.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577204"/>
                  </a:ext>
                </a:extLst>
              </a:tr>
            </a:tbl>
          </a:graphicData>
        </a:graphic>
      </p:graphicFrame>
      <p:grpSp>
        <p:nvGrpSpPr>
          <p:cNvPr id="3" name="Google Shape;2514;p55">
            <a:extLst>
              <a:ext uri="{FF2B5EF4-FFF2-40B4-BE49-F238E27FC236}">
                <a16:creationId xmlns:a16="http://schemas.microsoft.com/office/drawing/2014/main" id="{C27D125F-B004-CD34-3E71-135F4B621B72}"/>
              </a:ext>
            </a:extLst>
          </p:cNvPr>
          <p:cNvGrpSpPr/>
          <p:nvPr/>
        </p:nvGrpSpPr>
        <p:grpSpPr>
          <a:xfrm>
            <a:off x="-311791" y="0"/>
            <a:ext cx="2382435" cy="1477716"/>
            <a:chOff x="3764424" y="69889"/>
            <a:chExt cx="2382435" cy="1477716"/>
          </a:xfrm>
        </p:grpSpPr>
        <p:sp>
          <p:nvSpPr>
            <p:cNvPr id="4" name="Google Shape;2515;p55">
              <a:extLst>
                <a:ext uri="{FF2B5EF4-FFF2-40B4-BE49-F238E27FC236}">
                  <a16:creationId xmlns:a16="http://schemas.microsoft.com/office/drawing/2014/main" id="{64F05E48-C2D4-BF7E-A455-60368CDE32FF}"/>
                </a:ext>
              </a:extLst>
            </p:cNvPr>
            <p:cNvSpPr/>
            <p:nvPr/>
          </p:nvSpPr>
          <p:spPr>
            <a:xfrm rot="-516949">
              <a:off x="5477959" y="1093607"/>
              <a:ext cx="236511" cy="291133"/>
            </a:xfrm>
            <a:custGeom>
              <a:avLst/>
              <a:gdLst/>
              <a:ahLst/>
              <a:cxnLst/>
              <a:rect l="l" t="t" r="r" b="b"/>
              <a:pathLst>
                <a:path w="3018" h="3715" extrusionOk="0">
                  <a:moveTo>
                    <a:pt x="781" y="1"/>
                  </a:moveTo>
                  <a:cubicBezTo>
                    <a:pt x="750" y="1"/>
                    <a:pt x="719" y="16"/>
                    <a:pt x="698" y="53"/>
                  </a:cubicBezTo>
                  <a:cubicBezTo>
                    <a:pt x="382" y="584"/>
                    <a:pt x="166" y="1182"/>
                    <a:pt x="67" y="1797"/>
                  </a:cubicBezTo>
                  <a:cubicBezTo>
                    <a:pt x="0" y="2378"/>
                    <a:pt x="183" y="2960"/>
                    <a:pt x="598" y="3359"/>
                  </a:cubicBezTo>
                  <a:cubicBezTo>
                    <a:pt x="843" y="3592"/>
                    <a:pt x="1155" y="3714"/>
                    <a:pt x="1474" y="3714"/>
                  </a:cubicBezTo>
                  <a:cubicBezTo>
                    <a:pt x="1632" y="3714"/>
                    <a:pt x="1791" y="3685"/>
                    <a:pt x="1944" y="3624"/>
                  </a:cubicBezTo>
                  <a:cubicBezTo>
                    <a:pt x="3018" y="3183"/>
                    <a:pt x="2568" y="1700"/>
                    <a:pt x="1609" y="1700"/>
                  </a:cubicBezTo>
                  <a:cubicBezTo>
                    <a:pt x="1485" y="1700"/>
                    <a:pt x="1352" y="1725"/>
                    <a:pt x="1213" y="1780"/>
                  </a:cubicBezTo>
                  <a:cubicBezTo>
                    <a:pt x="1106" y="1826"/>
                    <a:pt x="1140" y="2000"/>
                    <a:pt x="1237" y="2000"/>
                  </a:cubicBezTo>
                  <a:cubicBezTo>
                    <a:pt x="1246" y="2000"/>
                    <a:pt x="1254" y="1999"/>
                    <a:pt x="1263" y="1996"/>
                  </a:cubicBezTo>
                  <a:cubicBezTo>
                    <a:pt x="1390" y="1939"/>
                    <a:pt x="1511" y="1913"/>
                    <a:pt x="1622" y="1913"/>
                  </a:cubicBezTo>
                  <a:cubicBezTo>
                    <a:pt x="2411" y="1913"/>
                    <a:pt x="2741" y="3196"/>
                    <a:pt x="1795" y="3458"/>
                  </a:cubicBezTo>
                  <a:cubicBezTo>
                    <a:pt x="1685" y="3495"/>
                    <a:pt x="1573" y="3512"/>
                    <a:pt x="1463" y="3512"/>
                  </a:cubicBezTo>
                  <a:cubicBezTo>
                    <a:pt x="1170" y="3512"/>
                    <a:pt x="886" y="3388"/>
                    <a:pt x="681" y="3159"/>
                  </a:cubicBezTo>
                  <a:cubicBezTo>
                    <a:pt x="349" y="2794"/>
                    <a:pt x="200" y="2295"/>
                    <a:pt x="266" y="1814"/>
                  </a:cubicBezTo>
                  <a:cubicBezTo>
                    <a:pt x="316" y="1215"/>
                    <a:pt x="598" y="684"/>
                    <a:pt x="881" y="152"/>
                  </a:cubicBezTo>
                  <a:cubicBezTo>
                    <a:pt x="915" y="73"/>
                    <a:pt x="848" y="1"/>
                    <a:pt x="781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516;p55">
              <a:extLst>
                <a:ext uri="{FF2B5EF4-FFF2-40B4-BE49-F238E27FC236}">
                  <a16:creationId xmlns:a16="http://schemas.microsoft.com/office/drawing/2014/main" id="{7E723B42-1B5B-4EEF-9BB8-A812C391EACF}"/>
                </a:ext>
              </a:extLst>
            </p:cNvPr>
            <p:cNvSpPr/>
            <p:nvPr/>
          </p:nvSpPr>
          <p:spPr>
            <a:xfrm>
              <a:off x="3839892" y="696308"/>
              <a:ext cx="302342" cy="170057"/>
            </a:xfrm>
            <a:custGeom>
              <a:avLst/>
              <a:gdLst/>
              <a:ahLst/>
              <a:cxnLst/>
              <a:rect l="l" t="t" r="r" b="b"/>
              <a:pathLst>
                <a:path w="3858" h="2170" extrusionOk="0">
                  <a:moveTo>
                    <a:pt x="1140" y="1"/>
                  </a:moveTo>
                  <a:cubicBezTo>
                    <a:pt x="705" y="1"/>
                    <a:pt x="324" y="275"/>
                    <a:pt x="167" y="684"/>
                  </a:cubicBezTo>
                  <a:cubicBezTo>
                    <a:pt x="1" y="1100"/>
                    <a:pt x="117" y="1598"/>
                    <a:pt x="466" y="1897"/>
                  </a:cubicBezTo>
                  <a:cubicBezTo>
                    <a:pt x="695" y="2099"/>
                    <a:pt x="965" y="2169"/>
                    <a:pt x="1245" y="2169"/>
                  </a:cubicBezTo>
                  <a:cubicBezTo>
                    <a:pt x="1472" y="2169"/>
                    <a:pt x="1705" y="2123"/>
                    <a:pt x="1928" y="2063"/>
                  </a:cubicBezTo>
                  <a:cubicBezTo>
                    <a:pt x="2559" y="1914"/>
                    <a:pt x="3174" y="1665"/>
                    <a:pt x="3756" y="1366"/>
                  </a:cubicBezTo>
                  <a:cubicBezTo>
                    <a:pt x="3857" y="1308"/>
                    <a:pt x="3781" y="1174"/>
                    <a:pt x="3683" y="1174"/>
                  </a:cubicBezTo>
                  <a:cubicBezTo>
                    <a:pt x="3669" y="1174"/>
                    <a:pt x="3654" y="1176"/>
                    <a:pt x="3639" y="1183"/>
                  </a:cubicBezTo>
                  <a:lnTo>
                    <a:pt x="3656" y="1183"/>
                  </a:lnTo>
                  <a:cubicBezTo>
                    <a:pt x="3257" y="1399"/>
                    <a:pt x="2842" y="1565"/>
                    <a:pt x="2410" y="1714"/>
                  </a:cubicBezTo>
                  <a:cubicBezTo>
                    <a:pt x="2046" y="1831"/>
                    <a:pt x="1644" y="1973"/>
                    <a:pt x="1260" y="1973"/>
                  </a:cubicBezTo>
                  <a:cubicBezTo>
                    <a:pt x="1205" y="1973"/>
                    <a:pt x="1151" y="1970"/>
                    <a:pt x="1097" y="1964"/>
                  </a:cubicBezTo>
                  <a:cubicBezTo>
                    <a:pt x="715" y="1914"/>
                    <a:pt x="400" y="1631"/>
                    <a:pt x="317" y="1266"/>
                  </a:cubicBezTo>
                  <a:cubicBezTo>
                    <a:pt x="234" y="884"/>
                    <a:pt x="400" y="502"/>
                    <a:pt x="732" y="302"/>
                  </a:cubicBezTo>
                  <a:cubicBezTo>
                    <a:pt x="834" y="237"/>
                    <a:pt x="951" y="204"/>
                    <a:pt x="1070" y="204"/>
                  </a:cubicBezTo>
                  <a:cubicBezTo>
                    <a:pt x="1164" y="204"/>
                    <a:pt x="1258" y="225"/>
                    <a:pt x="1347" y="269"/>
                  </a:cubicBezTo>
                  <a:cubicBezTo>
                    <a:pt x="1513" y="369"/>
                    <a:pt x="1546" y="601"/>
                    <a:pt x="1396" y="751"/>
                  </a:cubicBezTo>
                  <a:cubicBezTo>
                    <a:pt x="1319" y="815"/>
                    <a:pt x="1392" y="910"/>
                    <a:pt x="1475" y="910"/>
                  </a:cubicBezTo>
                  <a:cubicBezTo>
                    <a:pt x="1499" y="910"/>
                    <a:pt x="1524" y="902"/>
                    <a:pt x="1546" y="884"/>
                  </a:cubicBezTo>
                  <a:cubicBezTo>
                    <a:pt x="1696" y="751"/>
                    <a:pt x="1745" y="551"/>
                    <a:pt x="1662" y="369"/>
                  </a:cubicBezTo>
                  <a:cubicBezTo>
                    <a:pt x="1596" y="169"/>
                    <a:pt x="1413" y="36"/>
                    <a:pt x="1214" y="3"/>
                  </a:cubicBezTo>
                  <a:cubicBezTo>
                    <a:pt x="1189" y="1"/>
                    <a:pt x="1164" y="1"/>
                    <a:pt x="1140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517;p55">
              <a:extLst>
                <a:ext uri="{FF2B5EF4-FFF2-40B4-BE49-F238E27FC236}">
                  <a16:creationId xmlns:a16="http://schemas.microsoft.com/office/drawing/2014/main" id="{CFE7AFDD-A390-1F34-8DB8-585760AD43AB}"/>
                </a:ext>
              </a:extLst>
            </p:cNvPr>
            <p:cNvSpPr/>
            <p:nvPr/>
          </p:nvSpPr>
          <p:spPr>
            <a:xfrm>
              <a:off x="3764424" y="877494"/>
              <a:ext cx="287295" cy="111752"/>
            </a:xfrm>
            <a:custGeom>
              <a:avLst/>
              <a:gdLst/>
              <a:ahLst/>
              <a:cxnLst/>
              <a:rect l="l" t="t" r="r" b="b"/>
              <a:pathLst>
                <a:path w="3666" h="1426" extrusionOk="0">
                  <a:moveTo>
                    <a:pt x="3513" y="1"/>
                  </a:moveTo>
                  <a:cubicBezTo>
                    <a:pt x="3488" y="1"/>
                    <a:pt x="3463" y="11"/>
                    <a:pt x="3439" y="34"/>
                  </a:cubicBezTo>
                  <a:lnTo>
                    <a:pt x="3456" y="34"/>
                  </a:lnTo>
                  <a:cubicBezTo>
                    <a:pt x="2991" y="499"/>
                    <a:pt x="2426" y="848"/>
                    <a:pt x="1795" y="1047"/>
                  </a:cubicBezTo>
                  <a:cubicBezTo>
                    <a:pt x="1533" y="1149"/>
                    <a:pt x="1246" y="1200"/>
                    <a:pt x="956" y="1200"/>
                  </a:cubicBezTo>
                  <a:cubicBezTo>
                    <a:pt x="914" y="1200"/>
                    <a:pt x="873" y="1199"/>
                    <a:pt x="831" y="1197"/>
                  </a:cubicBezTo>
                  <a:cubicBezTo>
                    <a:pt x="532" y="1163"/>
                    <a:pt x="183" y="914"/>
                    <a:pt x="299" y="582"/>
                  </a:cubicBezTo>
                  <a:cubicBezTo>
                    <a:pt x="319" y="504"/>
                    <a:pt x="257" y="454"/>
                    <a:pt x="194" y="454"/>
                  </a:cubicBezTo>
                  <a:cubicBezTo>
                    <a:pt x="149" y="454"/>
                    <a:pt x="104" y="478"/>
                    <a:pt x="83" y="532"/>
                  </a:cubicBezTo>
                  <a:cubicBezTo>
                    <a:pt x="0" y="848"/>
                    <a:pt x="166" y="1180"/>
                    <a:pt x="482" y="1330"/>
                  </a:cubicBezTo>
                  <a:cubicBezTo>
                    <a:pt x="630" y="1400"/>
                    <a:pt x="789" y="1426"/>
                    <a:pt x="950" y="1426"/>
                  </a:cubicBezTo>
                  <a:cubicBezTo>
                    <a:pt x="1170" y="1426"/>
                    <a:pt x="1394" y="1378"/>
                    <a:pt x="1595" y="1330"/>
                  </a:cubicBezTo>
                  <a:cubicBezTo>
                    <a:pt x="2359" y="1130"/>
                    <a:pt x="3041" y="732"/>
                    <a:pt x="3589" y="183"/>
                  </a:cubicBezTo>
                  <a:cubicBezTo>
                    <a:pt x="3665" y="107"/>
                    <a:pt x="3595" y="1"/>
                    <a:pt x="3513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518;p55">
              <a:extLst>
                <a:ext uri="{FF2B5EF4-FFF2-40B4-BE49-F238E27FC236}">
                  <a16:creationId xmlns:a16="http://schemas.microsoft.com/office/drawing/2014/main" id="{D2A79EEA-69CA-300F-849C-A37764657447}"/>
                </a:ext>
              </a:extLst>
            </p:cNvPr>
            <p:cNvSpPr/>
            <p:nvPr/>
          </p:nvSpPr>
          <p:spPr>
            <a:xfrm rot="-516949">
              <a:off x="5424874" y="1271574"/>
              <a:ext cx="81423" cy="271463"/>
            </a:xfrm>
            <a:custGeom>
              <a:avLst/>
              <a:gdLst/>
              <a:ahLst/>
              <a:cxnLst/>
              <a:rect l="l" t="t" r="r" b="b"/>
              <a:pathLst>
                <a:path w="1039" h="3464" extrusionOk="0">
                  <a:moveTo>
                    <a:pt x="497" y="1"/>
                  </a:moveTo>
                  <a:cubicBezTo>
                    <a:pt x="454" y="1"/>
                    <a:pt x="408" y="21"/>
                    <a:pt x="382" y="66"/>
                  </a:cubicBezTo>
                  <a:lnTo>
                    <a:pt x="399" y="82"/>
                  </a:lnTo>
                  <a:cubicBezTo>
                    <a:pt x="0" y="1196"/>
                    <a:pt x="150" y="2425"/>
                    <a:pt x="814" y="3422"/>
                  </a:cubicBezTo>
                  <a:cubicBezTo>
                    <a:pt x="834" y="3451"/>
                    <a:pt x="863" y="3463"/>
                    <a:pt x="893" y="3463"/>
                  </a:cubicBezTo>
                  <a:cubicBezTo>
                    <a:pt x="965" y="3463"/>
                    <a:pt x="1039" y="3393"/>
                    <a:pt x="980" y="3322"/>
                  </a:cubicBezTo>
                  <a:cubicBezTo>
                    <a:pt x="366" y="2375"/>
                    <a:pt x="216" y="1196"/>
                    <a:pt x="598" y="132"/>
                  </a:cubicBezTo>
                  <a:cubicBezTo>
                    <a:pt x="629" y="51"/>
                    <a:pt x="566" y="1"/>
                    <a:pt x="497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519;p55">
              <a:extLst>
                <a:ext uri="{FF2B5EF4-FFF2-40B4-BE49-F238E27FC236}">
                  <a16:creationId xmlns:a16="http://schemas.microsoft.com/office/drawing/2014/main" id="{10D3ECCD-3767-1C53-10CE-83A9048BFF7E}"/>
                </a:ext>
              </a:extLst>
            </p:cNvPr>
            <p:cNvSpPr/>
            <p:nvPr/>
          </p:nvSpPr>
          <p:spPr>
            <a:xfrm rot="-1858220">
              <a:off x="5873184" y="368532"/>
              <a:ext cx="230871" cy="230322"/>
            </a:xfrm>
            <a:custGeom>
              <a:avLst/>
              <a:gdLst/>
              <a:ahLst/>
              <a:cxnLst/>
              <a:rect l="l" t="t" r="r" b="b"/>
              <a:pathLst>
                <a:path w="2946" h="2939" extrusionOk="0">
                  <a:moveTo>
                    <a:pt x="306" y="0"/>
                  </a:moveTo>
                  <a:cubicBezTo>
                    <a:pt x="263" y="0"/>
                    <a:pt x="220" y="20"/>
                    <a:pt x="200" y="67"/>
                  </a:cubicBezTo>
                  <a:lnTo>
                    <a:pt x="217" y="83"/>
                  </a:lnTo>
                  <a:cubicBezTo>
                    <a:pt x="34" y="565"/>
                    <a:pt x="1" y="1097"/>
                    <a:pt x="134" y="1595"/>
                  </a:cubicBezTo>
                  <a:cubicBezTo>
                    <a:pt x="233" y="2077"/>
                    <a:pt x="516" y="2509"/>
                    <a:pt x="914" y="2791"/>
                  </a:cubicBezTo>
                  <a:cubicBezTo>
                    <a:pt x="1076" y="2893"/>
                    <a:pt x="1254" y="2938"/>
                    <a:pt x="1432" y="2938"/>
                  </a:cubicBezTo>
                  <a:cubicBezTo>
                    <a:pt x="2186" y="2938"/>
                    <a:pt x="2946" y="2129"/>
                    <a:pt x="2543" y="1363"/>
                  </a:cubicBezTo>
                  <a:cubicBezTo>
                    <a:pt x="2407" y="1101"/>
                    <a:pt x="2147" y="964"/>
                    <a:pt x="1885" y="964"/>
                  </a:cubicBezTo>
                  <a:cubicBezTo>
                    <a:pt x="1697" y="964"/>
                    <a:pt x="1509" y="1034"/>
                    <a:pt x="1363" y="1180"/>
                  </a:cubicBezTo>
                  <a:cubicBezTo>
                    <a:pt x="1286" y="1256"/>
                    <a:pt x="1357" y="1362"/>
                    <a:pt x="1439" y="1362"/>
                  </a:cubicBezTo>
                  <a:cubicBezTo>
                    <a:pt x="1463" y="1362"/>
                    <a:pt x="1489" y="1352"/>
                    <a:pt x="1512" y="1329"/>
                  </a:cubicBezTo>
                  <a:cubicBezTo>
                    <a:pt x="1612" y="1223"/>
                    <a:pt x="1746" y="1172"/>
                    <a:pt x="1881" y="1172"/>
                  </a:cubicBezTo>
                  <a:cubicBezTo>
                    <a:pt x="2083" y="1172"/>
                    <a:pt x="2287" y="1286"/>
                    <a:pt x="2376" y="1495"/>
                  </a:cubicBezTo>
                  <a:cubicBezTo>
                    <a:pt x="2526" y="1861"/>
                    <a:pt x="2410" y="2276"/>
                    <a:pt x="2077" y="2509"/>
                  </a:cubicBezTo>
                  <a:cubicBezTo>
                    <a:pt x="1898" y="2654"/>
                    <a:pt x="1683" y="2729"/>
                    <a:pt x="1469" y="2729"/>
                  </a:cubicBezTo>
                  <a:cubicBezTo>
                    <a:pt x="1268" y="2729"/>
                    <a:pt x="1067" y="2663"/>
                    <a:pt x="898" y="2525"/>
                  </a:cubicBezTo>
                  <a:cubicBezTo>
                    <a:pt x="599" y="2243"/>
                    <a:pt x="399" y="1878"/>
                    <a:pt x="333" y="1495"/>
                  </a:cubicBezTo>
                  <a:cubicBezTo>
                    <a:pt x="217" y="1030"/>
                    <a:pt x="250" y="565"/>
                    <a:pt x="416" y="116"/>
                  </a:cubicBezTo>
                  <a:cubicBezTo>
                    <a:pt x="436" y="46"/>
                    <a:pt x="372" y="0"/>
                    <a:pt x="306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" name="Google Shape;2520;p55">
              <a:extLst>
                <a:ext uri="{FF2B5EF4-FFF2-40B4-BE49-F238E27FC236}">
                  <a16:creationId xmlns:a16="http://schemas.microsoft.com/office/drawing/2014/main" id="{9CD0842E-5D8D-86C6-AFA2-B08DE7E196C5}"/>
                </a:ext>
              </a:extLst>
            </p:cNvPr>
            <p:cNvGrpSpPr/>
            <p:nvPr/>
          </p:nvGrpSpPr>
          <p:grpSpPr>
            <a:xfrm>
              <a:off x="4142229" y="69889"/>
              <a:ext cx="1713102" cy="1156456"/>
              <a:chOff x="4142229" y="69889"/>
              <a:chExt cx="1713102" cy="1156456"/>
            </a:xfrm>
          </p:grpSpPr>
          <p:grpSp>
            <p:nvGrpSpPr>
              <p:cNvPr id="10" name="Google Shape;2521;p55">
                <a:extLst>
                  <a:ext uri="{FF2B5EF4-FFF2-40B4-BE49-F238E27FC236}">
                    <a16:creationId xmlns:a16="http://schemas.microsoft.com/office/drawing/2014/main" id="{F73264A7-5857-CBBE-65E3-70BE498DD1AB}"/>
                  </a:ext>
                </a:extLst>
              </p:cNvPr>
              <p:cNvGrpSpPr/>
              <p:nvPr/>
            </p:nvGrpSpPr>
            <p:grpSpPr>
              <a:xfrm>
                <a:off x="4142229" y="69889"/>
                <a:ext cx="1713102" cy="1156456"/>
                <a:chOff x="2251342" y="373064"/>
                <a:chExt cx="1713102" cy="1156456"/>
              </a:xfrm>
            </p:grpSpPr>
            <p:sp>
              <p:nvSpPr>
                <p:cNvPr id="12" name="Google Shape;2522;p55">
                  <a:extLst>
                    <a:ext uri="{FF2B5EF4-FFF2-40B4-BE49-F238E27FC236}">
                      <a16:creationId xmlns:a16="http://schemas.microsoft.com/office/drawing/2014/main" id="{C3482874-C5BD-713B-7888-2B476173E8DC}"/>
                    </a:ext>
                  </a:extLst>
                </p:cNvPr>
                <p:cNvSpPr/>
                <p:nvPr/>
              </p:nvSpPr>
              <p:spPr>
                <a:xfrm>
                  <a:off x="2251342" y="373064"/>
                  <a:ext cx="1713102" cy="11564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16" h="12432" extrusionOk="0">
                      <a:moveTo>
                        <a:pt x="6845" y="0"/>
                      </a:moveTo>
                      <a:cubicBezTo>
                        <a:pt x="6533" y="0"/>
                        <a:pt x="6188" y="87"/>
                        <a:pt x="5813" y="290"/>
                      </a:cubicBezTo>
                      <a:cubicBezTo>
                        <a:pt x="4812" y="819"/>
                        <a:pt x="4205" y="1864"/>
                        <a:pt x="4239" y="2988"/>
                      </a:cubicBezTo>
                      <a:cubicBezTo>
                        <a:pt x="4239" y="2988"/>
                        <a:pt x="3653" y="2669"/>
                        <a:pt x="2949" y="2669"/>
                      </a:cubicBezTo>
                      <a:cubicBezTo>
                        <a:pt x="2230" y="2669"/>
                        <a:pt x="1388" y="3002"/>
                        <a:pt x="922" y="4349"/>
                      </a:cubicBezTo>
                      <a:cubicBezTo>
                        <a:pt x="0" y="7013"/>
                        <a:pt x="2271" y="7485"/>
                        <a:pt x="2271" y="7485"/>
                      </a:cubicBezTo>
                      <a:cubicBezTo>
                        <a:pt x="2271" y="7485"/>
                        <a:pt x="1046" y="11195"/>
                        <a:pt x="4059" y="12196"/>
                      </a:cubicBezTo>
                      <a:cubicBezTo>
                        <a:pt x="4554" y="12362"/>
                        <a:pt x="5013" y="12432"/>
                        <a:pt x="5436" y="12432"/>
                      </a:cubicBezTo>
                      <a:cubicBezTo>
                        <a:pt x="7587" y="12432"/>
                        <a:pt x="8781" y="10633"/>
                        <a:pt x="8781" y="10633"/>
                      </a:cubicBezTo>
                      <a:cubicBezTo>
                        <a:pt x="8781" y="10633"/>
                        <a:pt x="9436" y="11953"/>
                        <a:pt x="11076" y="11953"/>
                      </a:cubicBezTo>
                      <a:cubicBezTo>
                        <a:pt x="11271" y="11953"/>
                        <a:pt x="11480" y="11934"/>
                        <a:pt x="11704" y="11892"/>
                      </a:cubicBezTo>
                      <a:cubicBezTo>
                        <a:pt x="13795" y="11499"/>
                        <a:pt x="13615" y="9284"/>
                        <a:pt x="13615" y="9284"/>
                      </a:cubicBezTo>
                      <a:lnTo>
                        <a:pt x="13615" y="9284"/>
                      </a:lnTo>
                      <a:cubicBezTo>
                        <a:pt x="13615" y="9284"/>
                        <a:pt x="14680" y="9900"/>
                        <a:pt x="15733" y="9900"/>
                      </a:cubicBezTo>
                      <a:cubicBezTo>
                        <a:pt x="16490" y="9900"/>
                        <a:pt x="17240" y="9582"/>
                        <a:pt x="17584" y="8486"/>
                      </a:cubicBezTo>
                      <a:cubicBezTo>
                        <a:pt x="18416" y="5866"/>
                        <a:pt x="16324" y="4956"/>
                        <a:pt x="16324" y="4956"/>
                      </a:cubicBezTo>
                      <a:cubicBezTo>
                        <a:pt x="16324" y="4956"/>
                        <a:pt x="18112" y="2685"/>
                        <a:pt x="15672" y="897"/>
                      </a:cubicBezTo>
                      <a:cubicBezTo>
                        <a:pt x="15135" y="505"/>
                        <a:pt x="14640" y="352"/>
                        <a:pt x="14195" y="352"/>
                      </a:cubicBezTo>
                      <a:cubicBezTo>
                        <a:pt x="12611" y="352"/>
                        <a:pt x="11659" y="2291"/>
                        <a:pt x="11659" y="2291"/>
                      </a:cubicBezTo>
                      <a:cubicBezTo>
                        <a:pt x="11603" y="1538"/>
                        <a:pt x="11018" y="920"/>
                        <a:pt x="10254" y="852"/>
                      </a:cubicBezTo>
                      <a:cubicBezTo>
                        <a:pt x="10163" y="841"/>
                        <a:pt x="10077" y="836"/>
                        <a:pt x="9996" y="836"/>
                      </a:cubicBezTo>
                      <a:cubicBezTo>
                        <a:pt x="8877" y="836"/>
                        <a:pt x="8691" y="1853"/>
                        <a:pt x="8691" y="1853"/>
                      </a:cubicBezTo>
                      <a:cubicBezTo>
                        <a:pt x="8621" y="1073"/>
                        <a:pt x="7943" y="0"/>
                        <a:pt x="684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" name="Google Shape;2523;p55">
                  <a:extLst>
                    <a:ext uri="{FF2B5EF4-FFF2-40B4-BE49-F238E27FC236}">
                      <a16:creationId xmlns:a16="http://schemas.microsoft.com/office/drawing/2014/main" id="{124DCEED-DD5E-6FBD-4F14-E6A24FEF51DC}"/>
                    </a:ext>
                  </a:extLst>
                </p:cNvPr>
                <p:cNvSpPr/>
                <p:nvPr/>
              </p:nvSpPr>
              <p:spPr>
                <a:xfrm>
                  <a:off x="2394502" y="663011"/>
                  <a:ext cx="169580" cy="101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3" h="1087" extrusionOk="0">
                      <a:moveTo>
                        <a:pt x="1593" y="1"/>
                      </a:moveTo>
                      <a:cubicBezTo>
                        <a:pt x="927" y="1"/>
                        <a:pt x="318" y="374"/>
                        <a:pt x="24" y="973"/>
                      </a:cubicBezTo>
                      <a:cubicBezTo>
                        <a:pt x="1" y="1035"/>
                        <a:pt x="53" y="1087"/>
                        <a:pt x="102" y="1087"/>
                      </a:cubicBezTo>
                      <a:cubicBezTo>
                        <a:pt x="124" y="1087"/>
                        <a:pt x="145" y="1076"/>
                        <a:pt x="159" y="1052"/>
                      </a:cubicBezTo>
                      <a:cubicBezTo>
                        <a:pt x="417" y="504"/>
                        <a:pt x="971" y="156"/>
                        <a:pt x="1574" y="156"/>
                      </a:cubicBezTo>
                      <a:cubicBezTo>
                        <a:pt x="1627" y="156"/>
                        <a:pt x="1680" y="158"/>
                        <a:pt x="1733" y="164"/>
                      </a:cubicBezTo>
                      <a:cubicBezTo>
                        <a:pt x="1736" y="164"/>
                        <a:pt x="1739" y="164"/>
                        <a:pt x="1742" y="164"/>
                      </a:cubicBezTo>
                      <a:cubicBezTo>
                        <a:pt x="1823" y="164"/>
                        <a:pt x="1820" y="17"/>
                        <a:pt x="1733" y="6"/>
                      </a:cubicBezTo>
                      <a:cubicBezTo>
                        <a:pt x="1686" y="3"/>
                        <a:pt x="1640" y="1"/>
                        <a:pt x="159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" name="Google Shape;2524;p55">
                  <a:extLst>
                    <a:ext uri="{FF2B5EF4-FFF2-40B4-BE49-F238E27FC236}">
                      <a16:creationId xmlns:a16="http://schemas.microsoft.com/office/drawing/2014/main" id="{2E883B48-7C7C-E4E5-02E4-0D5A2C53B5E6}"/>
                    </a:ext>
                  </a:extLst>
                </p:cNvPr>
                <p:cNvSpPr/>
                <p:nvPr/>
              </p:nvSpPr>
              <p:spPr>
                <a:xfrm>
                  <a:off x="2599614" y="670918"/>
                  <a:ext cx="53395" cy="275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4" h="296" extrusionOk="0">
                      <a:moveTo>
                        <a:pt x="79" y="0"/>
                      </a:moveTo>
                      <a:cubicBezTo>
                        <a:pt x="34" y="0"/>
                        <a:pt x="0" y="34"/>
                        <a:pt x="0" y="79"/>
                      </a:cubicBezTo>
                      <a:cubicBezTo>
                        <a:pt x="0" y="124"/>
                        <a:pt x="34" y="157"/>
                        <a:pt x="79" y="157"/>
                      </a:cubicBezTo>
                      <a:lnTo>
                        <a:pt x="169" y="157"/>
                      </a:lnTo>
                      <a:cubicBezTo>
                        <a:pt x="203" y="157"/>
                        <a:pt x="236" y="169"/>
                        <a:pt x="281" y="180"/>
                      </a:cubicBezTo>
                      <a:lnTo>
                        <a:pt x="304" y="191"/>
                      </a:lnTo>
                      <a:lnTo>
                        <a:pt x="315" y="202"/>
                      </a:lnTo>
                      <a:cubicBezTo>
                        <a:pt x="326" y="202"/>
                        <a:pt x="349" y="214"/>
                        <a:pt x="360" y="225"/>
                      </a:cubicBezTo>
                      <a:cubicBezTo>
                        <a:pt x="382" y="225"/>
                        <a:pt x="394" y="236"/>
                        <a:pt x="405" y="247"/>
                      </a:cubicBezTo>
                      <a:lnTo>
                        <a:pt x="427" y="270"/>
                      </a:lnTo>
                      <a:cubicBezTo>
                        <a:pt x="427" y="270"/>
                        <a:pt x="442" y="275"/>
                        <a:pt x="449" y="275"/>
                      </a:cubicBezTo>
                      <a:cubicBezTo>
                        <a:pt x="451" y="275"/>
                        <a:pt x="452" y="274"/>
                        <a:pt x="452" y="273"/>
                      </a:cubicBezTo>
                      <a:lnTo>
                        <a:pt x="452" y="273"/>
                      </a:lnTo>
                      <a:cubicBezTo>
                        <a:pt x="463" y="288"/>
                        <a:pt x="479" y="295"/>
                        <a:pt x="496" y="295"/>
                      </a:cubicBezTo>
                      <a:cubicBezTo>
                        <a:pt x="514" y="295"/>
                        <a:pt x="534" y="287"/>
                        <a:pt x="551" y="270"/>
                      </a:cubicBezTo>
                      <a:cubicBezTo>
                        <a:pt x="574" y="247"/>
                        <a:pt x="574" y="202"/>
                        <a:pt x="551" y="180"/>
                      </a:cubicBezTo>
                      <a:cubicBezTo>
                        <a:pt x="416" y="67"/>
                        <a:pt x="247" y="11"/>
                        <a:pt x="79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" name="Google Shape;2525;p55">
                  <a:extLst>
                    <a:ext uri="{FF2B5EF4-FFF2-40B4-BE49-F238E27FC236}">
                      <a16:creationId xmlns:a16="http://schemas.microsoft.com/office/drawing/2014/main" id="{DCD21744-BC7F-BA88-7DC9-152AAE5F373E}"/>
                    </a:ext>
                  </a:extLst>
                </p:cNvPr>
                <p:cNvSpPr/>
                <p:nvPr/>
              </p:nvSpPr>
              <p:spPr>
                <a:xfrm>
                  <a:off x="2342317" y="815846"/>
                  <a:ext cx="40372" cy="99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4" h="1073" extrusionOk="0">
                      <a:moveTo>
                        <a:pt x="329" y="0"/>
                      </a:moveTo>
                      <a:cubicBezTo>
                        <a:pt x="310" y="0"/>
                        <a:pt x="289" y="8"/>
                        <a:pt x="270" y="27"/>
                      </a:cubicBezTo>
                      <a:cubicBezTo>
                        <a:pt x="0" y="275"/>
                        <a:pt x="34" y="668"/>
                        <a:pt x="68" y="1005"/>
                      </a:cubicBezTo>
                      <a:cubicBezTo>
                        <a:pt x="62" y="1050"/>
                        <a:pt x="102" y="1073"/>
                        <a:pt x="141" y="1073"/>
                      </a:cubicBezTo>
                      <a:cubicBezTo>
                        <a:pt x="180" y="1073"/>
                        <a:pt x="220" y="1050"/>
                        <a:pt x="214" y="1005"/>
                      </a:cubicBezTo>
                      <a:cubicBezTo>
                        <a:pt x="180" y="713"/>
                        <a:pt x="147" y="353"/>
                        <a:pt x="383" y="128"/>
                      </a:cubicBezTo>
                      <a:cubicBezTo>
                        <a:pt x="434" y="77"/>
                        <a:pt x="388" y="0"/>
                        <a:pt x="329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" name="Google Shape;2526;p55">
                  <a:extLst>
                    <a:ext uri="{FF2B5EF4-FFF2-40B4-BE49-F238E27FC236}">
                      <a16:creationId xmlns:a16="http://schemas.microsoft.com/office/drawing/2014/main" id="{B676718B-C529-E19E-A14E-FEEBA867F61C}"/>
                    </a:ext>
                  </a:extLst>
                </p:cNvPr>
                <p:cNvSpPr/>
                <p:nvPr/>
              </p:nvSpPr>
              <p:spPr>
                <a:xfrm>
                  <a:off x="2690031" y="455202"/>
                  <a:ext cx="143255" cy="169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0" h="1822" extrusionOk="0">
                      <a:moveTo>
                        <a:pt x="1430" y="1"/>
                      </a:moveTo>
                      <a:cubicBezTo>
                        <a:pt x="1424" y="1"/>
                        <a:pt x="1418" y="1"/>
                        <a:pt x="1412" y="3"/>
                      </a:cubicBezTo>
                      <a:cubicBezTo>
                        <a:pt x="658" y="284"/>
                        <a:pt x="107" y="947"/>
                        <a:pt x="6" y="1746"/>
                      </a:cubicBezTo>
                      <a:cubicBezTo>
                        <a:pt x="1" y="1796"/>
                        <a:pt x="34" y="1822"/>
                        <a:pt x="71" y="1822"/>
                      </a:cubicBezTo>
                      <a:cubicBezTo>
                        <a:pt x="107" y="1822"/>
                        <a:pt x="147" y="1796"/>
                        <a:pt x="152" y="1746"/>
                      </a:cubicBezTo>
                      <a:cubicBezTo>
                        <a:pt x="254" y="1015"/>
                        <a:pt x="759" y="408"/>
                        <a:pt x="1445" y="149"/>
                      </a:cubicBezTo>
                      <a:cubicBezTo>
                        <a:pt x="1539" y="128"/>
                        <a:pt x="1507" y="1"/>
                        <a:pt x="1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" name="Google Shape;2527;p55">
                  <a:extLst>
                    <a:ext uri="{FF2B5EF4-FFF2-40B4-BE49-F238E27FC236}">
                      <a16:creationId xmlns:a16="http://schemas.microsoft.com/office/drawing/2014/main" id="{06CC1FEA-2B02-BDEB-8C52-576951821724}"/>
                    </a:ext>
                  </a:extLst>
                </p:cNvPr>
                <p:cNvSpPr/>
                <p:nvPr/>
              </p:nvSpPr>
              <p:spPr>
                <a:xfrm>
                  <a:off x="2895794" y="434272"/>
                  <a:ext cx="68837" cy="293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316" extrusionOk="0">
                      <a:moveTo>
                        <a:pt x="159" y="0"/>
                      </a:moveTo>
                      <a:cubicBezTo>
                        <a:pt x="135" y="0"/>
                        <a:pt x="112" y="1"/>
                        <a:pt x="88" y="3"/>
                      </a:cubicBezTo>
                      <a:cubicBezTo>
                        <a:pt x="82" y="2"/>
                        <a:pt x="77" y="1"/>
                        <a:pt x="73" y="1"/>
                      </a:cubicBezTo>
                      <a:cubicBezTo>
                        <a:pt x="0" y="1"/>
                        <a:pt x="3" y="150"/>
                        <a:pt x="80" y="150"/>
                      </a:cubicBezTo>
                      <a:cubicBezTo>
                        <a:pt x="82" y="150"/>
                        <a:pt x="85" y="150"/>
                        <a:pt x="88" y="149"/>
                      </a:cubicBezTo>
                      <a:cubicBezTo>
                        <a:pt x="116" y="147"/>
                        <a:pt x="143" y="145"/>
                        <a:pt x="170" y="145"/>
                      </a:cubicBezTo>
                      <a:cubicBezTo>
                        <a:pt x="251" y="145"/>
                        <a:pt x="327" y="158"/>
                        <a:pt x="402" y="183"/>
                      </a:cubicBezTo>
                      <a:cubicBezTo>
                        <a:pt x="447" y="194"/>
                        <a:pt x="504" y="206"/>
                        <a:pt x="549" y="217"/>
                      </a:cubicBezTo>
                      <a:cubicBezTo>
                        <a:pt x="560" y="228"/>
                        <a:pt x="571" y="228"/>
                        <a:pt x="582" y="239"/>
                      </a:cubicBezTo>
                      <a:cubicBezTo>
                        <a:pt x="580" y="237"/>
                        <a:pt x="580" y="236"/>
                        <a:pt x="580" y="236"/>
                      </a:cubicBezTo>
                      <a:cubicBezTo>
                        <a:pt x="582" y="236"/>
                        <a:pt x="592" y="243"/>
                        <a:pt x="590" y="243"/>
                      </a:cubicBezTo>
                      <a:cubicBezTo>
                        <a:pt x="589" y="243"/>
                        <a:pt x="587" y="242"/>
                        <a:pt x="582" y="239"/>
                      </a:cubicBezTo>
                      <a:lnTo>
                        <a:pt x="582" y="239"/>
                      </a:lnTo>
                      <a:cubicBezTo>
                        <a:pt x="582" y="290"/>
                        <a:pt x="619" y="315"/>
                        <a:pt x="655" y="315"/>
                      </a:cubicBezTo>
                      <a:cubicBezTo>
                        <a:pt x="692" y="315"/>
                        <a:pt x="729" y="290"/>
                        <a:pt x="729" y="239"/>
                      </a:cubicBezTo>
                      <a:cubicBezTo>
                        <a:pt x="740" y="116"/>
                        <a:pt x="594" y="82"/>
                        <a:pt x="492" y="48"/>
                      </a:cubicBezTo>
                      <a:cubicBezTo>
                        <a:pt x="381" y="20"/>
                        <a:pt x="270" y="0"/>
                        <a:pt x="159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" name="Google Shape;2528;p55">
                  <a:extLst>
                    <a:ext uri="{FF2B5EF4-FFF2-40B4-BE49-F238E27FC236}">
                      <a16:creationId xmlns:a16="http://schemas.microsoft.com/office/drawing/2014/main" id="{73901839-2FC1-8584-9332-B8211A70BFDB}"/>
                    </a:ext>
                  </a:extLst>
                </p:cNvPr>
                <p:cNvSpPr/>
                <p:nvPr/>
              </p:nvSpPr>
              <p:spPr>
                <a:xfrm>
                  <a:off x="3094023" y="491015"/>
                  <a:ext cx="107348" cy="667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4" h="718" extrusionOk="0">
                      <a:moveTo>
                        <a:pt x="930" y="1"/>
                      </a:moveTo>
                      <a:cubicBezTo>
                        <a:pt x="773" y="1"/>
                        <a:pt x="621" y="49"/>
                        <a:pt x="498" y="146"/>
                      </a:cubicBezTo>
                      <a:cubicBezTo>
                        <a:pt x="329" y="259"/>
                        <a:pt x="183" y="416"/>
                        <a:pt x="59" y="585"/>
                      </a:cubicBezTo>
                      <a:cubicBezTo>
                        <a:pt x="0" y="636"/>
                        <a:pt x="55" y="718"/>
                        <a:pt x="114" y="718"/>
                      </a:cubicBezTo>
                      <a:cubicBezTo>
                        <a:pt x="134" y="718"/>
                        <a:pt x="155" y="709"/>
                        <a:pt x="171" y="686"/>
                      </a:cubicBezTo>
                      <a:cubicBezTo>
                        <a:pt x="354" y="453"/>
                        <a:pt x="601" y="146"/>
                        <a:pt x="920" y="146"/>
                      </a:cubicBezTo>
                      <a:cubicBezTo>
                        <a:pt x="954" y="146"/>
                        <a:pt x="990" y="150"/>
                        <a:pt x="1026" y="158"/>
                      </a:cubicBezTo>
                      <a:cubicBezTo>
                        <a:pt x="1032" y="159"/>
                        <a:pt x="1038" y="160"/>
                        <a:pt x="1044" y="160"/>
                      </a:cubicBezTo>
                      <a:cubicBezTo>
                        <a:pt x="1121" y="160"/>
                        <a:pt x="1154" y="32"/>
                        <a:pt x="1060" y="12"/>
                      </a:cubicBezTo>
                      <a:cubicBezTo>
                        <a:pt x="1016" y="4"/>
                        <a:pt x="973" y="1"/>
                        <a:pt x="9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" name="Google Shape;2529;p55">
                  <a:extLst>
                    <a:ext uri="{FF2B5EF4-FFF2-40B4-BE49-F238E27FC236}">
                      <a16:creationId xmlns:a16="http://schemas.microsoft.com/office/drawing/2014/main" id="{F68E465A-3AE3-06EE-2FAD-576E783CF775}"/>
                    </a:ext>
                  </a:extLst>
                </p:cNvPr>
                <p:cNvSpPr/>
                <p:nvPr/>
              </p:nvSpPr>
              <p:spPr>
                <a:xfrm>
                  <a:off x="3246950" y="506270"/>
                  <a:ext cx="41860" cy="36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0" h="388" extrusionOk="0">
                      <a:moveTo>
                        <a:pt x="76" y="0"/>
                      </a:moveTo>
                      <a:cubicBezTo>
                        <a:pt x="70" y="0"/>
                        <a:pt x="63" y="2"/>
                        <a:pt x="56" y="5"/>
                      </a:cubicBezTo>
                      <a:cubicBezTo>
                        <a:pt x="45" y="5"/>
                        <a:pt x="23" y="27"/>
                        <a:pt x="11" y="39"/>
                      </a:cubicBezTo>
                      <a:cubicBezTo>
                        <a:pt x="0" y="72"/>
                        <a:pt x="11" y="117"/>
                        <a:pt x="45" y="140"/>
                      </a:cubicBezTo>
                      <a:cubicBezTo>
                        <a:pt x="68" y="151"/>
                        <a:pt x="101" y="162"/>
                        <a:pt x="124" y="185"/>
                      </a:cubicBezTo>
                      <a:lnTo>
                        <a:pt x="169" y="207"/>
                      </a:lnTo>
                      <a:lnTo>
                        <a:pt x="191" y="219"/>
                      </a:lnTo>
                      <a:cubicBezTo>
                        <a:pt x="214" y="241"/>
                        <a:pt x="236" y="264"/>
                        <a:pt x="259" y="286"/>
                      </a:cubicBezTo>
                      <a:lnTo>
                        <a:pt x="270" y="308"/>
                      </a:lnTo>
                      <a:cubicBezTo>
                        <a:pt x="281" y="320"/>
                        <a:pt x="293" y="342"/>
                        <a:pt x="293" y="353"/>
                      </a:cubicBezTo>
                      <a:cubicBezTo>
                        <a:pt x="307" y="375"/>
                        <a:pt x="331" y="388"/>
                        <a:pt x="358" y="388"/>
                      </a:cubicBezTo>
                      <a:cubicBezTo>
                        <a:pt x="373" y="388"/>
                        <a:pt x="389" y="384"/>
                        <a:pt x="405" y="376"/>
                      </a:cubicBezTo>
                      <a:cubicBezTo>
                        <a:pt x="439" y="365"/>
                        <a:pt x="450" y="320"/>
                        <a:pt x="439" y="286"/>
                      </a:cubicBezTo>
                      <a:cubicBezTo>
                        <a:pt x="360" y="162"/>
                        <a:pt x="248" y="72"/>
                        <a:pt x="124" y="16"/>
                      </a:cubicBezTo>
                      <a:cubicBezTo>
                        <a:pt x="108" y="8"/>
                        <a:pt x="92" y="0"/>
                        <a:pt x="7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" name="Google Shape;2530;p55">
                  <a:extLst>
                    <a:ext uri="{FF2B5EF4-FFF2-40B4-BE49-F238E27FC236}">
                      <a16:creationId xmlns:a16="http://schemas.microsoft.com/office/drawing/2014/main" id="{DDDC03BF-6783-4228-4C3D-C8F64FD3DE59}"/>
                    </a:ext>
                  </a:extLst>
                </p:cNvPr>
                <p:cNvSpPr/>
                <p:nvPr/>
              </p:nvSpPr>
              <p:spPr>
                <a:xfrm>
                  <a:off x="3374762" y="505619"/>
                  <a:ext cx="69953" cy="86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2" h="931" extrusionOk="0">
                      <a:moveTo>
                        <a:pt x="666" y="0"/>
                      </a:moveTo>
                      <a:cubicBezTo>
                        <a:pt x="653" y="0"/>
                        <a:pt x="639" y="4"/>
                        <a:pt x="627" y="12"/>
                      </a:cubicBezTo>
                      <a:cubicBezTo>
                        <a:pt x="335" y="214"/>
                        <a:pt x="121" y="507"/>
                        <a:pt x="20" y="844"/>
                      </a:cubicBezTo>
                      <a:cubicBezTo>
                        <a:pt x="0" y="897"/>
                        <a:pt x="43" y="931"/>
                        <a:pt x="86" y="931"/>
                      </a:cubicBezTo>
                      <a:cubicBezTo>
                        <a:pt x="116" y="931"/>
                        <a:pt x="146" y="914"/>
                        <a:pt x="155" y="878"/>
                      </a:cubicBezTo>
                      <a:cubicBezTo>
                        <a:pt x="256" y="585"/>
                        <a:pt x="448" y="327"/>
                        <a:pt x="695" y="147"/>
                      </a:cubicBezTo>
                      <a:cubicBezTo>
                        <a:pt x="740" y="124"/>
                        <a:pt x="751" y="79"/>
                        <a:pt x="729" y="34"/>
                      </a:cubicBezTo>
                      <a:cubicBezTo>
                        <a:pt x="714" y="13"/>
                        <a:pt x="690" y="0"/>
                        <a:pt x="66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" name="Google Shape;2531;p55">
                  <a:extLst>
                    <a:ext uri="{FF2B5EF4-FFF2-40B4-BE49-F238E27FC236}">
                      <a16:creationId xmlns:a16="http://schemas.microsoft.com/office/drawing/2014/main" id="{F9BD2C89-3DB8-04A4-9248-29DD71A9E20A}"/>
                    </a:ext>
                  </a:extLst>
                </p:cNvPr>
                <p:cNvSpPr/>
                <p:nvPr/>
              </p:nvSpPr>
              <p:spPr>
                <a:xfrm>
                  <a:off x="3502108" y="449806"/>
                  <a:ext cx="246882" cy="1068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4" h="1149" extrusionOk="0">
                      <a:moveTo>
                        <a:pt x="939" y="0"/>
                      </a:moveTo>
                      <a:cubicBezTo>
                        <a:pt x="635" y="0"/>
                        <a:pt x="334" y="81"/>
                        <a:pt x="68" y="241"/>
                      </a:cubicBezTo>
                      <a:cubicBezTo>
                        <a:pt x="1" y="289"/>
                        <a:pt x="48" y="386"/>
                        <a:pt x="112" y="386"/>
                      </a:cubicBezTo>
                      <a:cubicBezTo>
                        <a:pt x="123" y="386"/>
                        <a:pt x="135" y="383"/>
                        <a:pt x="147" y="376"/>
                      </a:cubicBezTo>
                      <a:cubicBezTo>
                        <a:pt x="383" y="227"/>
                        <a:pt x="652" y="152"/>
                        <a:pt x="924" y="152"/>
                      </a:cubicBezTo>
                      <a:cubicBezTo>
                        <a:pt x="1105" y="152"/>
                        <a:pt x="1287" y="185"/>
                        <a:pt x="1462" y="252"/>
                      </a:cubicBezTo>
                      <a:cubicBezTo>
                        <a:pt x="1676" y="320"/>
                        <a:pt x="1867" y="421"/>
                        <a:pt x="2047" y="567"/>
                      </a:cubicBezTo>
                      <a:cubicBezTo>
                        <a:pt x="2136" y="634"/>
                        <a:pt x="2215" y="713"/>
                        <a:pt x="2294" y="792"/>
                      </a:cubicBezTo>
                      <a:cubicBezTo>
                        <a:pt x="2361" y="859"/>
                        <a:pt x="2485" y="960"/>
                        <a:pt x="2496" y="1073"/>
                      </a:cubicBezTo>
                      <a:cubicBezTo>
                        <a:pt x="2502" y="1123"/>
                        <a:pt x="2541" y="1149"/>
                        <a:pt x="2579" y="1149"/>
                      </a:cubicBezTo>
                      <a:cubicBezTo>
                        <a:pt x="2617" y="1149"/>
                        <a:pt x="2654" y="1123"/>
                        <a:pt x="2654" y="1073"/>
                      </a:cubicBezTo>
                      <a:cubicBezTo>
                        <a:pt x="2631" y="960"/>
                        <a:pt x="2575" y="848"/>
                        <a:pt x="2485" y="769"/>
                      </a:cubicBezTo>
                      <a:cubicBezTo>
                        <a:pt x="2395" y="679"/>
                        <a:pt x="2305" y="578"/>
                        <a:pt x="2204" y="500"/>
                      </a:cubicBezTo>
                      <a:cubicBezTo>
                        <a:pt x="2013" y="342"/>
                        <a:pt x="1799" y="207"/>
                        <a:pt x="1563" y="117"/>
                      </a:cubicBezTo>
                      <a:cubicBezTo>
                        <a:pt x="1361" y="39"/>
                        <a:pt x="1149" y="0"/>
                        <a:pt x="939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" name="Google Shape;2532;p55">
                  <a:extLst>
                    <a:ext uri="{FF2B5EF4-FFF2-40B4-BE49-F238E27FC236}">
                      <a16:creationId xmlns:a16="http://schemas.microsoft.com/office/drawing/2014/main" id="{F2442084-36CC-7811-41DF-0A19E31F0105}"/>
                    </a:ext>
                  </a:extLst>
                </p:cNvPr>
                <p:cNvSpPr/>
                <p:nvPr/>
              </p:nvSpPr>
              <p:spPr>
                <a:xfrm>
                  <a:off x="3411319" y="1225512"/>
                  <a:ext cx="82511" cy="1784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7" h="1918" extrusionOk="0">
                      <a:moveTo>
                        <a:pt x="721" y="1"/>
                      </a:moveTo>
                      <a:cubicBezTo>
                        <a:pt x="675" y="1"/>
                        <a:pt x="630" y="37"/>
                        <a:pt x="650" y="98"/>
                      </a:cubicBezTo>
                      <a:cubicBezTo>
                        <a:pt x="729" y="412"/>
                        <a:pt x="684" y="750"/>
                        <a:pt x="538" y="1042"/>
                      </a:cubicBezTo>
                      <a:cubicBezTo>
                        <a:pt x="470" y="1188"/>
                        <a:pt x="414" y="1323"/>
                        <a:pt x="336" y="1469"/>
                      </a:cubicBezTo>
                      <a:cubicBezTo>
                        <a:pt x="279" y="1593"/>
                        <a:pt x="189" y="1694"/>
                        <a:pt x="77" y="1773"/>
                      </a:cubicBezTo>
                      <a:cubicBezTo>
                        <a:pt x="0" y="1821"/>
                        <a:pt x="46" y="1917"/>
                        <a:pt x="117" y="1917"/>
                      </a:cubicBezTo>
                      <a:cubicBezTo>
                        <a:pt x="129" y="1917"/>
                        <a:pt x="142" y="1914"/>
                        <a:pt x="156" y="1908"/>
                      </a:cubicBezTo>
                      <a:cubicBezTo>
                        <a:pt x="279" y="1829"/>
                        <a:pt x="381" y="1717"/>
                        <a:pt x="448" y="1582"/>
                      </a:cubicBezTo>
                      <a:cubicBezTo>
                        <a:pt x="538" y="1424"/>
                        <a:pt x="605" y="1267"/>
                        <a:pt x="684" y="1098"/>
                      </a:cubicBezTo>
                      <a:cubicBezTo>
                        <a:pt x="841" y="772"/>
                        <a:pt x="886" y="401"/>
                        <a:pt x="797" y="53"/>
                      </a:cubicBezTo>
                      <a:cubicBezTo>
                        <a:pt x="783" y="17"/>
                        <a:pt x="752" y="1"/>
                        <a:pt x="721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" name="Google Shape;2533;p55">
                  <a:extLst>
                    <a:ext uri="{FF2B5EF4-FFF2-40B4-BE49-F238E27FC236}">
                      <a16:creationId xmlns:a16="http://schemas.microsoft.com/office/drawing/2014/main" id="{2BE2F291-AC68-65A8-7CDB-EF8F79D37BC8}"/>
                    </a:ext>
                  </a:extLst>
                </p:cNvPr>
                <p:cNvSpPr/>
                <p:nvPr/>
              </p:nvSpPr>
              <p:spPr>
                <a:xfrm>
                  <a:off x="3220811" y="1436392"/>
                  <a:ext cx="123813" cy="204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1" h="220" extrusionOk="0">
                      <a:moveTo>
                        <a:pt x="113" y="0"/>
                      </a:moveTo>
                      <a:cubicBezTo>
                        <a:pt x="34" y="0"/>
                        <a:pt x="0" y="113"/>
                        <a:pt x="68" y="147"/>
                      </a:cubicBezTo>
                      <a:cubicBezTo>
                        <a:pt x="271" y="194"/>
                        <a:pt x="480" y="220"/>
                        <a:pt x="689" y="220"/>
                      </a:cubicBezTo>
                      <a:cubicBezTo>
                        <a:pt x="873" y="220"/>
                        <a:pt x="1058" y="200"/>
                        <a:pt x="1237" y="158"/>
                      </a:cubicBezTo>
                      <a:cubicBezTo>
                        <a:pt x="1331" y="147"/>
                        <a:pt x="1299" y="21"/>
                        <a:pt x="1222" y="21"/>
                      </a:cubicBezTo>
                      <a:cubicBezTo>
                        <a:pt x="1216" y="21"/>
                        <a:pt x="1210" y="21"/>
                        <a:pt x="1203" y="23"/>
                      </a:cubicBezTo>
                      <a:cubicBezTo>
                        <a:pt x="1041" y="58"/>
                        <a:pt x="877" y="76"/>
                        <a:pt x="712" y="76"/>
                      </a:cubicBezTo>
                      <a:cubicBezTo>
                        <a:pt x="512" y="76"/>
                        <a:pt x="310" y="50"/>
                        <a:pt x="113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" name="Google Shape;2534;p55">
                  <a:extLst>
                    <a:ext uri="{FF2B5EF4-FFF2-40B4-BE49-F238E27FC236}">
                      <a16:creationId xmlns:a16="http://schemas.microsoft.com/office/drawing/2014/main" id="{E5A3887D-B85B-DD7E-D9CD-FD0C1746F622}"/>
                    </a:ext>
                  </a:extLst>
                </p:cNvPr>
                <p:cNvSpPr/>
                <p:nvPr/>
              </p:nvSpPr>
              <p:spPr>
                <a:xfrm>
                  <a:off x="2474128" y="1101794"/>
                  <a:ext cx="56093" cy="223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3" h="2406" extrusionOk="0">
                      <a:moveTo>
                        <a:pt x="371" y="0"/>
                      </a:moveTo>
                      <a:cubicBezTo>
                        <a:pt x="353" y="0"/>
                        <a:pt x="333" y="7"/>
                        <a:pt x="315" y="22"/>
                      </a:cubicBezTo>
                      <a:cubicBezTo>
                        <a:pt x="180" y="157"/>
                        <a:pt x="101" y="326"/>
                        <a:pt x="79" y="517"/>
                      </a:cubicBezTo>
                      <a:cubicBezTo>
                        <a:pt x="34" y="753"/>
                        <a:pt x="11" y="989"/>
                        <a:pt x="11" y="1237"/>
                      </a:cubicBezTo>
                      <a:cubicBezTo>
                        <a:pt x="0" y="1653"/>
                        <a:pt x="157" y="2069"/>
                        <a:pt x="438" y="2383"/>
                      </a:cubicBezTo>
                      <a:cubicBezTo>
                        <a:pt x="454" y="2399"/>
                        <a:pt x="472" y="2405"/>
                        <a:pt x="489" y="2405"/>
                      </a:cubicBezTo>
                      <a:cubicBezTo>
                        <a:pt x="548" y="2405"/>
                        <a:pt x="603" y="2331"/>
                        <a:pt x="551" y="2271"/>
                      </a:cubicBezTo>
                      <a:cubicBezTo>
                        <a:pt x="292" y="1990"/>
                        <a:pt x="157" y="1619"/>
                        <a:pt x="157" y="1237"/>
                      </a:cubicBezTo>
                      <a:cubicBezTo>
                        <a:pt x="157" y="1023"/>
                        <a:pt x="180" y="809"/>
                        <a:pt x="214" y="607"/>
                      </a:cubicBezTo>
                      <a:cubicBezTo>
                        <a:pt x="225" y="427"/>
                        <a:pt x="304" y="258"/>
                        <a:pt x="427" y="124"/>
                      </a:cubicBezTo>
                      <a:cubicBezTo>
                        <a:pt x="479" y="72"/>
                        <a:pt x="431" y="0"/>
                        <a:pt x="37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" name="Google Shape;2535;p55">
                  <a:extLst>
                    <a:ext uri="{FF2B5EF4-FFF2-40B4-BE49-F238E27FC236}">
                      <a16:creationId xmlns:a16="http://schemas.microsoft.com/office/drawing/2014/main" id="{02E8DFD9-BA2D-7B5F-6ECD-13CFB86A64F8}"/>
                    </a:ext>
                  </a:extLst>
                </p:cNvPr>
                <p:cNvSpPr/>
                <p:nvPr/>
              </p:nvSpPr>
              <p:spPr>
                <a:xfrm>
                  <a:off x="2585940" y="1413137"/>
                  <a:ext cx="89767" cy="53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5" h="572" extrusionOk="0">
                      <a:moveTo>
                        <a:pt x="79" y="0"/>
                      </a:moveTo>
                      <a:cubicBezTo>
                        <a:pt x="72" y="0"/>
                        <a:pt x="65" y="1"/>
                        <a:pt x="57" y="3"/>
                      </a:cubicBezTo>
                      <a:cubicBezTo>
                        <a:pt x="23" y="14"/>
                        <a:pt x="1" y="59"/>
                        <a:pt x="12" y="104"/>
                      </a:cubicBezTo>
                      <a:cubicBezTo>
                        <a:pt x="127" y="391"/>
                        <a:pt x="411" y="572"/>
                        <a:pt x="722" y="572"/>
                      </a:cubicBezTo>
                      <a:cubicBezTo>
                        <a:pt x="777" y="572"/>
                        <a:pt x="833" y="566"/>
                        <a:pt x="889" y="554"/>
                      </a:cubicBezTo>
                      <a:cubicBezTo>
                        <a:pt x="964" y="522"/>
                        <a:pt x="937" y="407"/>
                        <a:pt x="856" y="407"/>
                      </a:cubicBezTo>
                      <a:cubicBezTo>
                        <a:pt x="852" y="407"/>
                        <a:pt x="848" y="407"/>
                        <a:pt x="844" y="408"/>
                      </a:cubicBezTo>
                      <a:cubicBezTo>
                        <a:pt x="798" y="419"/>
                        <a:pt x="752" y="424"/>
                        <a:pt x="706" y="424"/>
                      </a:cubicBezTo>
                      <a:cubicBezTo>
                        <a:pt x="472" y="424"/>
                        <a:pt x="251" y="285"/>
                        <a:pt x="147" y="59"/>
                      </a:cubicBezTo>
                      <a:cubicBezTo>
                        <a:pt x="138" y="22"/>
                        <a:pt x="113" y="0"/>
                        <a:pt x="79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" name="Google Shape;2536;p55">
                  <a:extLst>
                    <a:ext uri="{FF2B5EF4-FFF2-40B4-BE49-F238E27FC236}">
                      <a16:creationId xmlns:a16="http://schemas.microsoft.com/office/drawing/2014/main" id="{A1545C2F-EEEA-5032-EA20-BE7CA899B6DE}"/>
                    </a:ext>
                  </a:extLst>
                </p:cNvPr>
                <p:cNvSpPr/>
                <p:nvPr/>
              </p:nvSpPr>
              <p:spPr>
                <a:xfrm>
                  <a:off x="2782866" y="1466438"/>
                  <a:ext cx="68837" cy="254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274" extrusionOk="0">
                      <a:moveTo>
                        <a:pt x="657" y="1"/>
                      </a:moveTo>
                      <a:cubicBezTo>
                        <a:pt x="650" y="1"/>
                        <a:pt x="644" y="2"/>
                        <a:pt x="638" y="4"/>
                      </a:cubicBezTo>
                      <a:cubicBezTo>
                        <a:pt x="459" y="60"/>
                        <a:pt x="267" y="93"/>
                        <a:pt x="88" y="116"/>
                      </a:cubicBezTo>
                      <a:cubicBezTo>
                        <a:pt x="85" y="116"/>
                        <a:pt x="82" y="115"/>
                        <a:pt x="80" y="115"/>
                      </a:cubicBezTo>
                      <a:cubicBezTo>
                        <a:pt x="0" y="115"/>
                        <a:pt x="0" y="274"/>
                        <a:pt x="80" y="274"/>
                      </a:cubicBezTo>
                      <a:cubicBezTo>
                        <a:pt x="82" y="274"/>
                        <a:pt x="85" y="274"/>
                        <a:pt x="88" y="273"/>
                      </a:cubicBezTo>
                      <a:cubicBezTo>
                        <a:pt x="290" y="251"/>
                        <a:pt x="481" y="206"/>
                        <a:pt x="672" y="150"/>
                      </a:cubicBezTo>
                      <a:cubicBezTo>
                        <a:pt x="717" y="138"/>
                        <a:pt x="740" y="93"/>
                        <a:pt x="728" y="60"/>
                      </a:cubicBezTo>
                      <a:cubicBezTo>
                        <a:pt x="719" y="22"/>
                        <a:pt x="687" y="1"/>
                        <a:pt x="65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" name="Google Shape;2537;p55">
                  <a:extLst>
                    <a:ext uri="{FF2B5EF4-FFF2-40B4-BE49-F238E27FC236}">
                      <a16:creationId xmlns:a16="http://schemas.microsoft.com/office/drawing/2014/main" id="{08335BCD-BECB-E70A-B1DE-ECBC362966F2}"/>
                    </a:ext>
                  </a:extLst>
                </p:cNvPr>
                <p:cNvSpPr/>
                <p:nvPr/>
              </p:nvSpPr>
              <p:spPr>
                <a:xfrm>
                  <a:off x="3098395" y="848496"/>
                  <a:ext cx="30418" cy="381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" h="410" extrusionOk="0">
                      <a:moveTo>
                        <a:pt x="196" y="1"/>
                      </a:moveTo>
                      <a:cubicBezTo>
                        <a:pt x="171" y="1"/>
                        <a:pt x="145" y="9"/>
                        <a:pt x="124" y="25"/>
                      </a:cubicBezTo>
                      <a:cubicBezTo>
                        <a:pt x="117" y="23"/>
                        <a:pt x="109" y="22"/>
                        <a:pt x="102" y="22"/>
                      </a:cubicBezTo>
                      <a:cubicBezTo>
                        <a:pt x="69" y="22"/>
                        <a:pt x="44" y="44"/>
                        <a:pt x="35" y="81"/>
                      </a:cubicBezTo>
                      <a:lnTo>
                        <a:pt x="12" y="193"/>
                      </a:lnTo>
                      <a:cubicBezTo>
                        <a:pt x="1" y="216"/>
                        <a:pt x="1" y="250"/>
                        <a:pt x="1" y="283"/>
                      </a:cubicBezTo>
                      <a:cubicBezTo>
                        <a:pt x="1" y="317"/>
                        <a:pt x="12" y="351"/>
                        <a:pt x="35" y="384"/>
                      </a:cubicBezTo>
                      <a:cubicBezTo>
                        <a:pt x="57" y="401"/>
                        <a:pt x="85" y="410"/>
                        <a:pt x="113" y="410"/>
                      </a:cubicBezTo>
                      <a:cubicBezTo>
                        <a:pt x="141" y="410"/>
                        <a:pt x="169" y="401"/>
                        <a:pt x="192" y="384"/>
                      </a:cubicBezTo>
                      <a:cubicBezTo>
                        <a:pt x="214" y="351"/>
                        <a:pt x="237" y="317"/>
                        <a:pt x="248" y="283"/>
                      </a:cubicBezTo>
                      <a:cubicBezTo>
                        <a:pt x="271" y="250"/>
                        <a:pt x="293" y="216"/>
                        <a:pt x="304" y="182"/>
                      </a:cubicBezTo>
                      <a:cubicBezTo>
                        <a:pt x="327" y="126"/>
                        <a:pt x="304" y="70"/>
                        <a:pt x="271" y="36"/>
                      </a:cubicBezTo>
                      <a:cubicBezTo>
                        <a:pt x="253" y="12"/>
                        <a:pt x="225" y="1"/>
                        <a:pt x="19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" name="Google Shape;2538;p55">
                  <a:extLst>
                    <a:ext uri="{FF2B5EF4-FFF2-40B4-BE49-F238E27FC236}">
                      <a16:creationId xmlns:a16="http://schemas.microsoft.com/office/drawing/2014/main" id="{AB5F3A2B-92D4-CB0A-AA0B-4AABE0F00D26}"/>
                    </a:ext>
                  </a:extLst>
                </p:cNvPr>
                <p:cNvSpPr/>
                <p:nvPr/>
              </p:nvSpPr>
              <p:spPr>
                <a:xfrm>
                  <a:off x="3164347" y="854915"/>
                  <a:ext cx="24093" cy="462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" h="497" extrusionOk="0">
                      <a:moveTo>
                        <a:pt x="79" y="1"/>
                      </a:moveTo>
                      <a:cubicBezTo>
                        <a:pt x="34" y="1"/>
                        <a:pt x="0" y="34"/>
                        <a:pt x="0" y="79"/>
                      </a:cubicBezTo>
                      <a:lnTo>
                        <a:pt x="0" y="259"/>
                      </a:lnTo>
                      <a:cubicBezTo>
                        <a:pt x="0" y="315"/>
                        <a:pt x="0" y="372"/>
                        <a:pt x="23" y="428"/>
                      </a:cubicBezTo>
                      <a:cubicBezTo>
                        <a:pt x="44" y="471"/>
                        <a:pt x="85" y="496"/>
                        <a:pt x="126" y="496"/>
                      </a:cubicBezTo>
                      <a:cubicBezTo>
                        <a:pt x="149" y="496"/>
                        <a:pt x="171" y="489"/>
                        <a:pt x="191" y="473"/>
                      </a:cubicBezTo>
                      <a:cubicBezTo>
                        <a:pt x="236" y="428"/>
                        <a:pt x="259" y="360"/>
                        <a:pt x="247" y="293"/>
                      </a:cubicBezTo>
                      <a:cubicBezTo>
                        <a:pt x="247" y="226"/>
                        <a:pt x="236" y="147"/>
                        <a:pt x="225" y="79"/>
                      </a:cubicBezTo>
                      <a:cubicBezTo>
                        <a:pt x="216" y="52"/>
                        <a:pt x="191" y="31"/>
                        <a:pt x="158" y="31"/>
                      </a:cubicBezTo>
                      <a:cubicBezTo>
                        <a:pt x="151" y="31"/>
                        <a:pt x="143" y="32"/>
                        <a:pt x="135" y="34"/>
                      </a:cubicBezTo>
                      <a:cubicBezTo>
                        <a:pt x="124" y="12"/>
                        <a:pt x="101" y="1"/>
                        <a:pt x="7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" name="Google Shape;2539;p55">
                <a:extLst>
                  <a:ext uri="{FF2B5EF4-FFF2-40B4-BE49-F238E27FC236}">
                    <a16:creationId xmlns:a16="http://schemas.microsoft.com/office/drawing/2014/main" id="{A7CDBF5E-BA79-2DBA-92A6-802B7436E67B}"/>
                  </a:ext>
                </a:extLst>
              </p:cNvPr>
              <p:cNvSpPr/>
              <p:nvPr/>
            </p:nvSpPr>
            <p:spPr>
              <a:xfrm>
                <a:off x="4982067" y="621065"/>
                <a:ext cx="81425" cy="102033"/>
              </a:xfrm>
              <a:custGeom>
                <a:avLst/>
                <a:gdLst/>
                <a:ahLst/>
                <a:cxnLst/>
                <a:rect l="l" t="t" r="r" b="b"/>
                <a:pathLst>
                  <a:path w="327" h="410" extrusionOk="0">
                    <a:moveTo>
                      <a:pt x="196" y="1"/>
                    </a:moveTo>
                    <a:cubicBezTo>
                      <a:pt x="171" y="1"/>
                      <a:pt x="145" y="9"/>
                      <a:pt x="124" y="25"/>
                    </a:cubicBezTo>
                    <a:cubicBezTo>
                      <a:pt x="117" y="23"/>
                      <a:pt x="109" y="22"/>
                      <a:pt x="102" y="22"/>
                    </a:cubicBezTo>
                    <a:cubicBezTo>
                      <a:pt x="69" y="22"/>
                      <a:pt x="44" y="44"/>
                      <a:pt x="35" y="81"/>
                    </a:cubicBezTo>
                    <a:lnTo>
                      <a:pt x="12" y="193"/>
                    </a:lnTo>
                    <a:cubicBezTo>
                      <a:pt x="1" y="216"/>
                      <a:pt x="1" y="250"/>
                      <a:pt x="1" y="283"/>
                    </a:cubicBezTo>
                    <a:cubicBezTo>
                      <a:pt x="1" y="317"/>
                      <a:pt x="12" y="351"/>
                      <a:pt x="35" y="384"/>
                    </a:cubicBezTo>
                    <a:cubicBezTo>
                      <a:pt x="57" y="401"/>
                      <a:pt x="85" y="410"/>
                      <a:pt x="113" y="410"/>
                    </a:cubicBezTo>
                    <a:cubicBezTo>
                      <a:pt x="141" y="410"/>
                      <a:pt x="169" y="401"/>
                      <a:pt x="192" y="384"/>
                    </a:cubicBezTo>
                    <a:cubicBezTo>
                      <a:pt x="214" y="351"/>
                      <a:pt x="237" y="317"/>
                      <a:pt x="248" y="283"/>
                    </a:cubicBezTo>
                    <a:cubicBezTo>
                      <a:pt x="271" y="250"/>
                      <a:pt x="293" y="216"/>
                      <a:pt x="304" y="182"/>
                    </a:cubicBezTo>
                    <a:cubicBezTo>
                      <a:pt x="327" y="126"/>
                      <a:pt x="304" y="70"/>
                      <a:pt x="271" y="36"/>
                    </a:cubicBezTo>
                    <a:cubicBezTo>
                      <a:pt x="253" y="12"/>
                      <a:pt x="225" y="1"/>
                      <a:pt x="1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187635B4-72BE-9472-C80A-3D6A13587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1283" y="1396586"/>
            <a:ext cx="2801746" cy="2377238"/>
          </a:xfrm>
          <a:prstGeom prst="ellipse">
            <a:avLst/>
          </a:prstGeom>
          <a:noFill/>
          <a:ln w="7620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53" name="Google Shape;2353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RESUMEN</a:t>
            </a:r>
            <a:endParaRPr b="0" dirty="0">
              <a:solidFill>
                <a:schemeClr val="accent3"/>
              </a:solidFill>
            </a:endParaRPr>
          </a:p>
        </p:txBody>
      </p:sp>
      <p:sp>
        <p:nvSpPr>
          <p:cNvPr id="2354" name="Google Shape;2354;p50"/>
          <p:cNvSpPr txBox="1">
            <a:spLocks noGrp="1"/>
          </p:cNvSpPr>
          <p:nvPr>
            <p:ph type="body" idx="1"/>
          </p:nvPr>
        </p:nvSpPr>
        <p:spPr>
          <a:xfrm>
            <a:off x="810958" y="1501619"/>
            <a:ext cx="4561200" cy="21989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chemeClr val="accent3"/>
                </a:solidFill>
                <a:latin typeface="Syne" panose="020B0604020202020204" charset="0"/>
              </a:rPr>
              <a:t>El proyecto consiste en el desarrollo de una aplicación móvil para iOS que permite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chemeClr val="accent3"/>
                </a:solidFill>
                <a:latin typeface="Syne" panose="020B0604020202020204" charset="0"/>
              </a:rPr>
              <a:t>visualizar la temperatura actual de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chemeClr val="accent3"/>
                </a:solidFill>
                <a:latin typeface="Syne" panose="020B0604020202020204" charset="0"/>
              </a:rPr>
              <a:t>distintas ciudades.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 sz="1600" dirty="0">
              <a:solidFill>
                <a:schemeClr val="accent3"/>
              </a:solidFill>
              <a:latin typeface="Syne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chemeClr val="accent3"/>
                </a:solidFill>
                <a:latin typeface="Syne" panose="020B0604020202020204" charset="0"/>
              </a:rPr>
              <a:t>La app consume servicios REST para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chemeClr val="accent3"/>
                </a:solidFill>
                <a:latin typeface="Syne" panose="020B0604020202020204" charset="0"/>
              </a:rPr>
              <a:t>Obtener datos climáticos en tiempo real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chemeClr val="accent3"/>
                </a:solidFill>
                <a:latin typeface="Syne" panose="020B0604020202020204" charset="0"/>
              </a:rPr>
              <a:t>y presenta la información de forma clara.</a:t>
            </a:r>
            <a:endParaRPr sz="1600" dirty="0">
              <a:solidFill>
                <a:schemeClr val="accent3"/>
              </a:solidFill>
              <a:latin typeface="Syne" panose="020B0604020202020204" charset="0"/>
            </a:endParaRPr>
          </a:p>
        </p:txBody>
      </p:sp>
      <p:sp>
        <p:nvSpPr>
          <p:cNvPr id="2370" name="Google Shape;2370;p50"/>
          <p:cNvSpPr/>
          <p:nvPr/>
        </p:nvSpPr>
        <p:spPr>
          <a:xfrm flipH="1">
            <a:off x="3851275" y="1365111"/>
            <a:ext cx="109663" cy="114482"/>
          </a:xfrm>
          <a:custGeom>
            <a:avLst/>
            <a:gdLst/>
            <a:ahLst/>
            <a:cxnLst/>
            <a:rect l="l" t="t" r="r" b="b"/>
            <a:pathLst>
              <a:path w="1024" h="1069" extrusionOk="0">
                <a:moveTo>
                  <a:pt x="630" y="1"/>
                </a:moveTo>
                <a:lnTo>
                  <a:pt x="371" y="270"/>
                </a:lnTo>
                <a:lnTo>
                  <a:pt x="0" y="203"/>
                </a:lnTo>
                <a:lnTo>
                  <a:pt x="180" y="540"/>
                </a:lnTo>
                <a:lnTo>
                  <a:pt x="0" y="866"/>
                </a:lnTo>
                <a:lnTo>
                  <a:pt x="0" y="866"/>
                </a:lnTo>
                <a:lnTo>
                  <a:pt x="371" y="810"/>
                </a:lnTo>
                <a:lnTo>
                  <a:pt x="630" y="1069"/>
                </a:lnTo>
                <a:lnTo>
                  <a:pt x="686" y="698"/>
                </a:lnTo>
                <a:lnTo>
                  <a:pt x="1023" y="540"/>
                </a:lnTo>
                <a:lnTo>
                  <a:pt x="686" y="372"/>
                </a:lnTo>
                <a:lnTo>
                  <a:pt x="63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" name="Google Shape;4277;p82">
            <a:extLst>
              <a:ext uri="{FF2B5EF4-FFF2-40B4-BE49-F238E27FC236}">
                <a16:creationId xmlns:a16="http://schemas.microsoft.com/office/drawing/2014/main" id="{6FAC2EBC-57A9-D82F-8CD1-C7629EDD6420}"/>
              </a:ext>
            </a:extLst>
          </p:cNvPr>
          <p:cNvGrpSpPr/>
          <p:nvPr/>
        </p:nvGrpSpPr>
        <p:grpSpPr>
          <a:xfrm>
            <a:off x="1340734" y="153418"/>
            <a:ext cx="1529687" cy="1155914"/>
            <a:chOff x="2594541" y="1721054"/>
            <a:chExt cx="1419230" cy="1086410"/>
          </a:xfrm>
        </p:grpSpPr>
        <p:grpSp>
          <p:nvGrpSpPr>
            <p:cNvPr id="4" name="Google Shape;4278;p82">
              <a:extLst>
                <a:ext uri="{FF2B5EF4-FFF2-40B4-BE49-F238E27FC236}">
                  <a16:creationId xmlns:a16="http://schemas.microsoft.com/office/drawing/2014/main" id="{0312829B-746B-9A54-D418-4A8903328A73}"/>
                </a:ext>
              </a:extLst>
            </p:cNvPr>
            <p:cNvGrpSpPr/>
            <p:nvPr/>
          </p:nvGrpSpPr>
          <p:grpSpPr>
            <a:xfrm>
              <a:off x="2594541" y="1721054"/>
              <a:ext cx="1419230" cy="1086410"/>
              <a:chOff x="2594541" y="1721054"/>
              <a:chExt cx="1419230" cy="1086410"/>
            </a:xfrm>
          </p:grpSpPr>
          <p:sp>
            <p:nvSpPr>
              <p:cNvPr id="11" name="Google Shape;4279;p82">
                <a:extLst>
                  <a:ext uri="{FF2B5EF4-FFF2-40B4-BE49-F238E27FC236}">
                    <a16:creationId xmlns:a16="http://schemas.microsoft.com/office/drawing/2014/main" id="{DEED0095-12B4-DA9E-FDDB-D156CB964425}"/>
                  </a:ext>
                </a:extLst>
              </p:cNvPr>
              <p:cNvSpPr/>
              <p:nvPr/>
            </p:nvSpPr>
            <p:spPr>
              <a:xfrm>
                <a:off x="2594541" y="1721054"/>
                <a:ext cx="892701" cy="844139"/>
              </a:xfrm>
              <a:custGeom>
                <a:avLst/>
                <a:gdLst/>
                <a:ahLst/>
                <a:cxnLst/>
                <a:rect l="l" t="t" r="r" b="b"/>
                <a:pathLst>
                  <a:path w="18309" h="17313" extrusionOk="0">
                    <a:moveTo>
                      <a:pt x="10550" y="0"/>
                    </a:moveTo>
                    <a:cubicBezTo>
                      <a:pt x="10334" y="964"/>
                      <a:pt x="9520" y="1678"/>
                      <a:pt x="8523" y="1795"/>
                    </a:cubicBezTo>
                    <a:cubicBezTo>
                      <a:pt x="8481" y="1798"/>
                      <a:pt x="8438" y="1799"/>
                      <a:pt x="8396" y="1799"/>
                    </a:cubicBezTo>
                    <a:cubicBezTo>
                      <a:pt x="7501" y="1799"/>
                      <a:pt x="6713" y="1139"/>
                      <a:pt x="6380" y="266"/>
                    </a:cubicBezTo>
                    <a:cubicBezTo>
                      <a:pt x="5770" y="1659"/>
                      <a:pt x="4408" y="2536"/>
                      <a:pt x="2919" y="2536"/>
                    </a:cubicBezTo>
                    <a:cubicBezTo>
                      <a:pt x="2827" y="2536"/>
                      <a:pt x="2735" y="2533"/>
                      <a:pt x="2642" y="2526"/>
                    </a:cubicBezTo>
                    <a:lnTo>
                      <a:pt x="2642" y="2526"/>
                    </a:lnTo>
                    <a:cubicBezTo>
                      <a:pt x="2858" y="3157"/>
                      <a:pt x="2792" y="3838"/>
                      <a:pt x="2426" y="4403"/>
                    </a:cubicBezTo>
                    <a:cubicBezTo>
                      <a:pt x="2061" y="4935"/>
                      <a:pt x="1462" y="5267"/>
                      <a:pt x="798" y="5284"/>
                    </a:cubicBezTo>
                    <a:cubicBezTo>
                      <a:pt x="1097" y="5649"/>
                      <a:pt x="1213" y="6131"/>
                      <a:pt x="1080" y="6580"/>
                    </a:cubicBezTo>
                    <a:cubicBezTo>
                      <a:pt x="964" y="7028"/>
                      <a:pt x="615" y="7394"/>
                      <a:pt x="183" y="7543"/>
                    </a:cubicBezTo>
                    <a:cubicBezTo>
                      <a:pt x="781" y="8125"/>
                      <a:pt x="1114" y="8939"/>
                      <a:pt x="1080" y="9786"/>
                    </a:cubicBezTo>
                    <a:cubicBezTo>
                      <a:pt x="1047" y="10617"/>
                      <a:pt x="648" y="11398"/>
                      <a:pt x="0" y="11913"/>
                    </a:cubicBezTo>
                    <a:cubicBezTo>
                      <a:pt x="698" y="12045"/>
                      <a:pt x="1330" y="12444"/>
                      <a:pt x="1728" y="13042"/>
                    </a:cubicBezTo>
                    <a:cubicBezTo>
                      <a:pt x="2127" y="13640"/>
                      <a:pt x="2277" y="14388"/>
                      <a:pt x="2144" y="15119"/>
                    </a:cubicBezTo>
                    <a:cubicBezTo>
                      <a:pt x="2484" y="14953"/>
                      <a:pt x="2850" y="14870"/>
                      <a:pt x="3215" y="14870"/>
                    </a:cubicBezTo>
                    <a:cubicBezTo>
                      <a:pt x="3581" y="14870"/>
                      <a:pt x="3946" y="14953"/>
                      <a:pt x="4287" y="15119"/>
                    </a:cubicBezTo>
                    <a:cubicBezTo>
                      <a:pt x="4951" y="15451"/>
                      <a:pt x="5450" y="16066"/>
                      <a:pt x="5632" y="16797"/>
                    </a:cubicBezTo>
                    <a:cubicBezTo>
                      <a:pt x="5906" y="16411"/>
                      <a:pt x="6351" y="16165"/>
                      <a:pt x="6847" y="16165"/>
                    </a:cubicBezTo>
                    <a:cubicBezTo>
                      <a:pt x="6863" y="16165"/>
                      <a:pt x="6879" y="16165"/>
                      <a:pt x="6895" y="16166"/>
                    </a:cubicBezTo>
                    <a:cubicBezTo>
                      <a:pt x="7394" y="16182"/>
                      <a:pt x="7859" y="16465"/>
                      <a:pt x="8141" y="16897"/>
                    </a:cubicBezTo>
                    <a:cubicBezTo>
                      <a:pt x="8570" y="16240"/>
                      <a:pt x="9366" y="15930"/>
                      <a:pt x="10154" y="15930"/>
                    </a:cubicBezTo>
                    <a:cubicBezTo>
                      <a:pt x="10344" y="15930"/>
                      <a:pt x="10533" y="15948"/>
                      <a:pt x="10716" y="15983"/>
                    </a:cubicBezTo>
                    <a:cubicBezTo>
                      <a:pt x="11663" y="16166"/>
                      <a:pt x="12494" y="16731"/>
                      <a:pt x="13291" y="17312"/>
                    </a:cubicBezTo>
                    <a:cubicBezTo>
                      <a:pt x="13208" y="16681"/>
                      <a:pt x="13424" y="16049"/>
                      <a:pt x="13890" y="15601"/>
                    </a:cubicBezTo>
                    <a:cubicBezTo>
                      <a:pt x="14281" y="15237"/>
                      <a:pt x="14793" y="15037"/>
                      <a:pt x="15318" y="15037"/>
                    </a:cubicBezTo>
                    <a:cubicBezTo>
                      <a:pt x="15440" y="15037"/>
                      <a:pt x="15562" y="15047"/>
                      <a:pt x="15684" y="15069"/>
                    </a:cubicBezTo>
                    <a:cubicBezTo>
                      <a:pt x="15335" y="14886"/>
                      <a:pt x="15169" y="14504"/>
                      <a:pt x="15285" y="14139"/>
                    </a:cubicBezTo>
                    <a:cubicBezTo>
                      <a:pt x="15401" y="13820"/>
                      <a:pt x="15694" y="13628"/>
                      <a:pt x="16009" y="13628"/>
                    </a:cubicBezTo>
                    <a:cubicBezTo>
                      <a:pt x="16055" y="13628"/>
                      <a:pt x="16102" y="13632"/>
                      <a:pt x="16149" y="13640"/>
                    </a:cubicBezTo>
                    <a:cubicBezTo>
                      <a:pt x="15900" y="12843"/>
                      <a:pt x="15999" y="11979"/>
                      <a:pt x="16398" y="11248"/>
                    </a:cubicBezTo>
                    <a:cubicBezTo>
                      <a:pt x="16814" y="10534"/>
                      <a:pt x="17495" y="10035"/>
                      <a:pt x="18309" y="9852"/>
                    </a:cubicBezTo>
                    <a:cubicBezTo>
                      <a:pt x="16897" y="9205"/>
                      <a:pt x="16515" y="7377"/>
                      <a:pt x="17528" y="6214"/>
                    </a:cubicBezTo>
                    <a:lnTo>
                      <a:pt x="17528" y="6214"/>
                    </a:lnTo>
                    <a:cubicBezTo>
                      <a:pt x="17383" y="6302"/>
                      <a:pt x="17223" y="6345"/>
                      <a:pt x="17066" y="6345"/>
                    </a:cubicBezTo>
                    <a:cubicBezTo>
                      <a:pt x="16809" y="6345"/>
                      <a:pt x="16557" y="6231"/>
                      <a:pt x="16382" y="6015"/>
                    </a:cubicBezTo>
                    <a:cubicBezTo>
                      <a:pt x="16132" y="5666"/>
                      <a:pt x="16166" y="5167"/>
                      <a:pt x="16465" y="4852"/>
                    </a:cubicBezTo>
                    <a:lnTo>
                      <a:pt x="16465" y="4852"/>
                    </a:lnTo>
                    <a:cubicBezTo>
                      <a:pt x="16371" y="4865"/>
                      <a:pt x="16277" y="4872"/>
                      <a:pt x="16183" y="4872"/>
                    </a:cubicBezTo>
                    <a:cubicBezTo>
                      <a:pt x="15468" y="4872"/>
                      <a:pt x="14789" y="4487"/>
                      <a:pt x="14421" y="3855"/>
                    </a:cubicBezTo>
                    <a:cubicBezTo>
                      <a:pt x="14006" y="3107"/>
                      <a:pt x="14089" y="2193"/>
                      <a:pt x="14604" y="1529"/>
                    </a:cubicBezTo>
                    <a:lnTo>
                      <a:pt x="14604" y="1529"/>
                    </a:lnTo>
                    <a:cubicBezTo>
                      <a:pt x="14160" y="1829"/>
                      <a:pt x="13644" y="1980"/>
                      <a:pt x="13127" y="1980"/>
                    </a:cubicBezTo>
                    <a:cubicBezTo>
                      <a:pt x="12812" y="1980"/>
                      <a:pt x="12496" y="1924"/>
                      <a:pt x="12195" y="1811"/>
                    </a:cubicBezTo>
                    <a:cubicBezTo>
                      <a:pt x="11397" y="1496"/>
                      <a:pt x="10783" y="831"/>
                      <a:pt x="10550" y="0"/>
                    </a:cubicBezTo>
                    <a:close/>
                  </a:path>
                </a:pathLst>
              </a:custGeom>
              <a:solidFill>
                <a:srgbClr val="F7941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4280;p82">
                <a:extLst>
                  <a:ext uri="{FF2B5EF4-FFF2-40B4-BE49-F238E27FC236}">
                    <a16:creationId xmlns:a16="http://schemas.microsoft.com/office/drawing/2014/main" id="{3C8A7BFB-E7CF-08DE-3397-DA3C73309C79}"/>
                  </a:ext>
                </a:extLst>
              </p:cNvPr>
              <p:cNvSpPr/>
              <p:nvPr/>
            </p:nvSpPr>
            <p:spPr>
              <a:xfrm>
                <a:off x="2692542" y="1846846"/>
                <a:ext cx="666710" cy="606787"/>
              </a:xfrm>
              <a:custGeom>
                <a:avLst/>
                <a:gdLst/>
                <a:ahLst/>
                <a:cxnLst/>
                <a:rect l="l" t="t" r="r" b="b"/>
                <a:pathLst>
                  <a:path w="13674" h="12445" extrusionOk="0">
                    <a:moveTo>
                      <a:pt x="6608" y="0"/>
                    </a:moveTo>
                    <a:cubicBezTo>
                      <a:pt x="4563" y="0"/>
                      <a:pt x="2521" y="909"/>
                      <a:pt x="1313" y="2587"/>
                    </a:cubicBezTo>
                    <a:cubicBezTo>
                      <a:pt x="566" y="3584"/>
                      <a:pt x="117" y="4780"/>
                      <a:pt x="17" y="6026"/>
                    </a:cubicBezTo>
                    <a:cubicBezTo>
                      <a:pt x="1" y="6226"/>
                      <a:pt x="1" y="6425"/>
                      <a:pt x="1" y="6641"/>
                    </a:cubicBezTo>
                    <a:cubicBezTo>
                      <a:pt x="17" y="9133"/>
                      <a:pt x="1429" y="11094"/>
                      <a:pt x="3789" y="11908"/>
                    </a:cubicBezTo>
                    <a:cubicBezTo>
                      <a:pt x="4789" y="12249"/>
                      <a:pt x="5880" y="12445"/>
                      <a:pt x="6965" y="12445"/>
                    </a:cubicBezTo>
                    <a:cubicBezTo>
                      <a:pt x="8256" y="12445"/>
                      <a:pt x="9539" y="12167"/>
                      <a:pt x="10650" y="11526"/>
                    </a:cubicBezTo>
                    <a:cubicBezTo>
                      <a:pt x="12444" y="10496"/>
                      <a:pt x="13674" y="8668"/>
                      <a:pt x="13657" y="6558"/>
                    </a:cubicBezTo>
                    <a:cubicBezTo>
                      <a:pt x="13624" y="5246"/>
                      <a:pt x="13209" y="3966"/>
                      <a:pt x="12428" y="2903"/>
                    </a:cubicBezTo>
                    <a:cubicBezTo>
                      <a:pt x="11830" y="2056"/>
                      <a:pt x="11032" y="1375"/>
                      <a:pt x="10118" y="893"/>
                    </a:cubicBezTo>
                    <a:cubicBezTo>
                      <a:pt x="9936" y="793"/>
                      <a:pt x="9753" y="693"/>
                      <a:pt x="9570" y="627"/>
                    </a:cubicBezTo>
                    <a:cubicBezTo>
                      <a:pt x="8872" y="328"/>
                      <a:pt x="8141" y="129"/>
                      <a:pt x="7394" y="45"/>
                    </a:cubicBezTo>
                    <a:cubicBezTo>
                      <a:pt x="7133" y="15"/>
                      <a:pt x="6870" y="0"/>
                      <a:pt x="660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4281;p82">
                <a:extLst>
                  <a:ext uri="{FF2B5EF4-FFF2-40B4-BE49-F238E27FC236}">
                    <a16:creationId xmlns:a16="http://schemas.microsoft.com/office/drawing/2014/main" id="{7160C2B5-3127-B816-92DE-23243DCDC85B}"/>
                  </a:ext>
                </a:extLst>
              </p:cNvPr>
              <p:cNvSpPr/>
              <p:nvPr/>
            </p:nvSpPr>
            <p:spPr>
              <a:xfrm>
                <a:off x="2715213" y="1923393"/>
                <a:ext cx="1298558" cy="884071"/>
              </a:xfrm>
              <a:custGeom>
                <a:avLst/>
                <a:gdLst/>
                <a:ahLst/>
                <a:cxnLst/>
                <a:rect l="l" t="t" r="r" b="b"/>
                <a:pathLst>
                  <a:path w="26633" h="18132" extrusionOk="0">
                    <a:moveTo>
                      <a:pt x="19875" y="0"/>
                    </a:moveTo>
                    <a:cubicBezTo>
                      <a:pt x="18777" y="0"/>
                      <a:pt x="17711" y="532"/>
                      <a:pt x="17047" y="1483"/>
                    </a:cubicBezTo>
                    <a:cubicBezTo>
                      <a:pt x="16754" y="711"/>
                      <a:pt x="15907" y="227"/>
                      <a:pt x="15078" y="227"/>
                    </a:cubicBezTo>
                    <a:cubicBezTo>
                      <a:pt x="14872" y="227"/>
                      <a:pt x="14667" y="257"/>
                      <a:pt x="14471" y="320"/>
                    </a:cubicBezTo>
                    <a:cubicBezTo>
                      <a:pt x="13475" y="619"/>
                      <a:pt x="12793" y="1665"/>
                      <a:pt x="12777" y="2695"/>
                    </a:cubicBezTo>
                    <a:cubicBezTo>
                      <a:pt x="12777" y="3210"/>
                      <a:pt x="12926" y="3709"/>
                      <a:pt x="13176" y="4157"/>
                    </a:cubicBezTo>
                    <a:cubicBezTo>
                      <a:pt x="13508" y="4755"/>
                      <a:pt x="13956" y="5254"/>
                      <a:pt x="14638" y="5437"/>
                    </a:cubicBezTo>
                    <a:cubicBezTo>
                      <a:pt x="14545" y="5412"/>
                      <a:pt x="14455" y="5401"/>
                      <a:pt x="14368" y="5401"/>
                    </a:cubicBezTo>
                    <a:cubicBezTo>
                      <a:pt x="13622" y="5401"/>
                      <a:pt x="13079" y="6236"/>
                      <a:pt x="13109" y="6965"/>
                    </a:cubicBezTo>
                    <a:cubicBezTo>
                      <a:pt x="13093" y="6633"/>
                      <a:pt x="12644" y="6251"/>
                      <a:pt x="12395" y="6101"/>
                    </a:cubicBezTo>
                    <a:cubicBezTo>
                      <a:pt x="12062" y="5918"/>
                      <a:pt x="11697" y="5786"/>
                      <a:pt x="11315" y="5752"/>
                    </a:cubicBezTo>
                    <a:cubicBezTo>
                      <a:pt x="11136" y="5731"/>
                      <a:pt x="10956" y="5720"/>
                      <a:pt x="10776" y="5720"/>
                    </a:cubicBezTo>
                    <a:cubicBezTo>
                      <a:pt x="9992" y="5720"/>
                      <a:pt x="9217" y="5925"/>
                      <a:pt x="8540" y="6317"/>
                    </a:cubicBezTo>
                    <a:cubicBezTo>
                      <a:pt x="6945" y="7264"/>
                      <a:pt x="6065" y="9058"/>
                      <a:pt x="6297" y="10903"/>
                    </a:cubicBezTo>
                    <a:cubicBezTo>
                      <a:pt x="5960" y="10671"/>
                      <a:pt x="5587" y="10566"/>
                      <a:pt x="5223" y="10566"/>
                    </a:cubicBezTo>
                    <a:cubicBezTo>
                      <a:pt x="4278" y="10566"/>
                      <a:pt x="3386" y="11272"/>
                      <a:pt x="3290" y="12315"/>
                    </a:cubicBezTo>
                    <a:cubicBezTo>
                      <a:pt x="3035" y="12178"/>
                      <a:pt x="2754" y="12116"/>
                      <a:pt x="2470" y="12116"/>
                    </a:cubicBezTo>
                    <a:cubicBezTo>
                      <a:pt x="1925" y="12116"/>
                      <a:pt x="1369" y="12347"/>
                      <a:pt x="964" y="12730"/>
                    </a:cubicBezTo>
                    <a:cubicBezTo>
                      <a:pt x="699" y="12963"/>
                      <a:pt x="483" y="13262"/>
                      <a:pt x="383" y="13594"/>
                    </a:cubicBezTo>
                    <a:cubicBezTo>
                      <a:pt x="1" y="14757"/>
                      <a:pt x="649" y="16103"/>
                      <a:pt x="1729" y="16651"/>
                    </a:cubicBezTo>
                    <a:cubicBezTo>
                      <a:pt x="2159" y="16869"/>
                      <a:pt x="2634" y="16972"/>
                      <a:pt x="3113" y="16972"/>
                    </a:cubicBezTo>
                    <a:cubicBezTo>
                      <a:pt x="3836" y="16972"/>
                      <a:pt x="4568" y="16738"/>
                      <a:pt x="5168" y="16319"/>
                    </a:cubicBezTo>
                    <a:lnTo>
                      <a:pt x="5168" y="16319"/>
                    </a:lnTo>
                    <a:cubicBezTo>
                      <a:pt x="5151" y="17316"/>
                      <a:pt x="6231" y="17963"/>
                      <a:pt x="7211" y="18096"/>
                    </a:cubicBezTo>
                    <a:cubicBezTo>
                      <a:pt x="7406" y="18120"/>
                      <a:pt x="7600" y="18132"/>
                      <a:pt x="7793" y="18132"/>
                    </a:cubicBezTo>
                    <a:cubicBezTo>
                      <a:pt x="9213" y="18132"/>
                      <a:pt x="10560" y="17497"/>
                      <a:pt x="11481" y="16385"/>
                    </a:cubicBezTo>
                    <a:cubicBezTo>
                      <a:pt x="12814" y="17508"/>
                      <a:pt x="14475" y="18082"/>
                      <a:pt x="16145" y="18082"/>
                    </a:cubicBezTo>
                    <a:cubicBezTo>
                      <a:pt x="17368" y="18082"/>
                      <a:pt x="18596" y="17774"/>
                      <a:pt x="19705" y="17149"/>
                    </a:cubicBezTo>
                    <a:cubicBezTo>
                      <a:pt x="20569" y="16634"/>
                      <a:pt x="21350" y="15903"/>
                      <a:pt x="21682" y="14956"/>
                    </a:cubicBezTo>
                    <a:cubicBezTo>
                      <a:pt x="21998" y="13993"/>
                      <a:pt x="21782" y="12813"/>
                      <a:pt x="20967" y="12232"/>
                    </a:cubicBezTo>
                    <a:cubicBezTo>
                      <a:pt x="21582" y="12099"/>
                      <a:pt x="21964" y="11451"/>
                      <a:pt x="21748" y="10853"/>
                    </a:cubicBezTo>
                    <a:lnTo>
                      <a:pt x="21748" y="10853"/>
                    </a:lnTo>
                    <a:cubicBezTo>
                      <a:pt x="22160" y="11020"/>
                      <a:pt x="22593" y="11101"/>
                      <a:pt x="23025" y="11101"/>
                    </a:cubicBezTo>
                    <a:cubicBezTo>
                      <a:pt x="23884" y="11101"/>
                      <a:pt x="24734" y="10780"/>
                      <a:pt x="25387" y="10172"/>
                    </a:cubicBezTo>
                    <a:cubicBezTo>
                      <a:pt x="26334" y="9208"/>
                      <a:pt x="26633" y="7796"/>
                      <a:pt x="26168" y="6550"/>
                    </a:cubicBezTo>
                    <a:cubicBezTo>
                      <a:pt x="26001" y="6134"/>
                      <a:pt x="25769" y="5752"/>
                      <a:pt x="25453" y="5437"/>
                    </a:cubicBezTo>
                    <a:cubicBezTo>
                      <a:pt x="24855" y="4822"/>
                      <a:pt x="24024" y="4440"/>
                      <a:pt x="23160" y="4407"/>
                    </a:cubicBezTo>
                    <a:cubicBezTo>
                      <a:pt x="23642" y="2778"/>
                      <a:pt x="22861" y="1067"/>
                      <a:pt x="21350" y="336"/>
                    </a:cubicBezTo>
                    <a:cubicBezTo>
                      <a:pt x="20874" y="109"/>
                      <a:pt x="20371" y="0"/>
                      <a:pt x="1987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4282;p82">
                <a:extLst>
                  <a:ext uri="{FF2B5EF4-FFF2-40B4-BE49-F238E27FC236}">
                    <a16:creationId xmlns:a16="http://schemas.microsoft.com/office/drawing/2014/main" id="{753A8E9C-74EA-CE42-F786-834D8AA90EB1}"/>
                  </a:ext>
                </a:extLst>
              </p:cNvPr>
              <p:cNvSpPr/>
              <p:nvPr/>
            </p:nvSpPr>
            <p:spPr>
              <a:xfrm>
                <a:off x="3272547" y="2279948"/>
                <a:ext cx="105316" cy="211803"/>
              </a:xfrm>
              <a:custGeom>
                <a:avLst/>
                <a:gdLst/>
                <a:ahLst/>
                <a:cxnLst/>
                <a:rect l="l" t="t" r="r" b="b"/>
                <a:pathLst>
                  <a:path w="2160" h="4344" extrusionOk="0">
                    <a:moveTo>
                      <a:pt x="1662" y="1"/>
                    </a:moveTo>
                    <a:cubicBezTo>
                      <a:pt x="2160" y="1264"/>
                      <a:pt x="1562" y="2709"/>
                      <a:pt x="316" y="3257"/>
                    </a:cubicBezTo>
                    <a:cubicBezTo>
                      <a:pt x="432" y="3423"/>
                      <a:pt x="465" y="3639"/>
                      <a:pt x="415" y="3855"/>
                    </a:cubicBezTo>
                    <a:cubicBezTo>
                      <a:pt x="349" y="4055"/>
                      <a:pt x="200" y="4238"/>
                      <a:pt x="0" y="4321"/>
                    </a:cubicBezTo>
                    <a:cubicBezTo>
                      <a:pt x="53" y="4336"/>
                      <a:pt x="108" y="4343"/>
                      <a:pt x="163" y="4343"/>
                    </a:cubicBezTo>
                    <a:cubicBezTo>
                      <a:pt x="349" y="4343"/>
                      <a:pt x="536" y="4259"/>
                      <a:pt x="665" y="4105"/>
                    </a:cubicBezTo>
                    <a:cubicBezTo>
                      <a:pt x="831" y="3922"/>
                      <a:pt x="881" y="3639"/>
                      <a:pt x="781" y="3407"/>
                    </a:cubicBezTo>
                    <a:cubicBezTo>
                      <a:pt x="1030" y="3357"/>
                      <a:pt x="1246" y="3224"/>
                      <a:pt x="1412" y="3041"/>
                    </a:cubicBezTo>
                    <a:cubicBezTo>
                      <a:pt x="1778" y="2643"/>
                      <a:pt x="2010" y="2128"/>
                      <a:pt x="2044" y="1579"/>
                    </a:cubicBezTo>
                    <a:cubicBezTo>
                      <a:pt x="2093" y="1014"/>
                      <a:pt x="1961" y="466"/>
                      <a:pt x="166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4283;p82">
                <a:extLst>
                  <a:ext uri="{FF2B5EF4-FFF2-40B4-BE49-F238E27FC236}">
                    <a16:creationId xmlns:a16="http://schemas.microsoft.com/office/drawing/2014/main" id="{C49C612F-E6D2-CC91-2EE9-1D15C29BEE0C}"/>
                  </a:ext>
                </a:extLst>
              </p:cNvPr>
              <p:cNvSpPr/>
              <p:nvPr/>
            </p:nvSpPr>
            <p:spPr>
              <a:xfrm>
                <a:off x="3514720" y="2027244"/>
                <a:ext cx="152367" cy="168798"/>
              </a:xfrm>
              <a:custGeom>
                <a:avLst/>
                <a:gdLst/>
                <a:ahLst/>
                <a:cxnLst/>
                <a:rect l="l" t="t" r="r" b="b"/>
                <a:pathLst>
                  <a:path w="3125" h="3462" extrusionOk="0">
                    <a:moveTo>
                      <a:pt x="482" y="0"/>
                    </a:moveTo>
                    <a:lnTo>
                      <a:pt x="482" y="0"/>
                    </a:lnTo>
                    <a:cubicBezTo>
                      <a:pt x="1" y="1080"/>
                      <a:pt x="732" y="2310"/>
                      <a:pt x="1911" y="2376"/>
                    </a:cubicBezTo>
                    <a:cubicBezTo>
                      <a:pt x="1812" y="2709"/>
                      <a:pt x="1928" y="3057"/>
                      <a:pt x="2177" y="3273"/>
                    </a:cubicBezTo>
                    <a:cubicBezTo>
                      <a:pt x="2340" y="3398"/>
                      <a:pt x="2530" y="3462"/>
                      <a:pt x="2719" y="3462"/>
                    </a:cubicBezTo>
                    <a:cubicBezTo>
                      <a:pt x="2858" y="3462"/>
                      <a:pt x="2997" y="3427"/>
                      <a:pt x="3124" y="3356"/>
                    </a:cubicBezTo>
                    <a:lnTo>
                      <a:pt x="3124" y="3356"/>
                    </a:lnTo>
                    <a:cubicBezTo>
                      <a:pt x="3082" y="3363"/>
                      <a:pt x="3041" y="3367"/>
                      <a:pt x="2999" y="3367"/>
                    </a:cubicBezTo>
                    <a:cubicBezTo>
                      <a:pt x="2740" y="3367"/>
                      <a:pt x="2484" y="3236"/>
                      <a:pt x="2327" y="3008"/>
                    </a:cubicBezTo>
                    <a:cubicBezTo>
                      <a:pt x="2160" y="2742"/>
                      <a:pt x="2144" y="2409"/>
                      <a:pt x="2310" y="2127"/>
                    </a:cubicBezTo>
                    <a:cubicBezTo>
                      <a:pt x="1778" y="2110"/>
                      <a:pt x="1280" y="1878"/>
                      <a:pt x="914" y="1479"/>
                    </a:cubicBezTo>
                    <a:cubicBezTo>
                      <a:pt x="582" y="1064"/>
                      <a:pt x="416" y="532"/>
                      <a:pt x="48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" name="Google Shape;4284;p82">
              <a:extLst>
                <a:ext uri="{FF2B5EF4-FFF2-40B4-BE49-F238E27FC236}">
                  <a16:creationId xmlns:a16="http://schemas.microsoft.com/office/drawing/2014/main" id="{AD50AA0C-EFA6-C803-521C-4DADC05F2E87}"/>
                </a:ext>
              </a:extLst>
            </p:cNvPr>
            <p:cNvGrpSpPr/>
            <p:nvPr/>
          </p:nvGrpSpPr>
          <p:grpSpPr>
            <a:xfrm rot="-464811">
              <a:off x="2929970" y="2014217"/>
              <a:ext cx="168203" cy="238155"/>
              <a:chOff x="2082859" y="1901957"/>
              <a:chExt cx="168198" cy="238149"/>
            </a:xfrm>
          </p:grpSpPr>
          <p:grpSp>
            <p:nvGrpSpPr>
              <p:cNvPr id="6" name="Google Shape;4285;p82">
                <a:extLst>
                  <a:ext uri="{FF2B5EF4-FFF2-40B4-BE49-F238E27FC236}">
                    <a16:creationId xmlns:a16="http://schemas.microsoft.com/office/drawing/2014/main" id="{DCBF35A9-D3C7-B0D2-4EE6-081A38DFF5BB}"/>
                  </a:ext>
                </a:extLst>
              </p:cNvPr>
              <p:cNvGrpSpPr/>
              <p:nvPr/>
            </p:nvGrpSpPr>
            <p:grpSpPr>
              <a:xfrm>
                <a:off x="2082859" y="1901957"/>
                <a:ext cx="168198" cy="238149"/>
                <a:chOff x="6083334" y="4589382"/>
                <a:chExt cx="168198" cy="238149"/>
              </a:xfrm>
            </p:grpSpPr>
            <p:sp>
              <p:nvSpPr>
                <p:cNvPr id="8" name="Google Shape;4286;p82">
                  <a:extLst>
                    <a:ext uri="{FF2B5EF4-FFF2-40B4-BE49-F238E27FC236}">
                      <a16:creationId xmlns:a16="http://schemas.microsoft.com/office/drawing/2014/main" id="{62622B1D-D9C5-DD17-C6A0-71CDABA15B56}"/>
                    </a:ext>
                  </a:extLst>
                </p:cNvPr>
                <p:cNvSpPr/>
                <p:nvPr/>
              </p:nvSpPr>
              <p:spPr>
                <a:xfrm>
                  <a:off x="6083334" y="4706346"/>
                  <a:ext cx="168198" cy="1211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" h="1062" extrusionOk="0">
                      <a:moveTo>
                        <a:pt x="182" y="0"/>
                      </a:moveTo>
                      <a:cubicBezTo>
                        <a:pt x="154" y="0"/>
                        <a:pt x="126" y="14"/>
                        <a:pt x="113" y="44"/>
                      </a:cubicBezTo>
                      <a:cubicBezTo>
                        <a:pt x="0" y="393"/>
                        <a:pt x="124" y="775"/>
                        <a:pt x="428" y="977"/>
                      </a:cubicBezTo>
                      <a:cubicBezTo>
                        <a:pt x="534" y="1034"/>
                        <a:pt x="648" y="1062"/>
                        <a:pt x="761" y="1062"/>
                      </a:cubicBezTo>
                      <a:cubicBezTo>
                        <a:pt x="980" y="1062"/>
                        <a:pt x="1193" y="957"/>
                        <a:pt x="1327" y="764"/>
                      </a:cubicBezTo>
                      <a:cubicBezTo>
                        <a:pt x="1428" y="595"/>
                        <a:pt x="1473" y="393"/>
                        <a:pt x="1451" y="202"/>
                      </a:cubicBezTo>
                      <a:cubicBezTo>
                        <a:pt x="1445" y="157"/>
                        <a:pt x="1406" y="134"/>
                        <a:pt x="1370" y="134"/>
                      </a:cubicBezTo>
                      <a:cubicBezTo>
                        <a:pt x="1335" y="134"/>
                        <a:pt x="1304" y="157"/>
                        <a:pt x="1316" y="202"/>
                      </a:cubicBezTo>
                      <a:cubicBezTo>
                        <a:pt x="1348" y="551"/>
                        <a:pt x="1126" y="922"/>
                        <a:pt x="753" y="922"/>
                      </a:cubicBezTo>
                      <a:cubicBezTo>
                        <a:pt x="742" y="922"/>
                        <a:pt x="731" y="922"/>
                        <a:pt x="720" y="921"/>
                      </a:cubicBezTo>
                      <a:cubicBezTo>
                        <a:pt x="326" y="899"/>
                        <a:pt x="146" y="426"/>
                        <a:pt x="248" y="89"/>
                      </a:cubicBezTo>
                      <a:cubicBezTo>
                        <a:pt x="268" y="34"/>
                        <a:pt x="226" y="0"/>
                        <a:pt x="182" y="0"/>
                      </a:cubicBezTo>
                      <a:close/>
                    </a:path>
                  </a:pathLst>
                </a:custGeom>
                <a:solidFill>
                  <a:srgbClr val="3F9CA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" name="Google Shape;4287;p82">
                  <a:extLst>
                    <a:ext uri="{FF2B5EF4-FFF2-40B4-BE49-F238E27FC236}">
                      <a16:creationId xmlns:a16="http://schemas.microsoft.com/office/drawing/2014/main" id="{D4D10176-BD81-EA7E-5828-0B6FA309E13B}"/>
                    </a:ext>
                  </a:extLst>
                </p:cNvPr>
                <p:cNvSpPr/>
                <p:nvPr/>
              </p:nvSpPr>
              <p:spPr>
                <a:xfrm>
                  <a:off x="6134570" y="4589382"/>
                  <a:ext cx="34804" cy="482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" h="423" extrusionOk="0">
                      <a:moveTo>
                        <a:pt x="109" y="1"/>
                      </a:moveTo>
                      <a:cubicBezTo>
                        <a:pt x="86" y="1"/>
                        <a:pt x="64" y="13"/>
                        <a:pt x="57" y="35"/>
                      </a:cubicBezTo>
                      <a:cubicBezTo>
                        <a:pt x="23" y="114"/>
                        <a:pt x="1" y="192"/>
                        <a:pt x="12" y="271"/>
                      </a:cubicBezTo>
                      <a:cubicBezTo>
                        <a:pt x="1" y="327"/>
                        <a:pt x="23" y="372"/>
                        <a:pt x="57" y="406"/>
                      </a:cubicBezTo>
                      <a:cubicBezTo>
                        <a:pt x="80" y="417"/>
                        <a:pt x="102" y="423"/>
                        <a:pt x="123" y="423"/>
                      </a:cubicBezTo>
                      <a:cubicBezTo>
                        <a:pt x="144" y="423"/>
                        <a:pt x="164" y="417"/>
                        <a:pt x="181" y="406"/>
                      </a:cubicBezTo>
                      <a:cubicBezTo>
                        <a:pt x="248" y="350"/>
                        <a:pt x="293" y="282"/>
                        <a:pt x="293" y="192"/>
                      </a:cubicBezTo>
                      <a:cubicBezTo>
                        <a:pt x="305" y="102"/>
                        <a:pt x="237" y="24"/>
                        <a:pt x="147" y="12"/>
                      </a:cubicBezTo>
                      <a:cubicBezTo>
                        <a:pt x="135" y="4"/>
                        <a:pt x="122" y="1"/>
                        <a:pt x="109" y="1"/>
                      </a:cubicBezTo>
                      <a:close/>
                    </a:path>
                  </a:pathLst>
                </a:custGeom>
                <a:solidFill>
                  <a:srgbClr val="3F9CA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" name="Google Shape;4288;p82">
                  <a:extLst>
                    <a:ext uri="{FF2B5EF4-FFF2-40B4-BE49-F238E27FC236}">
                      <a16:creationId xmlns:a16="http://schemas.microsoft.com/office/drawing/2014/main" id="{5E4807BF-1B97-F60B-F071-E7E0695E56A0}"/>
                    </a:ext>
                  </a:extLst>
                </p:cNvPr>
                <p:cNvSpPr/>
                <p:nvPr/>
              </p:nvSpPr>
              <p:spPr>
                <a:xfrm>
                  <a:off x="6219354" y="4626696"/>
                  <a:ext cx="0" cy="1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1" extrusionOk="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" name="Google Shape;4289;p82">
                <a:extLst>
                  <a:ext uri="{FF2B5EF4-FFF2-40B4-BE49-F238E27FC236}">
                    <a16:creationId xmlns:a16="http://schemas.microsoft.com/office/drawing/2014/main" id="{8ACE7070-C94C-4291-DFCE-F3049B1A89BE}"/>
                  </a:ext>
                </a:extLst>
              </p:cNvPr>
              <p:cNvSpPr/>
              <p:nvPr/>
            </p:nvSpPr>
            <p:spPr>
              <a:xfrm>
                <a:off x="2199770" y="1909782"/>
                <a:ext cx="34804" cy="48269"/>
              </a:xfrm>
              <a:custGeom>
                <a:avLst/>
                <a:gdLst/>
                <a:ahLst/>
                <a:cxnLst/>
                <a:rect l="l" t="t" r="r" b="b"/>
                <a:pathLst>
                  <a:path w="305" h="423" extrusionOk="0">
                    <a:moveTo>
                      <a:pt x="109" y="1"/>
                    </a:moveTo>
                    <a:cubicBezTo>
                      <a:pt x="86" y="1"/>
                      <a:pt x="64" y="13"/>
                      <a:pt x="57" y="35"/>
                    </a:cubicBezTo>
                    <a:cubicBezTo>
                      <a:pt x="23" y="114"/>
                      <a:pt x="1" y="192"/>
                      <a:pt x="12" y="271"/>
                    </a:cubicBezTo>
                    <a:cubicBezTo>
                      <a:pt x="1" y="327"/>
                      <a:pt x="23" y="372"/>
                      <a:pt x="57" y="406"/>
                    </a:cubicBezTo>
                    <a:cubicBezTo>
                      <a:pt x="80" y="417"/>
                      <a:pt x="102" y="423"/>
                      <a:pt x="123" y="423"/>
                    </a:cubicBezTo>
                    <a:cubicBezTo>
                      <a:pt x="144" y="423"/>
                      <a:pt x="164" y="417"/>
                      <a:pt x="181" y="406"/>
                    </a:cubicBezTo>
                    <a:cubicBezTo>
                      <a:pt x="248" y="350"/>
                      <a:pt x="293" y="282"/>
                      <a:pt x="293" y="192"/>
                    </a:cubicBezTo>
                    <a:cubicBezTo>
                      <a:pt x="305" y="102"/>
                      <a:pt x="237" y="24"/>
                      <a:pt x="147" y="12"/>
                    </a:cubicBezTo>
                    <a:cubicBezTo>
                      <a:pt x="135" y="4"/>
                      <a:pt x="122" y="1"/>
                      <a:pt x="109" y="1"/>
                    </a:cubicBezTo>
                    <a:close/>
                  </a:path>
                </a:pathLst>
              </a:custGeom>
              <a:solidFill>
                <a:srgbClr val="3F9CA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" name="Google Shape;2447;p53">
            <a:extLst>
              <a:ext uri="{FF2B5EF4-FFF2-40B4-BE49-F238E27FC236}">
                <a16:creationId xmlns:a16="http://schemas.microsoft.com/office/drawing/2014/main" id="{B01B50E1-3648-51A6-5F7E-77AB33A0E93C}"/>
              </a:ext>
            </a:extLst>
          </p:cNvPr>
          <p:cNvGrpSpPr/>
          <p:nvPr/>
        </p:nvGrpSpPr>
        <p:grpSpPr>
          <a:xfrm>
            <a:off x="7330797" y="3773824"/>
            <a:ext cx="2043792" cy="988030"/>
            <a:chOff x="-167550" y="-6"/>
            <a:chExt cx="1944170" cy="1085852"/>
          </a:xfrm>
        </p:grpSpPr>
        <p:sp>
          <p:nvSpPr>
            <p:cNvPr id="17" name="Google Shape;2448;p53">
              <a:extLst>
                <a:ext uri="{FF2B5EF4-FFF2-40B4-BE49-F238E27FC236}">
                  <a16:creationId xmlns:a16="http://schemas.microsoft.com/office/drawing/2014/main" id="{0A8F3479-B5A9-9745-3035-4558373A03A8}"/>
                </a:ext>
              </a:extLst>
            </p:cNvPr>
            <p:cNvSpPr/>
            <p:nvPr/>
          </p:nvSpPr>
          <p:spPr>
            <a:xfrm>
              <a:off x="-167550" y="-6"/>
              <a:ext cx="1944170" cy="1085852"/>
            </a:xfrm>
            <a:custGeom>
              <a:avLst/>
              <a:gdLst/>
              <a:ahLst/>
              <a:cxnLst/>
              <a:rect l="l" t="t" r="r" b="b"/>
              <a:pathLst>
                <a:path w="20900" h="11673" extrusionOk="0">
                  <a:moveTo>
                    <a:pt x="11993" y="0"/>
                  </a:moveTo>
                  <a:cubicBezTo>
                    <a:pt x="9503" y="0"/>
                    <a:pt x="7724" y="2512"/>
                    <a:pt x="7724" y="2512"/>
                  </a:cubicBezTo>
                  <a:cubicBezTo>
                    <a:pt x="7267" y="1937"/>
                    <a:pt x="6152" y="1212"/>
                    <a:pt x="4885" y="1212"/>
                  </a:cubicBezTo>
                  <a:cubicBezTo>
                    <a:pt x="4219" y="1212"/>
                    <a:pt x="3511" y="1412"/>
                    <a:pt x="2833" y="1938"/>
                  </a:cubicBezTo>
                  <a:cubicBezTo>
                    <a:pt x="877" y="3467"/>
                    <a:pt x="1923" y="6604"/>
                    <a:pt x="1923" y="6604"/>
                  </a:cubicBezTo>
                  <a:cubicBezTo>
                    <a:pt x="1923" y="6604"/>
                    <a:pt x="0" y="8313"/>
                    <a:pt x="1574" y="9966"/>
                  </a:cubicBezTo>
                  <a:cubicBezTo>
                    <a:pt x="1962" y="10374"/>
                    <a:pt x="2446" y="10515"/>
                    <a:pt x="2927" y="10515"/>
                  </a:cubicBezTo>
                  <a:cubicBezTo>
                    <a:pt x="3982" y="10515"/>
                    <a:pt x="5025" y="9842"/>
                    <a:pt x="5025" y="9842"/>
                  </a:cubicBezTo>
                  <a:cubicBezTo>
                    <a:pt x="5025" y="9842"/>
                    <a:pt x="6856" y="11673"/>
                    <a:pt x="9356" y="11673"/>
                  </a:cubicBezTo>
                  <a:cubicBezTo>
                    <a:pt x="9661" y="11673"/>
                    <a:pt x="9976" y="11646"/>
                    <a:pt x="10298" y="11584"/>
                  </a:cubicBezTo>
                  <a:cubicBezTo>
                    <a:pt x="13277" y="11011"/>
                    <a:pt x="13840" y="9887"/>
                    <a:pt x="13840" y="9887"/>
                  </a:cubicBezTo>
                  <a:cubicBezTo>
                    <a:pt x="14391" y="10830"/>
                    <a:pt x="15933" y="11503"/>
                    <a:pt x="17424" y="11503"/>
                  </a:cubicBezTo>
                  <a:cubicBezTo>
                    <a:pt x="19097" y="11503"/>
                    <a:pt x="20705" y="10656"/>
                    <a:pt x="20776" y="8392"/>
                  </a:cubicBezTo>
                  <a:cubicBezTo>
                    <a:pt x="20900" y="4119"/>
                    <a:pt x="16369" y="4074"/>
                    <a:pt x="16369" y="4074"/>
                  </a:cubicBezTo>
                  <a:cubicBezTo>
                    <a:pt x="16144" y="3029"/>
                    <a:pt x="15492" y="589"/>
                    <a:pt x="12659" y="61"/>
                  </a:cubicBezTo>
                  <a:cubicBezTo>
                    <a:pt x="12432" y="20"/>
                    <a:pt x="12210" y="0"/>
                    <a:pt x="119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449;p53">
              <a:extLst>
                <a:ext uri="{FF2B5EF4-FFF2-40B4-BE49-F238E27FC236}">
                  <a16:creationId xmlns:a16="http://schemas.microsoft.com/office/drawing/2014/main" id="{3FC89F7B-5C5C-1EBA-01F0-6D278FDF68CE}"/>
                </a:ext>
              </a:extLst>
            </p:cNvPr>
            <p:cNvSpPr/>
            <p:nvPr/>
          </p:nvSpPr>
          <p:spPr>
            <a:xfrm>
              <a:off x="21656" y="354684"/>
              <a:ext cx="33581" cy="170882"/>
            </a:xfrm>
            <a:custGeom>
              <a:avLst/>
              <a:gdLst/>
              <a:ahLst/>
              <a:cxnLst/>
              <a:rect l="l" t="t" r="r" b="b"/>
              <a:pathLst>
                <a:path w="361" h="1837" extrusionOk="0">
                  <a:moveTo>
                    <a:pt x="280" y="0"/>
                  </a:moveTo>
                  <a:cubicBezTo>
                    <a:pt x="256" y="0"/>
                    <a:pt x="231" y="12"/>
                    <a:pt x="215" y="37"/>
                  </a:cubicBezTo>
                  <a:cubicBezTo>
                    <a:pt x="46" y="599"/>
                    <a:pt x="1" y="1195"/>
                    <a:pt x="80" y="1779"/>
                  </a:cubicBezTo>
                  <a:cubicBezTo>
                    <a:pt x="84" y="1819"/>
                    <a:pt x="109" y="1836"/>
                    <a:pt x="137" y="1836"/>
                  </a:cubicBezTo>
                  <a:cubicBezTo>
                    <a:pt x="180" y="1836"/>
                    <a:pt x="228" y="1796"/>
                    <a:pt x="215" y="1734"/>
                  </a:cubicBezTo>
                  <a:cubicBezTo>
                    <a:pt x="147" y="1183"/>
                    <a:pt x="192" y="610"/>
                    <a:pt x="361" y="82"/>
                  </a:cubicBezTo>
                  <a:cubicBezTo>
                    <a:pt x="361" y="32"/>
                    <a:pt x="321" y="0"/>
                    <a:pt x="28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450;p53">
              <a:extLst>
                <a:ext uri="{FF2B5EF4-FFF2-40B4-BE49-F238E27FC236}">
                  <a16:creationId xmlns:a16="http://schemas.microsoft.com/office/drawing/2014/main" id="{8085DF21-4227-B972-F222-552AB197A238}"/>
                </a:ext>
              </a:extLst>
            </p:cNvPr>
            <p:cNvSpPr/>
            <p:nvPr/>
          </p:nvSpPr>
          <p:spPr>
            <a:xfrm>
              <a:off x="71794" y="218036"/>
              <a:ext cx="68092" cy="66976"/>
            </a:xfrm>
            <a:custGeom>
              <a:avLst/>
              <a:gdLst/>
              <a:ahLst/>
              <a:cxnLst/>
              <a:rect l="l" t="t" r="r" b="b"/>
              <a:pathLst>
                <a:path w="732" h="720" extrusionOk="0">
                  <a:moveTo>
                    <a:pt x="624" y="1"/>
                  </a:moveTo>
                  <a:cubicBezTo>
                    <a:pt x="612" y="1"/>
                    <a:pt x="600" y="4"/>
                    <a:pt x="586" y="10"/>
                  </a:cubicBezTo>
                  <a:cubicBezTo>
                    <a:pt x="350" y="157"/>
                    <a:pt x="159" y="359"/>
                    <a:pt x="24" y="606"/>
                  </a:cubicBezTo>
                  <a:cubicBezTo>
                    <a:pt x="1" y="668"/>
                    <a:pt x="47" y="720"/>
                    <a:pt x="97" y="720"/>
                  </a:cubicBezTo>
                  <a:cubicBezTo>
                    <a:pt x="119" y="720"/>
                    <a:pt x="142" y="709"/>
                    <a:pt x="159" y="685"/>
                  </a:cubicBezTo>
                  <a:cubicBezTo>
                    <a:pt x="283" y="460"/>
                    <a:pt x="451" y="269"/>
                    <a:pt x="665" y="145"/>
                  </a:cubicBezTo>
                  <a:cubicBezTo>
                    <a:pt x="732" y="97"/>
                    <a:pt x="693" y="1"/>
                    <a:pt x="624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451;p53">
              <a:extLst>
                <a:ext uri="{FF2B5EF4-FFF2-40B4-BE49-F238E27FC236}">
                  <a16:creationId xmlns:a16="http://schemas.microsoft.com/office/drawing/2014/main" id="{910DCDE8-A87A-87E6-86EE-11394D84C6D8}"/>
                </a:ext>
              </a:extLst>
            </p:cNvPr>
            <p:cNvSpPr/>
            <p:nvPr/>
          </p:nvSpPr>
          <p:spPr>
            <a:xfrm>
              <a:off x="211326" y="169200"/>
              <a:ext cx="183626" cy="35069"/>
            </a:xfrm>
            <a:custGeom>
              <a:avLst/>
              <a:gdLst/>
              <a:ahLst/>
              <a:cxnLst/>
              <a:rect l="l" t="t" r="r" b="b"/>
              <a:pathLst>
                <a:path w="1974" h="377" extrusionOk="0">
                  <a:moveTo>
                    <a:pt x="817" y="0"/>
                  </a:moveTo>
                  <a:cubicBezTo>
                    <a:pt x="568" y="0"/>
                    <a:pt x="318" y="36"/>
                    <a:pt x="76" y="108"/>
                  </a:cubicBezTo>
                  <a:cubicBezTo>
                    <a:pt x="1" y="140"/>
                    <a:pt x="28" y="244"/>
                    <a:pt x="98" y="244"/>
                  </a:cubicBezTo>
                  <a:cubicBezTo>
                    <a:pt x="102" y="244"/>
                    <a:pt x="106" y="244"/>
                    <a:pt x="109" y="243"/>
                  </a:cubicBezTo>
                  <a:cubicBezTo>
                    <a:pt x="338" y="176"/>
                    <a:pt x="572" y="143"/>
                    <a:pt x="804" y="143"/>
                  </a:cubicBezTo>
                  <a:cubicBezTo>
                    <a:pt x="1154" y="143"/>
                    <a:pt x="1501" y="218"/>
                    <a:pt x="1818" y="367"/>
                  </a:cubicBezTo>
                  <a:cubicBezTo>
                    <a:pt x="1832" y="374"/>
                    <a:pt x="1845" y="376"/>
                    <a:pt x="1857" y="376"/>
                  </a:cubicBezTo>
                  <a:cubicBezTo>
                    <a:pt x="1928" y="376"/>
                    <a:pt x="1973" y="281"/>
                    <a:pt x="1897" y="243"/>
                  </a:cubicBezTo>
                  <a:cubicBezTo>
                    <a:pt x="1560" y="81"/>
                    <a:pt x="1190" y="0"/>
                    <a:pt x="817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452;p53">
              <a:extLst>
                <a:ext uri="{FF2B5EF4-FFF2-40B4-BE49-F238E27FC236}">
                  <a16:creationId xmlns:a16="http://schemas.microsoft.com/office/drawing/2014/main" id="{4EACDAEA-E232-5D1E-2278-E39C1D7F8C98}"/>
                </a:ext>
              </a:extLst>
            </p:cNvPr>
            <p:cNvSpPr/>
            <p:nvPr/>
          </p:nvSpPr>
          <p:spPr>
            <a:xfrm>
              <a:off x="444159" y="226315"/>
              <a:ext cx="36372" cy="26139"/>
            </a:xfrm>
            <a:custGeom>
              <a:avLst/>
              <a:gdLst/>
              <a:ahLst/>
              <a:cxnLst/>
              <a:rect l="l" t="t" r="r" b="b"/>
              <a:pathLst>
                <a:path w="391" h="281" extrusionOk="0">
                  <a:moveTo>
                    <a:pt x="102" y="0"/>
                  </a:moveTo>
                  <a:cubicBezTo>
                    <a:pt x="80" y="0"/>
                    <a:pt x="57" y="0"/>
                    <a:pt x="46" y="11"/>
                  </a:cubicBezTo>
                  <a:cubicBezTo>
                    <a:pt x="23" y="23"/>
                    <a:pt x="12" y="34"/>
                    <a:pt x="12" y="56"/>
                  </a:cubicBezTo>
                  <a:cubicBezTo>
                    <a:pt x="1" y="101"/>
                    <a:pt x="23" y="135"/>
                    <a:pt x="57" y="146"/>
                  </a:cubicBezTo>
                  <a:lnTo>
                    <a:pt x="80" y="157"/>
                  </a:lnTo>
                  <a:cubicBezTo>
                    <a:pt x="113" y="180"/>
                    <a:pt x="158" y="191"/>
                    <a:pt x="192" y="225"/>
                  </a:cubicBezTo>
                  <a:lnTo>
                    <a:pt x="226" y="259"/>
                  </a:lnTo>
                  <a:cubicBezTo>
                    <a:pt x="241" y="274"/>
                    <a:pt x="259" y="281"/>
                    <a:pt x="277" y="281"/>
                  </a:cubicBezTo>
                  <a:cubicBezTo>
                    <a:pt x="335" y="281"/>
                    <a:pt x="390" y="207"/>
                    <a:pt x="338" y="146"/>
                  </a:cubicBezTo>
                  <a:cubicBezTo>
                    <a:pt x="271" y="79"/>
                    <a:pt x="192" y="34"/>
                    <a:pt x="102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453;p53">
              <a:extLst>
                <a:ext uri="{FF2B5EF4-FFF2-40B4-BE49-F238E27FC236}">
                  <a16:creationId xmlns:a16="http://schemas.microsoft.com/office/drawing/2014/main" id="{04367385-21B8-F1CC-6EF5-990B5ACB086F}"/>
                </a:ext>
              </a:extLst>
            </p:cNvPr>
            <p:cNvSpPr/>
            <p:nvPr/>
          </p:nvSpPr>
          <p:spPr>
            <a:xfrm>
              <a:off x="617086" y="168269"/>
              <a:ext cx="74883" cy="73674"/>
            </a:xfrm>
            <a:custGeom>
              <a:avLst/>
              <a:gdLst/>
              <a:ahLst/>
              <a:cxnLst/>
              <a:rect l="l" t="t" r="r" b="b"/>
              <a:pathLst>
                <a:path w="805" h="792" extrusionOk="0">
                  <a:moveTo>
                    <a:pt x="682" y="1"/>
                  </a:moveTo>
                  <a:cubicBezTo>
                    <a:pt x="667" y="1"/>
                    <a:pt x="651" y="6"/>
                    <a:pt x="638" y="17"/>
                  </a:cubicBezTo>
                  <a:lnTo>
                    <a:pt x="53" y="658"/>
                  </a:lnTo>
                  <a:cubicBezTo>
                    <a:pt x="0" y="711"/>
                    <a:pt x="51" y="791"/>
                    <a:pt x="108" y="791"/>
                  </a:cubicBezTo>
                  <a:cubicBezTo>
                    <a:pt x="123" y="791"/>
                    <a:pt x="140" y="785"/>
                    <a:pt x="154" y="770"/>
                  </a:cubicBezTo>
                  <a:lnTo>
                    <a:pt x="750" y="141"/>
                  </a:lnTo>
                  <a:cubicBezTo>
                    <a:pt x="804" y="78"/>
                    <a:pt x="743" y="1"/>
                    <a:pt x="682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454;p53">
              <a:extLst>
                <a:ext uri="{FF2B5EF4-FFF2-40B4-BE49-F238E27FC236}">
                  <a16:creationId xmlns:a16="http://schemas.microsoft.com/office/drawing/2014/main" id="{94DE7986-FD16-2FB2-C7F1-BBCFA906A764}"/>
                </a:ext>
              </a:extLst>
            </p:cNvPr>
            <p:cNvSpPr/>
            <p:nvPr/>
          </p:nvSpPr>
          <p:spPr>
            <a:xfrm>
              <a:off x="731037" y="47248"/>
              <a:ext cx="167534" cy="92185"/>
            </a:xfrm>
            <a:custGeom>
              <a:avLst/>
              <a:gdLst/>
              <a:ahLst/>
              <a:cxnLst/>
              <a:rect l="l" t="t" r="r" b="b"/>
              <a:pathLst>
                <a:path w="1801" h="991" extrusionOk="0">
                  <a:moveTo>
                    <a:pt x="1691" y="0"/>
                  </a:moveTo>
                  <a:cubicBezTo>
                    <a:pt x="1685" y="0"/>
                    <a:pt x="1679" y="1"/>
                    <a:pt x="1672" y="3"/>
                  </a:cubicBezTo>
                  <a:cubicBezTo>
                    <a:pt x="1077" y="183"/>
                    <a:pt x="537" y="475"/>
                    <a:pt x="54" y="868"/>
                  </a:cubicBezTo>
                  <a:cubicBezTo>
                    <a:pt x="1" y="912"/>
                    <a:pt x="51" y="990"/>
                    <a:pt x="113" y="990"/>
                  </a:cubicBezTo>
                  <a:cubicBezTo>
                    <a:pt x="130" y="990"/>
                    <a:pt x="149" y="984"/>
                    <a:pt x="166" y="969"/>
                  </a:cubicBezTo>
                  <a:cubicBezTo>
                    <a:pt x="616" y="598"/>
                    <a:pt x="1144" y="317"/>
                    <a:pt x="1706" y="149"/>
                  </a:cubicBezTo>
                  <a:cubicBezTo>
                    <a:pt x="1800" y="128"/>
                    <a:pt x="1768" y="0"/>
                    <a:pt x="1691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55;p53">
              <a:extLst>
                <a:ext uri="{FF2B5EF4-FFF2-40B4-BE49-F238E27FC236}">
                  <a16:creationId xmlns:a16="http://schemas.microsoft.com/office/drawing/2014/main" id="{4A603520-B313-EAD1-29CB-DE22F4F9C6E6}"/>
                </a:ext>
              </a:extLst>
            </p:cNvPr>
            <p:cNvSpPr/>
            <p:nvPr/>
          </p:nvSpPr>
          <p:spPr>
            <a:xfrm>
              <a:off x="970196" y="44551"/>
              <a:ext cx="160557" cy="63906"/>
            </a:xfrm>
            <a:custGeom>
              <a:avLst/>
              <a:gdLst/>
              <a:ahLst/>
              <a:cxnLst/>
              <a:rect l="l" t="t" r="r" b="b"/>
              <a:pathLst>
                <a:path w="1726" h="687" extrusionOk="0">
                  <a:moveTo>
                    <a:pt x="368" y="1"/>
                  </a:moveTo>
                  <a:cubicBezTo>
                    <a:pt x="267" y="1"/>
                    <a:pt x="166" y="14"/>
                    <a:pt x="68" y="43"/>
                  </a:cubicBezTo>
                  <a:cubicBezTo>
                    <a:pt x="1" y="77"/>
                    <a:pt x="23" y="178"/>
                    <a:pt x="102" y="178"/>
                  </a:cubicBezTo>
                  <a:cubicBezTo>
                    <a:pt x="192" y="155"/>
                    <a:pt x="283" y="144"/>
                    <a:pt x="374" y="144"/>
                  </a:cubicBezTo>
                  <a:cubicBezTo>
                    <a:pt x="556" y="144"/>
                    <a:pt x="735" y="189"/>
                    <a:pt x="900" y="279"/>
                  </a:cubicBezTo>
                  <a:cubicBezTo>
                    <a:pt x="1024" y="346"/>
                    <a:pt x="1136" y="425"/>
                    <a:pt x="1249" y="504"/>
                  </a:cubicBezTo>
                  <a:cubicBezTo>
                    <a:pt x="1350" y="594"/>
                    <a:pt x="1462" y="650"/>
                    <a:pt x="1597" y="684"/>
                  </a:cubicBezTo>
                  <a:cubicBezTo>
                    <a:pt x="1605" y="685"/>
                    <a:pt x="1611" y="686"/>
                    <a:pt x="1618" y="686"/>
                  </a:cubicBezTo>
                  <a:cubicBezTo>
                    <a:pt x="1703" y="686"/>
                    <a:pt x="1726" y="558"/>
                    <a:pt x="1642" y="538"/>
                  </a:cubicBezTo>
                  <a:cubicBezTo>
                    <a:pt x="1496" y="493"/>
                    <a:pt x="1372" y="425"/>
                    <a:pt x="1260" y="335"/>
                  </a:cubicBezTo>
                  <a:cubicBezTo>
                    <a:pt x="1148" y="245"/>
                    <a:pt x="1013" y="178"/>
                    <a:pt x="878" y="122"/>
                  </a:cubicBezTo>
                  <a:cubicBezTo>
                    <a:pt x="720" y="43"/>
                    <a:pt x="545" y="1"/>
                    <a:pt x="368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456;p53">
              <a:extLst>
                <a:ext uri="{FF2B5EF4-FFF2-40B4-BE49-F238E27FC236}">
                  <a16:creationId xmlns:a16="http://schemas.microsoft.com/office/drawing/2014/main" id="{E48C4AA9-BC54-01DD-AF56-5A94A2059339}"/>
                </a:ext>
              </a:extLst>
            </p:cNvPr>
            <p:cNvSpPr/>
            <p:nvPr/>
          </p:nvSpPr>
          <p:spPr>
            <a:xfrm>
              <a:off x="1183029" y="163153"/>
              <a:ext cx="88278" cy="168464"/>
            </a:xfrm>
            <a:custGeom>
              <a:avLst/>
              <a:gdLst/>
              <a:ahLst/>
              <a:cxnLst/>
              <a:rect l="l" t="t" r="r" b="b"/>
              <a:pathLst>
                <a:path w="949" h="1811" extrusionOk="0">
                  <a:moveTo>
                    <a:pt x="110" y="0"/>
                  </a:moveTo>
                  <a:cubicBezTo>
                    <a:pt x="52" y="0"/>
                    <a:pt x="0" y="77"/>
                    <a:pt x="51" y="128"/>
                  </a:cubicBezTo>
                  <a:cubicBezTo>
                    <a:pt x="265" y="353"/>
                    <a:pt x="434" y="600"/>
                    <a:pt x="557" y="881"/>
                  </a:cubicBezTo>
                  <a:cubicBezTo>
                    <a:pt x="613" y="1016"/>
                    <a:pt x="658" y="1151"/>
                    <a:pt x="692" y="1297"/>
                  </a:cubicBezTo>
                  <a:cubicBezTo>
                    <a:pt x="737" y="1455"/>
                    <a:pt x="737" y="1612"/>
                    <a:pt x="782" y="1758"/>
                  </a:cubicBezTo>
                  <a:cubicBezTo>
                    <a:pt x="796" y="1794"/>
                    <a:pt x="827" y="1811"/>
                    <a:pt x="858" y="1811"/>
                  </a:cubicBezTo>
                  <a:cubicBezTo>
                    <a:pt x="904" y="1811"/>
                    <a:pt x="948" y="1774"/>
                    <a:pt x="928" y="1713"/>
                  </a:cubicBezTo>
                  <a:cubicBezTo>
                    <a:pt x="883" y="1567"/>
                    <a:pt x="883" y="1399"/>
                    <a:pt x="838" y="1241"/>
                  </a:cubicBezTo>
                  <a:cubicBezTo>
                    <a:pt x="805" y="1095"/>
                    <a:pt x="748" y="949"/>
                    <a:pt x="681" y="803"/>
                  </a:cubicBezTo>
                  <a:cubicBezTo>
                    <a:pt x="557" y="510"/>
                    <a:pt x="377" y="252"/>
                    <a:pt x="164" y="27"/>
                  </a:cubicBezTo>
                  <a:cubicBezTo>
                    <a:pt x="147" y="8"/>
                    <a:pt x="128" y="0"/>
                    <a:pt x="11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457;p53">
              <a:extLst>
                <a:ext uri="{FF2B5EF4-FFF2-40B4-BE49-F238E27FC236}">
                  <a16:creationId xmlns:a16="http://schemas.microsoft.com/office/drawing/2014/main" id="{867D6194-9E80-866C-DA95-177D7A5F1BA9}"/>
                </a:ext>
              </a:extLst>
            </p:cNvPr>
            <p:cNvSpPr/>
            <p:nvPr/>
          </p:nvSpPr>
          <p:spPr>
            <a:xfrm>
              <a:off x="-21134" y="685097"/>
              <a:ext cx="60744" cy="129859"/>
            </a:xfrm>
            <a:custGeom>
              <a:avLst/>
              <a:gdLst/>
              <a:ahLst/>
              <a:cxnLst/>
              <a:rect l="l" t="t" r="r" b="b"/>
              <a:pathLst>
                <a:path w="653" h="1396" extrusionOk="0">
                  <a:moveTo>
                    <a:pt x="570" y="1"/>
                  </a:moveTo>
                  <a:cubicBezTo>
                    <a:pt x="563" y="1"/>
                    <a:pt x="557" y="2"/>
                    <a:pt x="551" y="4"/>
                  </a:cubicBezTo>
                  <a:cubicBezTo>
                    <a:pt x="292" y="127"/>
                    <a:pt x="112" y="375"/>
                    <a:pt x="67" y="667"/>
                  </a:cubicBezTo>
                  <a:cubicBezTo>
                    <a:pt x="34" y="802"/>
                    <a:pt x="11" y="948"/>
                    <a:pt x="11" y="1094"/>
                  </a:cubicBezTo>
                  <a:cubicBezTo>
                    <a:pt x="0" y="1206"/>
                    <a:pt x="56" y="1319"/>
                    <a:pt x="169" y="1386"/>
                  </a:cubicBezTo>
                  <a:cubicBezTo>
                    <a:pt x="180" y="1393"/>
                    <a:pt x="191" y="1395"/>
                    <a:pt x="201" y="1395"/>
                  </a:cubicBezTo>
                  <a:cubicBezTo>
                    <a:pt x="266" y="1395"/>
                    <a:pt x="313" y="1290"/>
                    <a:pt x="236" y="1251"/>
                  </a:cubicBezTo>
                  <a:cubicBezTo>
                    <a:pt x="157" y="1206"/>
                    <a:pt x="157" y="1117"/>
                    <a:pt x="157" y="1038"/>
                  </a:cubicBezTo>
                  <a:cubicBezTo>
                    <a:pt x="169" y="914"/>
                    <a:pt x="191" y="802"/>
                    <a:pt x="214" y="678"/>
                  </a:cubicBezTo>
                  <a:cubicBezTo>
                    <a:pt x="270" y="464"/>
                    <a:pt x="371" y="240"/>
                    <a:pt x="596" y="138"/>
                  </a:cubicBezTo>
                  <a:cubicBezTo>
                    <a:pt x="630" y="127"/>
                    <a:pt x="652" y="93"/>
                    <a:pt x="641" y="49"/>
                  </a:cubicBezTo>
                  <a:cubicBezTo>
                    <a:pt x="632" y="21"/>
                    <a:pt x="600" y="1"/>
                    <a:pt x="570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458;p53">
              <a:extLst>
                <a:ext uri="{FF2B5EF4-FFF2-40B4-BE49-F238E27FC236}">
                  <a16:creationId xmlns:a16="http://schemas.microsoft.com/office/drawing/2014/main" id="{35EB9225-B3B7-7FD5-87F6-F52B689BE06A}"/>
                </a:ext>
              </a:extLst>
            </p:cNvPr>
            <p:cNvSpPr/>
            <p:nvPr/>
          </p:nvSpPr>
          <p:spPr>
            <a:xfrm>
              <a:off x="18586" y="874395"/>
              <a:ext cx="59441" cy="44465"/>
            </a:xfrm>
            <a:custGeom>
              <a:avLst/>
              <a:gdLst/>
              <a:ahLst/>
              <a:cxnLst/>
              <a:rect l="l" t="t" r="r" b="b"/>
              <a:pathLst>
                <a:path w="639" h="478" extrusionOk="0">
                  <a:moveTo>
                    <a:pt x="79" y="1"/>
                  </a:moveTo>
                  <a:cubicBezTo>
                    <a:pt x="72" y="1"/>
                    <a:pt x="64" y="1"/>
                    <a:pt x="56" y="3"/>
                  </a:cubicBezTo>
                  <a:cubicBezTo>
                    <a:pt x="23" y="15"/>
                    <a:pt x="0" y="60"/>
                    <a:pt x="0" y="105"/>
                  </a:cubicBezTo>
                  <a:cubicBezTo>
                    <a:pt x="63" y="326"/>
                    <a:pt x="274" y="478"/>
                    <a:pt x="504" y="478"/>
                  </a:cubicBezTo>
                  <a:cubicBezTo>
                    <a:pt x="520" y="478"/>
                    <a:pt x="535" y="477"/>
                    <a:pt x="551" y="476"/>
                  </a:cubicBezTo>
                  <a:cubicBezTo>
                    <a:pt x="554" y="476"/>
                    <a:pt x="557" y="476"/>
                    <a:pt x="560" y="476"/>
                  </a:cubicBezTo>
                  <a:cubicBezTo>
                    <a:pt x="638" y="476"/>
                    <a:pt x="638" y="329"/>
                    <a:pt x="560" y="329"/>
                  </a:cubicBezTo>
                  <a:cubicBezTo>
                    <a:pt x="557" y="329"/>
                    <a:pt x="554" y="329"/>
                    <a:pt x="551" y="329"/>
                  </a:cubicBezTo>
                  <a:lnTo>
                    <a:pt x="529" y="307"/>
                  </a:lnTo>
                  <a:lnTo>
                    <a:pt x="405" y="307"/>
                  </a:lnTo>
                  <a:cubicBezTo>
                    <a:pt x="382" y="307"/>
                    <a:pt x="371" y="307"/>
                    <a:pt x="360" y="296"/>
                  </a:cubicBezTo>
                  <a:lnTo>
                    <a:pt x="349" y="296"/>
                  </a:lnTo>
                  <a:cubicBezTo>
                    <a:pt x="326" y="284"/>
                    <a:pt x="304" y="273"/>
                    <a:pt x="281" y="262"/>
                  </a:cubicBezTo>
                  <a:lnTo>
                    <a:pt x="270" y="251"/>
                  </a:lnTo>
                  <a:lnTo>
                    <a:pt x="236" y="217"/>
                  </a:lnTo>
                  <a:lnTo>
                    <a:pt x="214" y="195"/>
                  </a:lnTo>
                  <a:lnTo>
                    <a:pt x="203" y="183"/>
                  </a:lnTo>
                  <a:cubicBezTo>
                    <a:pt x="180" y="161"/>
                    <a:pt x="169" y="138"/>
                    <a:pt x="158" y="116"/>
                  </a:cubicBezTo>
                  <a:cubicBezTo>
                    <a:pt x="158" y="116"/>
                    <a:pt x="158" y="116"/>
                    <a:pt x="158" y="105"/>
                  </a:cubicBezTo>
                  <a:cubicBezTo>
                    <a:pt x="158" y="105"/>
                    <a:pt x="158" y="105"/>
                    <a:pt x="158" y="93"/>
                  </a:cubicBezTo>
                  <a:lnTo>
                    <a:pt x="146" y="60"/>
                  </a:lnTo>
                  <a:cubicBezTo>
                    <a:pt x="137" y="22"/>
                    <a:pt x="112" y="1"/>
                    <a:pt x="79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459;p53">
              <a:extLst>
                <a:ext uri="{FF2B5EF4-FFF2-40B4-BE49-F238E27FC236}">
                  <a16:creationId xmlns:a16="http://schemas.microsoft.com/office/drawing/2014/main" id="{B0F1349F-14D0-AEE7-DD24-33B0FFD1949D}"/>
                </a:ext>
              </a:extLst>
            </p:cNvPr>
            <p:cNvSpPr/>
            <p:nvPr/>
          </p:nvSpPr>
          <p:spPr>
            <a:xfrm>
              <a:off x="587691" y="1014951"/>
              <a:ext cx="217394" cy="34511"/>
            </a:xfrm>
            <a:custGeom>
              <a:avLst/>
              <a:gdLst/>
              <a:ahLst/>
              <a:cxnLst/>
              <a:rect l="l" t="t" r="r" b="b"/>
              <a:pathLst>
                <a:path w="2337" h="371" extrusionOk="0">
                  <a:moveTo>
                    <a:pt x="116" y="0"/>
                  </a:moveTo>
                  <a:cubicBezTo>
                    <a:pt x="46" y="0"/>
                    <a:pt x="0" y="96"/>
                    <a:pt x="77" y="134"/>
                  </a:cubicBezTo>
                  <a:cubicBezTo>
                    <a:pt x="372" y="260"/>
                    <a:pt x="676" y="337"/>
                    <a:pt x="1000" y="337"/>
                  </a:cubicBezTo>
                  <a:cubicBezTo>
                    <a:pt x="1022" y="337"/>
                    <a:pt x="1044" y="337"/>
                    <a:pt x="1066" y="336"/>
                  </a:cubicBezTo>
                  <a:cubicBezTo>
                    <a:pt x="1460" y="347"/>
                    <a:pt x="1853" y="359"/>
                    <a:pt x="2247" y="370"/>
                  </a:cubicBezTo>
                  <a:cubicBezTo>
                    <a:pt x="2250" y="370"/>
                    <a:pt x="2253" y="370"/>
                    <a:pt x="2256" y="370"/>
                  </a:cubicBezTo>
                  <a:cubicBezTo>
                    <a:pt x="2336" y="370"/>
                    <a:pt x="2333" y="224"/>
                    <a:pt x="2235" y="224"/>
                  </a:cubicBezTo>
                  <a:lnTo>
                    <a:pt x="1122" y="190"/>
                  </a:lnTo>
                  <a:cubicBezTo>
                    <a:pt x="1098" y="191"/>
                    <a:pt x="1074" y="191"/>
                    <a:pt x="1050" y="191"/>
                  </a:cubicBezTo>
                  <a:cubicBezTo>
                    <a:pt x="738" y="191"/>
                    <a:pt x="437" y="125"/>
                    <a:pt x="156" y="10"/>
                  </a:cubicBezTo>
                  <a:cubicBezTo>
                    <a:pt x="142" y="3"/>
                    <a:pt x="129" y="0"/>
                    <a:pt x="116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460;p53">
              <a:extLst>
                <a:ext uri="{FF2B5EF4-FFF2-40B4-BE49-F238E27FC236}">
                  <a16:creationId xmlns:a16="http://schemas.microsoft.com/office/drawing/2014/main" id="{8829342B-CF4C-6EA2-5C12-FA6FFBEF67C5}"/>
                </a:ext>
              </a:extLst>
            </p:cNvPr>
            <p:cNvSpPr/>
            <p:nvPr/>
          </p:nvSpPr>
          <p:spPr>
            <a:xfrm>
              <a:off x="892802" y="919139"/>
              <a:ext cx="198417" cy="104092"/>
            </a:xfrm>
            <a:custGeom>
              <a:avLst/>
              <a:gdLst/>
              <a:ahLst/>
              <a:cxnLst/>
              <a:rect l="l" t="t" r="r" b="b"/>
              <a:pathLst>
                <a:path w="2133" h="1119" extrusionOk="0">
                  <a:moveTo>
                    <a:pt x="2018" y="1"/>
                  </a:moveTo>
                  <a:cubicBezTo>
                    <a:pt x="2002" y="1"/>
                    <a:pt x="1985" y="6"/>
                    <a:pt x="1968" y="17"/>
                  </a:cubicBezTo>
                  <a:cubicBezTo>
                    <a:pt x="1417" y="467"/>
                    <a:pt x="765" y="804"/>
                    <a:pt x="68" y="973"/>
                  </a:cubicBezTo>
                  <a:cubicBezTo>
                    <a:pt x="1" y="1018"/>
                    <a:pt x="23" y="1119"/>
                    <a:pt x="102" y="1119"/>
                  </a:cubicBezTo>
                  <a:cubicBezTo>
                    <a:pt x="822" y="928"/>
                    <a:pt x="1496" y="590"/>
                    <a:pt x="2070" y="118"/>
                  </a:cubicBezTo>
                  <a:cubicBezTo>
                    <a:pt x="2132" y="74"/>
                    <a:pt x="2081" y="1"/>
                    <a:pt x="2018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461;p53">
              <a:extLst>
                <a:ext uri="{FF2B5EF4-FFF2-40B4-BE49-F238E27FC236}">
                  <a16:creationId xmlns:a16="http://schemas.microsoft.com/office/drawing/2014/main" id="{C2F9F568-6D91-7B18-CC6B-5C4F4A1A60C9}"/>
                </a:ext>
              </a:extLst>
            </p:cNvPr>
            <p:cNvSpPr/>
            <p:nvPr/>
          </p:nvSpPr>
          <p:spPr>
            <a:xfrm>
              <a:off x="1388885" y="418590"/>
              <a:ext cx="148185" cy="50232"/>
            </a:xfrm>
            <a:custGeom>
              <a:avLst/>
              <a:gdLst/>
              <a:ahLst/>
              <a:cxnLst/>
              <a:rect l="l" t="t" r="r" b="b"/>
              <a:pathLst>
                <a:path w="1593" h="540" extrusionOk="0">
                  <a:moveTo>
                    <a:pt x="283" y="1"/>
                  </a:moveTo>
                  <a:cubicBezTo>
                    <a:pt x="222" y="1"/>
                    <a:pt x="160" y="5"/>
                    <a:pt x="98" y="13"/>
                  </a:cubicBezTo>
                  <a:cubicBezTo>
                    <a:pt x="1" y="35"/>
                    <a:pt x="38" y="160"/>
                    <a:pt x="121" y="160"/>
                  </a:cubicBezTo>
                  <a:cubicBezTo>
                    <a:pt x="125" y="160"/>
                    <a:pt x="128" y="160"/>
                    <a:pt x="132" y="159"/>
                  </a:cubicBezTo>
                  <a:cubicBezTo>
                    <a:pt x="188" y="151"/>
                    <a:pt x="244" y="147"/>
                    <a:pt x="299" y="147"/>
                  </a:cubicBezTo>
                  <a:cubicBezTo>
                    <a:pt x="708" y="147"/>
                    <a:pt x="1091" y="352"/>
                    <a:pt x="1447" y="530"/>
                  </a:cubicBezTo>
                  <a:cubicBezTo>
                    <a:pt x="1459" y="537"/>
                    <a:pt x="1471" y="540"/>
                    <a:pt x="1482" y="540"/>
                  </a:cubicBezTo>
                  <a:cubicBezTo>
                    <a:pt x="1546" y="540"/>
                    <a:pt x="1593" y="445"/>
                    <a:pt x="1526" y="406"/>
                  </a:cubicBezTo>
                  <a:cubicBezTo>
                    <a:pt x="1131" y="199"/>
                    <a:pt x="719" y="1"/>
                    <a:pt x="283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462;p53">
              <a:extLst>
                <a:ext uri="{FF2B5EF4-FFF2-40B4-BE49-F238E27FC236}">
                  <a16:creationId xmlns:a16="http://schemas.microsoft.com/office/drawing/2014/main" id="{B0806F38-5FEA-188A-F6DB-7A69AADC0820}"/>
                </a:ext>
              </a:extLst>
            </p:cNvPr>
            <p:cNvSpPr/>
            <p:nvPr/>
          </p:nvSpPr>
          <p:spPr>
            <a:xfrm>
              <a:off x="1587207" y="500263"/>
              <a:ext cx="59720" cy="37209"/>
            </a:xfrm>
            <a:custGeom>
              <a:avLst/>
              <a:gdLst/>
              <a:ahLst/>
              <a:cxnLst/>
              <a:rect l="l" t="t" r="r" b="b"/>
              <a:pathLst>
                <a:path w="642" h="400" extrusionOk="0">
                  <a:moveTo>
                    <a:pt x="68" y="1"/>
                  </a:moveTo>
                  <a:cubicBezTo>
                    <a:pt x="35" y="1"/>
                    <a:pt x="1" y="34"/>
                    <a:pt x="1" y="79"/>
                  </a:cubicBezTo>
                  <a:cubicBezTo>
                    <a:pt x="1" y="124"/>
                    <a:pt x="35" y="158"/>
                    <a:pt x="68" y="158"/>
                  </a:cubicBezTo>
                  <a:lnTo>
                    <a:pt x="125" y="158"/>
                  </a:lnTo>
                  <a:lnTo>
                    <a:pt x="192" y="169"/>
                  </a:lnTo>
                  <a:cubicBezTo>
                    <a:pt x="237" y="180"/>
                    <a:pt x="271" y="192"/>
                    <a:pt x="316" y="214"/>
                  </a:cubicBezTo>
                  <a:cubicBezTo>
                    <a:pt x="394" y="248"/>
                    <a:pt x="462" y="304"/>
                    <a:pt x="518" y="383"/>
                  </a:cubicBezTo>
                  <a:cubicBezTo>
                    <a:pt x="529" y="394"/>
                    <a:pt x="546" y="400"/>
                    <a:pt x="564" y="400"/>
                  </a:cubicBezTo>
                  <a:cubicBezTo>
                    <a:pt x="583" y="400"/>
                    <a:pt x="602" y="394"/>
                    <a:pt x="619" y="383"/>
                  </a:cubicBezTo>
                  <a:cubicBezTo>
                    <a:pt x="642" y="349"/>
                    <a:pt x="642" y="304"/>
                    <a:pt x="619" y="270"/>
                  </a:cubicBezTo>
                  <a:cubicBezTo>
                    <a:pt x="484" y="113"/>
                    <a:pt x="282" y="12"/>
                    <a:pt x="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463;p53">
              <a:extLst>
                <a:ext uri="{FF2B5EF4-FFF2-40B4-BE49-F238E27FC236}">
                  <a16:creationId xmlns:a16="http://schemas.microsoft.com/office/drawing/2014/main" id="{45EB54A6-3C0B-C338-EA7D-62C1150C6290}"/>
                </a:ext>
              </a:extLst>
            </p:cNvPr>
            <p:cNvSpPr/>
            <p:nvPr/>
          </p:nvSpPr>
          <p:spPr>
            <a:xfrm>
              <a:off x="1251306" y="951510"/>
              <a:ext cx="224184" cy="71720"/>
            </a:xfrm>
            <a:custGeom>
              <a:avLst/>
              <a:gdLst/>
              <a:ahLst/>
              <a:cxnLst/>
              <a:rect l="l" t="t" r="r" b="b"/>
              <a:pathLst>
                <a:path w="2410" h="771" extrusionOk="0">
                  <a:moveTo>
                    <a:pt x="109" y="0"/>
                  </a:moveTo>
                  <a:cubicBezTo>
                    <a:pt x="44" y="0"/>
                    <a:pt x="0" y="92"/>
                    <a:pt x="59" y="141"/>
                  </a:cubicBezTo>
                  <a:cubicBezTo>
                    <a:pt x="745" y="546"/>
                    <a:pt x="1532" y="760"/>
                    <a:pt x="2330" y="771"/>
                  </a:cubicBezTo>
                  <a:cubicBezTo>
                    <a:pt x="2409" y="760"/>
                    <a:pt x="2409" y="625"/>
                    <a:pt x="2330" y="613"/>
                  </a:cubicBezTo>
                  <a:cubicBezTo>
                    <a:pt x="1555" y="602"/>
                    <a:pt x="801" y="400"/>
                    <a:pt x="138" y="6"/>
                  </a:cubicBezTo>
                  <a:cubicBezTo>
                    <a:pt x="128" y="2"/>
                    <a:pt x="118" y="0"/>
                    <a:pt x="109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464;p53">
              <a:extLst>
                <a:ext uri="{FF2B5EF4-FFF2-40B4-BE49-F238E27FC236}">
                  <a16:creationId xmlns:a16="http://schemas.microsoft.com/office/drawing/2014/main" id="{6C898978-1E4A-E7A6-B590-0423F7F34A23}"/>
                </a:ext>
              </a:extLst>
            </p:cNvPr>
            <p:cNvSpPr/>
            <p:nvPr/>
          </p:nvSpPr>
          <p:spPr>
            <a:xfrm>
              <a:off x="717177" y="443241"/>
              <a:ext cx="36651" cy="50604"/>
            </a:xfrm>
            <a:custGeom>
              <a:avLst/>
              <a:gdLst/>
              <a:ahLst/>
              <a:cxnLst/>
              <a:rect l="l" t="t" r="r" b="b"/>
              <a:pathLst>
                <a:path w="394" h="544" extrusionOk="0">
                  <a:moveTo>
                    <a:pt x="242" y="1"/>
                  </a:moveTo>
                  <a:cubicBezTo>
                    <a:pt x="217" y="1"/>
                    <a:pt x="191" y="7"/>
                    <a:pt x="169" y="18"/>
                  </a:cubicBezTo>
                  <a:lnTo>
                    <a:pt x="146" y="29"/>
                  </a:lnTo>
                  <a:lnTo>
                    <a:pt x="113" y="29"/>
                  </a:lnTo>
                  <a:cubicBezTo>
                    <a:pt x="68" y="29"/>
                    <a:pt x="34" y="63"/>
                    <a:pt x="34" y="96"/>
                  </a:cubicBezTo>
                  <a:cubicBezTo>
                    <a:pt x="23" y="153"/>
                    <a:pt x="23" y="220"/>
                    <a:pt x="11" y="276"/>
                  </a:cubicBezTo>
                  <a:cubicBezTo>
                    <a:pt x="0" y="321"/>
                    <a:pt x="0" y="366"/>
                    <a:pt x="11" y="411"/>
                  </a:cubicBezTo>
                  <a:cubicBezTo>
                    <a:pt x="23" y="467"/>
                    <a:pt x="56" y="524"/>
                    <a:pt x="113" y="535"/>
                  </a:cubicBezTo>
                  <a:cubicBezTo>
                    <a:pt x="128" y="541"/>
                    <a:pt x="145" y="544"/>
                    <a:pt x="162" y="544"/>
                  </a:cubicBezTo>
                  <a:cubicBezTo>
                    <a:pt x="205" y="544"/>
                    <a:pt x="249" y="526"/>
                    <a:pt x="281" y="501"/>
                  </a:cubicBezTo>
                  <a:cubicBezTo>
                    <a:pt x="326" y="456"/>
                    <a:pt x="349" y="411"/>
                    <a:pt x="360" y="355"/>
                  </a:cubicBezTo>
                  <a:cubicBezTo>
                    <a:pt x="360" y="299"/>
                    <a:pt x="371" y="243"/>
                    <a:pt x="371" y="186"/>
                  </a:cubicBezTo>
                  <a:cubicBezTo>
                    <a:pt x="394" y="119"/>
                    <a:pt x="360" y="63"/>
                    <a:pt x="315" y="18"/>
                  </a:cubicBezTo>
                  <a:cubicBezTo>
                    <a:pt x="293" y="7"/>
                    <a:pt x="267" y="1"/>
                    <a:pt x="24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465;p53">
              <a:extLst>
                <a:ext uri="{FF2B5EF4-FFF2-40B4-BE49-F238E27FC236}">
                  <a16:creationId xmlns:a16="http://schemas.microsoft.com/office/drawing/2014/main" id="{C1D35264-17D3-1CDE-BBF2-13836C08EC0F}"/>
                </a:ext>
              </a:extLst>
            </p:cNvPr>
            <p:cNvSpPr/>
            <p:nvPr/>
          </p:nvSpPr>
          <p:spPr>
            <a:xfrm>
              <a:off x="799780" y="446962"/>
              <a:ext cx="29395" cy="46790"/>
            </a:xfrm>
            <a:custGeom>
              <a:avLst/>
              <a:gdLst/>
              <a:ahLst/>
              <a:cxnLst/>
              <a:rect l="l" t="t" r="r" b="b"/>
              <a:pathLst>
                <a:path w="316" h="503" extrusionOk="0">
                  <a:moveTo>
                    <a:pt x="135" y="0"/>
                  </a:moveTo>
                  <a:cubicBezTo>
                    <a:pt x="102" y="0"/>
                    <a:pt x="79" y="23"/>
                    <a:pt x="68" y="45"/>
                  </a:cubicBezTo>
                  <a:cubicBezTo>
                    <a:pt x="34" y="101"/>
                    <a:pt x="23" y="158"/>
                    <a:pt x="12" y="225"/>
                  </a:cubicBezTo>
                  <a:cubicBezTo>
                    <a:pt x="0" y="281"/>
                    <a:pt x="0" y="349"/>
                    <a:pt x="12" y="416"/>
                  </a:cubicBezTo>
                  <a:cubicBezTo>
                    <a:pt x="23" y="427"/>
                    <a:pt x="34" y="450"/>
                    <a:pt x="45" y="461"/>
                  </a:cubicBezTo>
                  <a:lnTo>
                    <a:pt x="57" y="461"/>
                  </a:lnTo>
                  <a:cubicBezTo>
                    <a:pt x="68" y="472"/>
                    <a:pt x="68" y="484"/>
                    <a:pt x="79" y="484"/>
                  </a:cubicBezTo>
                  <a:cubicBezTo>
                    <a:pt x="99" y="497"/>
                    <a:pt x="122" y="502"/>
                    <a:pt x="145" y="502"/>
                  </a:cubicBezTo>
                  <a:cubicBezTo>
                    <a:pt x="162" y="502"/>
                    <a:pt x="178" y="500"/>
                    <a:pt x="191" y="495"/>
                  </a:cubicBezTo>
                  <a:cubicBezTo>
                    <a:pt x="259" y="472"/>
                    <a:pt x="304" y="405"/>
                    <a:pt x="304" y="326"/>
                  </a:cubicBezTo>
                  <a:cubicBezTo>
                    <a:pt x="304" y="315"/>
                    <a:pt x="304" y="304"/>
                    <a:pt x="304" y="293"/>
                  </a:cubicBezTo>
                  <a:cubicBezTo>
                    <a:pt x="304" y="259"/>
                    <a:pt x="304" y="214"/>
                    <a:pt x="304" y="180"/>
                  </a:cubicBezTo>
                  <a:cubicBezTo>
                    <a:pt x="315" y="135"/>
                    <a:pt x="293" y="90"/>
                    <a:pt x="259" y="79"/>
                  </a:cubicBezTo>
                  <a:lnTo>
                    <a:pt x="225" y="79"/>
                  </a:lnTo>
                  <a:lnTo>
                    <a:pt x="214" y="68"/>
                  </a:lnTo>
                  <a:lnTo>
                    <a:pt x="191" y="56"/>
                  </a:lnTo>
                  <a:cubicBezTo>
                    <a:pt x="191" y="45"/>
                    <a:pt x="191" y="45"/>
                    <a:pt x="191" y="45"/>
                  </a:cubicBezTo>
                  <a:cubicBezTo>
                    <a:pt x="180" y="23"/>
                    <a:pt x="158" y="11"/>
                    <a:pt x="135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466;p53">
              <a:extLst>
                <a:ext uri="{FF2B5EF4-FFF2-40B4-BE49-F238E27FC236}">
                  <a16:creationId xmlns:a16="http://schemas.microsoft.com/office/drawing/2014/main" id="{AA11C1DC-0942-844F-8160-7B743D3A0D2F}"/>
                </a:ext>
              </a:extLst>
            </p:cNvPr>
            <p:cNvSpPr/>
            <p:nvPr/>
          </p:nvSpPr>
          <p:spPr>
            <a:xfrm>
              <a:off x="714014" y="560913"/>
              <a:ext cx="117208" cy="75627"/>
            </a:xfrm>
            <a:custGeom>
              <a:avLst/>
              <a:gdLst/>
              <a:ahLst/>
              <a:cxnLst/>
              <a:rect l="l" t="t" r="r" b="b"/>
              <a:pathLst>
                <a:path w="1260" h="813" extrusionOk="0">
                  <a:moveTo>
                    <a:pt x="1181" y="1"/>
                  </a:moveTo>
                  <a:cubicBezTo>
                    <a:pt x="1136" y="1"/>
                    <a:pt x="1102" y="34"/>
                    <a:pt x="1102" y="68"/>
                  </a:cubicBezTo>
                  <a:cubicBezTo>
                    <a:pt x="1102" y="237"/>
                    <a:pt x="1057" y="383"/>
                    <a:pt x="967" y="518"/>
                  </a:cubicBezTo>
                  <a:cubicBezTo>
                    <a:pt x="877" y="619"/>
                    <a:pt x="754" y="664"/>
                    <a:pt x="619" y="664"/>
                  </a:cubicBezTo>
                  <a:cubicBezTo>
                    <a:pt x="327" y="641"/>
                    <a:pt x="158" y="349"/>
                    <a:pt x="169" y="79"/>
                  </a:cubicBezTo>
                  <a:cubicBezTo>
                    <a:pt x="175" y="29"/>
                    <a:pt x="141" y="3"/>
                    <a:pt x="104" y="3"/>
                  </a:cubicBezTo>
                  <a:cubicBezTo>
                    <a:pt x="68" y="3"/>
                    <a:pt x="29" y="29"/>
                    <a:pt x="23" y="79"/>
                  </a:cubicBezTo>
                  <a:cubicBezTo>
                    <a:pt x="0" y="360"/>
                    <a:pt x="147" y="619"/>
                    <a:pt x="394" y="754"/>
                  </a:cubicBezTo>
                  <a:cubicBezTo>
                    <a:pt x="473" y="793"/>
                    <a:pt x="558" y="812"/>
                    <a:pt x="642" y="812"/>
                  </a:cubicBezTo>
                  <a:cubicBezTo>
                    <a:pt x="822" y="812"/>
                    <a:pt x="999" y="727"/>
                    <a:pt x="1113" y="574"/>
                  </a:cubicBezTo>
                  <a:cubicBezTo>
                    <a:pt x="1203" y="417"/>
                    <a:pt x="1248" y="248"/>
                    <a:pt x="1260" y="79"/>
                  </a:cubicBezTo>
                  <a:cubicBezTo>
                    <a:pt x="1260" y="34"/>
                    <a:pt x="1226" y="1"/>
                    <a:pt x="1181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2370;p50">
            <a:extLst>
              <a:ext uri="{FF2B5EF4-FFF2-40B4-BE49-F238E27FC236}">
                <a16:creationId xmlns:a16="http://schemas.microsoft.com/office/drawing/2014/main" id="{994328AA-93DD-EC54-135C-0EBDEC235746}"/>
              </a:ext>
            </a:extLst>
          </p:cNvPr>
          <p:cNvSpPr/>
          <p:nvPr/>
        </p:nvSpPr>
        <p:spPr>
          <a:xfrm flipH="1">
            <a:off x="2791626" y="3786200"/>
            <a:ext cx="109663" cy="114482"/>
          </a:xfrm>
          <a:custGeom>
            <a:avLst/>
            <a:gdLst/>
            <a:ahLst/>
            <a:cxnLst/>
            <a:rect l="l" t="t" r="r" b="b"/>
            <a:pathLst>
              <a:path w="1024" h="1069" extrusionOk="0">
                <a:moveTo>
                  <a:pt x="630" y="1"/>
                </a:moveTo>
                <a:lnTo>
                  <a:pt x="371" y="270"/>
                </a:lnTo>
                <a:lnTo>
                  <a:pt x="0" y="203"/>
                </a:lnTo>
                <a:lnTo>
                  <a:pt x="180" y="540"/>
                </a:lnTo>
                <a:lnTo>
                  <a:pt x="0" y="866"/>
                </a:lnTo>
                <a:lnTo>
                  <a:pt x="0" y="866"/>
                </a:lnTo>
                <a:lnTo>
                  <a:pt x="371" y="810"/>
                </a:lnTo>
                <a:lnTo>
                  <a:pt x="630" y="1069"/>
                </a:lnTo>
                <a:lnTo>
                  <a:pt x="686" y="698"/>
                </a:lnTo>
                <a:lnTo>
                  <a:pt x="1023" y="540"/>
                </a:lnTo>
                <a:lnTo>
                  <a:pt x="686" y="372"/>
                </a:lnTo>
                <a:lnTo>
                  <a:pt x="63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2370;p50">
            <a:extLst>
              <a:ext uri="{FF2B5EF4-FFF2-40B4-BE49-F238E27FC236}">
                <a16:creationId xmlns:a16="http://schemas.microsoft.com/office/drawing/2014/main" id="{C25FDCF5-DE44-A40B-EEAE-855D5904AE22}"/>
              </a:ext>
            </a:extLst>
          </p:cNvPr>
          <p:cNvSpPr/>
          <p:nvPr/>
        </p:nvSpPr>
        <p:spPr>
          <a:xfrm flipH="1">
            <a:off x="6993366" y="1157694"/>
            <a:ext cx="109663" cy="114482"/>
          </a:xfrm>
          <a:custGeom>
            <a:avLst/>
            <a:gdLst/>
            <a:ahLst/>
            <a:cxnLst/>
            <a:rect l="l" t="t" r="r" b="b"/>
            <a:pathLst>
              <a:path w="1024" h="1069" extrusionOk="0">
                <a:moveTo>
                  <a:pt x="630" y="1"/>
                </a:moveTo>
                <a:lnTo>
                  <a:pt x="371" y="270"/>
                </a:lnTo>
                <a:lnTo>
                  <a:pt x="0" y="203"/>
                </a:lnTo>
                <a:lnTo>
                  <a:pt x="180" y="540"/>
                </a:lnTo>
                <a:lnTo>
                  <a:pt x="0" y="866"/>
                </a:lnTo>
                <a:lnTo>
                  <a:pt x="0" y="866"/>
                </a:lnTo>
                <a:lnTo>
                  <a:pt x="371" y="810"/>
                </a:lnTo>
                <a:lnTo>
                  <a:pt x="630" y="1069"/>
                </a:lnTo>
                <a:lnTo>
                  <a:pt x="686" y="698"/>
                </a:lnTo>
                <a:lnTo>
                  <a:pt x="1023" y="540"/>
                </a:lnTo>
                <a:lnTo>
                  <a:pt x="686" y="372"/>
                </a:lnTo>
                <a:lnTo>
                  <a:pt x="63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6" name="Google Shape;2476;p54"/>
          <p:cNvSpPr txBox="1">
            <a:spLocks noGrp="1"/>
          </p:cNvSpPr>
          <p:nvPr>
            <p:ph type="title"/>
          </p:nvPr>
        </p:nvSpPr>
        <p:spPr>
          <a:xfrm>
            <a:off x="715877" y="68170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OBJETIVOS</a:t>
            </a:r>
            <a:endParaRPr b="0" dirty="0"/>
          </a:p>
        </p:txBody>
      </p:sp>
      <p:sp>
        <p:nvSpPr>
          <p:cNvPr id="2477" name="Google Shape;2477;p54"/>
          <p:cNvSpPr txBox="1">
            <a:spLocks noGrp="1"/>
          </p:cNvSpPr>
          <p:nvPr>
            <p:ph type="subTitle" idx="3"/>
          </p:nvPr>
        </p:nvSpPr>
        <p:spPr>
          <a:xfrm>
            <a:off x="715877" y="2349779"/>
            <a:ext cx="3745500" cy="145477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Desarrollar una apliccaión </a:t>
            </a:r>
            <a:r>
              <a:rPr lang="es-PE" sz="1600" dirty="0"/>
              <a:t>iOS completamente funcional que muestre el clima y la temperatura de distintas ciudades, aplicando los conocimientos adquiridos en el curso.</a:t>
            </a:r>
            <a:endParaRPr sz="1600" dirty="0"/>
          </a:p>
        </p:txBody>
      </p:sp>
      <p:sp>
        <p:nvSpPr>
          <p:cNvPr id="2480" name="Google Shape;2480;p54"/>
          <p:cNvSpPr txBox="1">
            <a:spLocks noGrp="1"/>
          </p:cNvSpPr>
          <p:nvPr>
            <p:ph type="subTitle" idx="4"/>
          </p:nvPr>
        </p:nvSpPr>
        <p:spPr>
          <a:xfrm>
            <a:off x="4682623" y="2406925"/>
            <a:ext cx="3745500" cy="94237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Implementar el consumo de servicios REST para obtener información climática actualizada.</a:t>
            </a:r>
            <a:endParaRPr sz="1600" dirty="0"/>
          </a:p>
        </p:txBody>
      </p:sp>
      <p:sp>
        <p:nvSpPr>
          <p:cNvPr id="2482" name="Google Shape;2482;p54"/>
          <p:cNvSpPr/>
          <p:nvPr/>
        </p:nvSpPr>
        <p:spPr>
          <a:xfrm>
            <a:off x="6217873" y="1576676"/>
            <a:ext cx="675000" cy="675000"/>
          </a:xfrm>
          <a:prstGeom prst="ellipse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3" name="Google Shape;2483;p54"/>
          <p:cNvSpPr/>
          <p:nvPr/>
        </p:nvSpPr>
        <p:spPr>
          <a:xfrm>
            <a:off x="6370831" y="1729620"/>
            <a:ext cx="369083" cy="369112"/>
          </a:xfrm>
          <a:custGeom>
            <a:avLst/>
            <a:gdLst/>
            <a:ahLst/>
            <a:cxnLst/>
            <a:rect l="l" t="t" r="r" b="b"/>
            <a:pathLst>
              <a:path w="12760" h="12761" extrusionOk="0">
                <a:moveTo>
                  <a:pt x="6427" y="3592"/>
                </a:moveTo>
                <a:cubicBezTo>
                  <a:pt x="7939" y="3592"/>
                  <a:pt x="9168" y="4821"/>
                  <a:pt x="9168" y="6365"/>
                </a:cubicBezTo>
                <a:cubicBezTo>
                  <a:pt x="9168" y="7846"/>
                  <a:pt x="7908" y="9106"/>
                  <a:pt x="6427" y="9106"/>
                </a:cubicBezTo>
                <a:cubicBezTo>
                  <a:pt x="4883" y="9106"/>
                  <a:pt x="3655" y="7877"/>
                  <a:pt x="3655" y="6365"/>
                </a:cubicBezTo>
                <a:cubicBezTo>
                  <a:pt x="3655" y="4821"/>
                  <a:pt x="4883" y="3592"/>
                  <a:pt x="6427" y="3592"/>
                </a:cubicBezTo>
                <a:close/>
                <a:moveTo>
                  <a:pt x="5829" y="1"/>
                </a:moveTo>
                <a:cubicBezTo>
                  <a:pt x="5356" y="1"/>
                  <a:pt x="5009" y="347"/>
                  <a:pt x="5009" y="852"/>
                </a:cubicBezTo>
                <a:lnTo>
                  <a:pt x="5009" y="1576"/>
                </a:lnTo>
                <a:cubicBezTo>
                  <a:pt x="4631" y="1702"/>
                  <a:pt x="4285" y="1828"/>
                  <a:pt x="3970" y="2017"/>
                </a:cubicBezTo>
                <a:lnTo>
                  <a:pt x="3466" y="1513"/>
                </a:lnTo>
                <a:cubicBezTo>
                  <a:pt x="3308" y="1356"/>
                  <a:pt x="3088" y="1277"/>
                  <a:pt x="2867" y="1277"/>
                </a:cubicBezTo>
                <a:cubicBezTo>
                  <a:pt x="2647" y="1277"/>
                  <a:pt x="2426" y="1356"/>
                  <a:pt x="2269" y="1513"/>
                </a:cubicBezTo>
                <a:lnTo>
                  <a:pt x="1481" y="2301"/>
                </a:lnTo>
                <a:cubicBezTo>
                  <a:pt x="1166" y="2616"/>
                  <a:pt x="1166" y="3151"/>
                  <a:pt x="1481" y="3466"/>
                </a:cubicBezTo>
                <a:lnTo>
                  <a:pt x="2017" y="4002"/>
                </a:lnTo>
                <a:cubicBezTo>
                  <a:pt x="1796" y="4317"/>
                  <a:pt x="1701" y="4664"/>
                  <a:pt x="1575" y="5010"/>
                </a:cubicBezTo>
                <a:lnTo>
                  <a:pt x="819" y="5010"/>
                </a:lnTo>
                <a:cubicBezTo>
                  <a:pt x="347" y="5010"/>
                  <a:pt x="0" y="5357"/>
                  <a:pt x="0" y="5829"/>
                </a:cubicBezTo>
                <a:lnTo>
                  <a:pt x="0" y="6932"/>
                </a:lnTo>
                <a:cubicBezTo>
                  <a:pt x="0" y="7405"/>
                  <a:pt x="347" y="7783"/>
                  <a:pt x="819" y="7783"/>
                </a:cubicBezTo>
                <a:lnTo>
                  <a:pt x="1575" y="7783"/>
                </a:lnTo>
                <a:cubicBezTo>
                  <a:pt x="1701" y="8129"/>
                  <a:pt x="1796" y="8476"/>
                  <a:pt x="2017" y="8791"/>
                </a:cubicBezTo>
                <a:lnTo>
                  <a:pt x="1481" y="9295"/>
                </a:lnTo>
                <a:cubicBezTo>
                  <a:pt x="1166" y="9610"/>
                  <a:pt x="1166" y="10177"/>
                  <a:pt x="1481" y="10492"/>
                </a:cubicBezTo>
                <a:lnTo>
                  <a:pt x="2269" y="11280"/>
                </a:lnTo>
                <a:cubicBezTo>
                  <a:pt x="2426" y="11437"/>
                  <a:pt x="2647" y="11516"/>
                  <a:pt x="2867" y="11516"/>
                </a:cubicBezTo>
                <a:cubicBezTo>
                  <a:pt x="3088" y="11516"/>
                  <a:pt x="3308" y="11437"/>
                  <a:pt x="3466" y="11280"/>
                </a:cubicBezTo>
                <a:lnTo>
                  <a:pt x="3970" y="10776"/>
                </a:lnTo>
                <a:cubicBezTo>
                  <a:pt x="4285" y="10965"/>
                  <a:pt x="4631" y="11091"/>
                  <a:pt x="5009" y="11185"/>
                </a:cubicBezTo>
                <a:lnTo>
                  <a:pt x="5009" y="11941"/>
                </a:lnTo>
                <a:cubicBezTo>
                  <a:pt x="5009" y="12414"/>
                  <a:pt x="5356" y="12760"/>
                  <a:pt x="5829" y="12760"/>
                </a:cubicBezTo>
                <a:lnTo>
                  <a:pt x="6931" y="12760"/>
                </a:lnTo>
                <a:cubicBezTo>
                  <a:pt x="7404" y="12760"/>
                  <a:pt x="7750" y="12414"/>
                  <a:pt x="7750" y="11941"/>
                </a:cubicBezTo>
                <a:lnTo>
                  <a:pt x="7750" y="11185"/>
                </a:lnTo>
                <a:cubicBezTo>
                  <a:pt x="8097" y="11091"/>
                  <a:pt x="8475" y="10965"/>
                  <a:pt x="8790" y="10776"/>
                </a:cubicBezTo>
                <a:lnTo>
                  <a:pt x="9294" y="11280"/>
                </a:lnTo>
                <a:cubicBezTo>
                  <a:pt x="9452" y="11437"/>
                  <a:pt x="9664" y="11516"/>
                  <a:pt x="9877" y="11516"/>
                </a:cubicBezTo>
                <a:cubicBezTo>
                  <a:pt x="10090" y="11516"/>
                  <a:pt x="10302" y="11437"/>
                  <a:pt x="10460" y="11280"/>
                </a:cubicBezTo>
                <a:lnTo>
                  <a:pt x="11247" y="10492"/>
                </a:lnTo>
                <a:cubicBezTo>
                  <a:pt x="11563" y="10177"/>
                  <a:pt x="11563" y="9610"/>
                  <a:pt x="11247" y="9295"/>
                </a:cubicBezTo>
                <a:lnTo>
                  <a:pt x="10743" y="8791"/>
                </a:lnTo>
                <a:cubicBezTo>
                  <a:pt x="10932" y="8476"/>
                  <a:pt x="11058" y="8129"/>
                  <a:pt x="11184" y="7783"/>
                </a:cubicBezTo>
                <a:lnTo>
                  <a:pt x="11941" y="7783"/>
                </a:lnTo>
                <a:cubicBezTo>
                  <a:pt x="12413" y="7783"/>
                  <a:pt x="12760" y="7405"/>
                  <a:pt x="12760" y="6932"/>
                </a:cubicBezTo>
                <a:lnTo>
                  <a:pt x="12760" y="5829"/>
                </a:lnTo>
                <a:cubicBezTo>
                  <a:pt x="12760" y="5325"/>
                  <a:pt x="12350" y="4979"/>
                  <a:pt x="11941" y="4979"/>
                </a:cubicBezTo>
                <a:lnTo>
                  <a:pt x="11184" y="4979"/>
                </a:lnTo>
                <a:cubicBezTo>
                  <a:pt x="11058" y="4632"/>
                  <a:pt x="10932" y="4254"/>
                  <a:pt x="10743" y="3939"/>
                </a:cubicBezTo>
                <a:lnTo>
                  <a:pt x="11247" y="3435"/>
                </a:lnTo>
                <a:cubicBezTo>
                  <a:pt x="11563" y="3120"/>
                  <a:pt x="11563" y="2553"/>
                  <a:pt x="11247" y="2238"/>
                </a:cubicBezTo>
                <a:lnTo>
                  <a:pt x="10460" y="1450"/>
                </a:lnTo>
                <a:cubicBezTo>
                  <a:pt x="10302" y="1293"/>
                  <a:pt x="10090" y="1214"/>
                  <a:pt x="9877" y="1214"/>
                </a:cubicBezTo>
                <a:cubicBezTo>
                  <a:pt x="9664" y="1214"/>
                  <a:pt x="9452" y="1293"/>
                  <a:pt x="9294" y="1450"/>
                </a:cubicBezTo>
                <a:lnTo>
                  <a:pt x="8790" y="1986"/>
                </a:lnTo>
                <a:cubicBezTo>
                  <a:pt x="8475" y="1765"/>
                  <a:pt x="8097" y="1671"/>
                  <a:pt x="7750" y="1545"/>
                </a:cubicBezTo>
                <a:lnTo>
                  <a:pt x="7750" y="852"/>
                </a:lnTo>
                <a:cubicBezTo>
                  <a:pt x="7750" y="379"/>
                  <a:pt x="7404" y="1"/>
                  <a:pt x="693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0" name="Google Shape;2500;p54"/>
          <p:cNvSpPr/>
          <p:nvPr/>
        </p:nvSpPr>
        <p:spPr>
          <a:xfrm>
            <a:off x="5014465" y="1638898"/>
            <a:ext cx="109663" cy="114482"/>
          </a:xfrm>
          <a:custGeom>
            <a:avLst/>
            <a:gdLst/>
            <a:ahLst/>
            <a:cxnLst/>
            <a:rect l="l" t="t" r="r" b="b"/>
            <a:pathLst>
              <a:path w="1024" h="1069" extrusionOk="0">
                <a:moveTo>
                  <a:pt x="630" y="1"/>
                </a:moveTo>
                <a:lnTo>
                  <a:pt x="371" y="270"/>
                </a:lnTo>
                <a:lnTo>
                  <a:pt x="0" y="203"/>
                </a:lnTo>
                <a:lnTo>
                  <a:pt x="180" y="540"/>
                </a:lnTo>
                <a:lnTo>
                  <a:pt x="0" y="866"/>
                </a:lnTo>
                <a:lnTo>
                  <a:pt x="0" y="866"/>
                </a:lnTo>
                <a:lnTo>
                  <a:pt x="371" y="810"/>
                </a:lnTo>
                <a:lnTo>
                  <a:pt x="630" y="1069"/>
                </a:lnTo>
                <a:lnTo>
                  <a:pt x="686" y="698"/>
                </a:lnTo>
                <a:lnTo>
                  <a:pt x="1023" y="540"/>
                </a:lnTo>
                <a:lnTo>
                  <a:pt x="686" y="372"/>
                </a:lnTo>
                <a:lnTo>
                  <a:pt x="63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1" name="Google Shape;2501;p54"/>
          <p:cNvSpPr/>
          <p:nvPr/>
        </p:nvSpPr>
        <p:spPr>
          <a:xfrm>
            <a:off x="4099739" y="4143178"/>
            <a:ext cx="113197" cy="108485"/>
          </a:xfrm>
          <a:custGeom>
            <a:avLst/>
            <a:gdLst/>
            <a:ahLst/>
            <a:cxnLst/>
            <a:rect l="l" t="t" r="r" b="b"/>
            <a:pathLst>
              <a:path w="1057" h="1013" extrusionOk="0">
                <a:moveTo>
                  <a:pt x="203" y="1"/>
                </a:moveTo>
                <a:lnTo>
                  <a:pt x="259" y="372"/>
                </a:lnTo>
                <a:lnTo>
                  <a:pt x="0" y="630"/>
                </a:lnTo>
                <a:lnTo>
                  <a:pt x="360" y="687"/>
                </a:lnTo>
                <a:lnTo>
                  <a:pt x="529" y="1013"/>
                </a:lnTo>
                <a:lnTo>
                  <a:pt x="697" y="687"/>
                </a:lnTo>
                <a:lnTo>
                  <a:pt x="1057" y="630"/>
                </a:lnTo>
                <a:lnTo>
                  <a:pt x="798" y="372"/>
                </a:lnTo>
                <a:lnTo>
                  <a:pt x="855" y="1"/>
                </a:lnTo>
                <a:lnTo>
                  <a:pt x="529" y="181"/>
                </a:lnTo>
                <a:lnTo>
                  <a:pt x="20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2" name="Google Shape;2502;p54"/>
          <p:cNvSpPr/>
          <p:nvPr/>
        </p:nvSpPr>
        <p:spPr>
          <a:xfrm>
            <a:off x="2902369" y="327094"/>
            <a:ext cx="66397" cy="69931"/>
          </a:xfrm>
          <a:custGeom>
            <a:avLst/>
            <a:gdLst/>
            <a:ahLst/>
            <a:cxnLst/>
            <a:rect l="l" t="t" r="r" b="b"/>
            <a:pathLst>
              <a:path w="620" h="653" extrusionOk="0">
                <a:moveTo>
                  <a:pt x="226" y="0"/>
                </a:moveTo>
                <a:lnTo>
                  <a:pt x="203" y="225"/>
                </a:lnTo>
                <a:lnTo>
                  <a:pt x="1" y="337"/>
                </a:lnTo>
                <a:lnTo>
                  <a:pt x="203" y="427"/>
                </a:lnTo>
                <a:lnTo>
                  <a:pt x="248" y="652"/>
                </a:lnTo>
                <a:lnTo>
                  <a:pt x="394" y="483"/>
                </a:lnTo>
                <a:lnTo>
                  <a:pt x="619" y="517"/>
                </a:lnTo>
                <a:lnTo>
                  <a:pt x="619" y="517"/>
                </a:lnTo>
                <a:lnTo>
                  <a:pt x="507" y="326"/>
                </a:lnTo>
                <a:lnTo>
                  <a:pt x="608" y="112"/>
                </a:lnTo>
                <a:lnTo>
                  <a:pt x="608" y="112"/>
                </a:lnTo>
                <a:lnTo>
                  <a:pt x="383" y="157"/>
                </a:lnTo>
                <a:lnTo>
                  <a:pt x="22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3" name="Google Shape;2503;p54"/>
          <p:cNvSpPr/>
          <p:nvPr/>
        </p:nvSpPr>
        <p:spPr>
          <a:xfrm>
            <a:off x="7921568" y="1576684"/>
            <a:ext cx="84389" cy="88030"/>
          </a:xfrm>
          <a:custGeom>
            <a:avLst/>
            <a:gdLst/>
            <a:ahLst/>
            <a:cxnLst/>
            <a:rect l="l" t="t" r="r" b="b"/>
            <a:pathLst>
              <a:path w="788" h="822" extrusionOk="0">
                <a:moveTo>
                  <a:pt x="281" y="1"/>
                </a:moveTo>
                <a:lnTo>
                  <a:pt x="247" y="282"/>
                </a:lnTo>
                <a:lnTo>
                  <a:pt x="0" y="428"/>
                </a:lnTo>
                <a:lnTo>
                  <a:pt x="259" y="540"/>
                </a:lnTo>
                <a:lnTo>
                  <a:pt x="304" y="821"/>
                </a:lnTo>
                <a:lnTo>
                  <a:pt x="506" y="608"/>
                </a:lnTo>
                <a:lnTo>
                  <a:pt x="787" y="653"/>
                </a:lnTo>
                <a:lnTo>
                  <a:pt x="641" y="405"/>
                </a:lnTo>
                <a:lnTo>
                  <a:pt x="765" y="147"/>
                </a:lnTo>
                <a:lnTo>
                  <a:pt x="483" y="203"/>
                </a:lnTo>
                <a:lnTo>
                  <a:pt x="2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4" name="Google Shape;2504;p54"/>
          <p:cNvSpPr/>
          <p:nvPr/>
        </p:nvSpPr>
        <p:spPr>
          <a:xfrm>
            <a:off x="1327150" y="1267738"/>
            <a:ext cx="132473" cy="134937"/>
          </a:xfrm>
          <a:custGeom>
            <a:avLst/>
            <a:gdLst/>
            <a:ahLst/>
            <a:cxnLst/>
            <a:rect l="l" t="t" r="r" b="b"/>
            <a:pathLst>
              <a:path w="1237" h="1260" extrusionOk="0">
                <a:moveTo>
                  <a:pt x="540" y="0"/>
                </a:moveTo>
                <a:lnTo>
                  <a:pt x="416" y="428"/>
                </a:lnTo>
                <a:lnTo>
                  <a:pt x="0" y="574"/>
                </a:lnTo>
                <a:lnTo>
                  <a:pt x="371" y="810"/>
                </a:lnTo>
                <a:lnTo>
                  <a:pt x="371" y="1260"/>
                </a:lnTo>
                <a:lnTo>
                  <a:pt x="720" y="978"/>
                </a:lnTo>
                <a:lnTo>
                  <a:pt x="1147" y="1113"/>
                </a:lnTo>
                <a:lnTo>
                  <a:pt x="1147" y="1113"/>
                </a:lnTo>
                <a:lnTo>
                  <a:pt x="990" y="697"/>
                </a:lnTo>
                <a:lnTo>
                  <a:pt x="1237" y="338"/>
                </a:lnTo>
                <a:lnTo>
                  <a:pt x="1237" y="338"/>
                </a:lnTo>
                <a:lnTo>
                  <a:pt x="799" y="360"/>
                </a:lnTo>
                <a:lnTo>
                  <a:pt x="54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5" name="Google Shape;2505;p54"/>
          <p:cNvSpPr/>
          <p:nvPr/>
        </p:nvSpPr>
        <p:spPr>
          <a:xfrm>
            <a:off x="-1138382" y="1228025"/>
            <a:ext cx="39838" cy="39731"/>
          </a:xfrm>
          <a:custGeom>
            <a:avLst/>
            <a:gdLst/>
            <a:ahLst/>
            <a:cxnLst/>
            <a:rect l="l" t="t" r="r" b="b"/>
            <a:pathLst>
              <a:path w="372" h="371" extrusionOk="0">
                <a:moveTo>
                  <a:pt x="158" y="0"/>
                </a:moveTo>
                <a:lnTo>
                  <a:pt x="124" y="124"/>
                </a:lnTo>
                <a:lnTo>
                  <a:pt x="0" y="169"/>
                </a:lnTo>
                <a:lnTo>
                  <a:pt x="101" y="247"/>
                </a:lnTo>
                <a:lnTo>
                  <a:pt x="101" y="371"/>
                </a:lnTo>
                <a:lnTo>
                  <a:pt x="203" y="292"/>
                </a:lnTo>
                <a:lnTo>
                  <a:pt x="338" y="337"/>
                </a:lnTo>
                <a:lnTo>
                  <a:pt x="293" y="214"/>
                </a:lnTo>
                <a:lnTo>
                  <a:pt x="371" y="112"/>
                </a:lnTo>
                <a:lnTo>
                  <a:pt x="236" y="112"/>
                </a:lnTo>
                <a:lnTo>
                  <a:pt x="158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2584;p56">
            <a:extLst>
              <a:ext uri="{FF2B5EF4-FFF2-40B4-BE49-F238E27FC236}">
                <a16:creationId xmlns:a16="http://schemas.microsoft.com/office/drawing/2014/main" id="{71A0FA0A-A40C-6C5A-EE99-DF52F13BA57A}"/>
              </a:ext>
            </a:extLst>
          </p:cNvPr>
          <p:cNvSpPr/>
          <p:nvPr/>
        </p:nvSpPr>
        <p:spPr>
          <a:xfrm>
            <a:off x="2252945" y="1581816"/>
            <a:ext cx="675000" cy="675000"/>
          </a:xfrm>
          <a:prstGeom prst="ellipse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" name="Google Shape;2589;p56">
            <a:extLst>
              <a:ext uri="{FF2B5EF4-FFF2-40B4-BE49-F238E27FC236}">
                <a16:creationId xmlns:a16="http://schemas.microsoft.com/office/drawing/2014/main" id="{6AE6BBB1-48D6-B4FC-E3CE-FBAD61D451F2}"/>
              </a:ext>
            </a:extLst>
          </p:cNvPr>
          <p:cNvGrpSpPr/>
          <p:nvPr/>
        </p:nvGrpSpPr>
        <p:grpSpPr>
          <a:xfrm>
            <a:off x="2382071" y="1725412"/>
            <a:ext cx="416748" cy="387914"/>
            <a:chOff x="-21322300" y="4077125"/>
            <a:chExt cx="307200" cy="285925"/>
          </a:xfrm>
        </p:grpSpPr>
        <p:sp>
          <p:nvSpPr>
            <p:cNvPr id="8" name="Google Shape;2590;p56">
              <a:extLst>
                <a:ext uri="{FF2B5EF4-FFF2-40B4-BE49-F238E27FC236}">
                  <a16:creationId xmlns:a16="http://schemas.microsoft.com/office/drawing/2014/main" id="{151D794B-EA50-286A-D09D-A956D3AE7894}"/>
                </a:ext>
              </a:extLst>
            </p:cNvPr>
            <p:cNvSpPr/>
            <p:nvPr/>
          </p:nvSpPr>
          <p:spPr>
            <a:xfrm>
              <a:off x="-21177375" y="4077125"/>
              <a:ext cx="17350" cy="52800"/>
            </a:xfrm>
            <a:custGeom>
              <a:avLst/>
              <a:gdLst/>
              <a:ahLst/>
              <a:cxnLst/>
              <a:rect l="l" t="t" r="r" b="b"/>
              <a:pathLst>
                <a:path w="694" h="2112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764"/>
                  </a:lnTo>
                  <a:cubicBezTo>
                    <a:pt x="0" y="1953"/>
                    <a:pt x="158" y="2111"/>
                    <a:pt x="347" y="2111"/>
                  </a:cubicBezTo>
                  <a:cubicBezTo>
                    <a:pt x="536" y="2111"/>
                    <a:pt x="693" y="1953"/>
                    <a:pt x="693" y="1764"/>
                  </a:cubicBez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591;p56">
              <a:extLst>
                <a:ext uri="{FF2B5EF4-FFF2-40B4-BE49-F238E27FC236}">
                  <a16:creationId xmlns:a16="http://schemas.microsoft.com/office/drawing/2014/main" id="{AE69FE00-6878-D929-4141-2EA7D940025F}"/>
                </a:ext>
              </a:extLst>
            </p:cNvPr>
            <p:cNvSpPr/>
            <p:nvPr/>
          </p:nvSpPr>
          <p:spPr>
            <a:xfrm>
              <a:off x="-21279775" y="4117475"/>
              <a:ext cx="46500" cy="44525"/>
            </a:xfrm>
            <a:custGeom>
              <a:avLst/>
              <a:gdLst/>
              <a:ahLst/>
              <a:cxnLst/>
              <a:rect l="l" t="t" r="r" b="b"/>
              <a:pathLst>
                <a:path w="1860" h="1781" extrusionOk="0">
                  <a:moveTo>
                    <a:pt x="410" y="1"/>
                  </a:moveTo>
                  <a:cubicBezTo>
                    <a:pt x="323" y="1"/>
                    <a:pt x="237" y="40"/>
                    <a:pt x="158" y="119"/>
                  </a:cubicBezTo>
                  <a:cubicBezTo>
                    <a:pt x="0" y="276"/>
                    <a:pt x="0" y="466"/>
                    <a:pt x="158" y="623"/>
                  </a:cubicBezTo>
                  <a:lnTo>
                    <a:pt x="1166" y="1663"/>
                  </a:lnTo>
                  <a:cubicBezTo>
                    <a:pt x="1261" y="1741"/>
                    <a:pt x="1355" y="1781"/>
                    <a:pt x="1446" y="1781"/>
                  </a:cubicBezTo>
                  <a:cubicBezTo>
                    <a:pt x="1536" y="1781"/>
                    <a:pt x="1623" y="1741"/>
                    <a:pt x="1702" y="1663"/>
                  </a:cubicBezTo>
                  <a:cubicBezTo>
                    <a:pt x="1859" y="1505"/>
                    <a:pt x="1859" y="1285"/>
                    <a:pt x="1702" y="1127"/>
                  </a:cubicBezTo>
                  <a:lnTo>
                    <a:pt x="662" y="119"/>
                  </a:lnTo>
                  <a:cubicBezTo>
                    <a:pt x="583" y="40"/>
                    <a:pt x="497" y="1"/>
                    <a:pt x="4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592;p56">
              <a:extLst>
                <a:ext uri="{FF2B5EF4-FFF2-40B4-BE49-F238E27FC236}">
                  <a16:creationId xmlns:a16="http://schemas.microsoft.com/office/drawing/2014/main" id="{4C7C5AB6-A5DA-D751-DCED-C72DC1756798}"/>
                </a:ext>
              </a:extLst>
            </p:cNvPr>
            <p:cNvSpPr/>
            <p:nvPr/>
          </p:nvSpPr>
          <p:spPr>
            <a:xfrm>
              <a:off x="-21103350" y="4117475"/>
              <a:ext cx="45700" cy="44525"/>
            </a:xfrm>
            <a:custGeom>
              <a:avLst/>
              <a:gdLst/>
              <a:ahLst/>
              <a:cxnLst/>
              <a:rect l="l" t="t" r="r" b="b"/>
              <a:pathLst>
                <a:path w="1828" h="1781" extrusionOk="0">
                  <a:moveTo>
                    <a:pt x="1418" y="1"/>
                  </a:moveTo>
                  <a:cubicBezTo>
                    <a:pt x="1332" y="1"/>
                    <a:pt x="1245" y="40"/>
                    <a:pt x="1166" y="119"/>
                  </a:cubicBezTo>
                  <a:lnTo>
                    <a:pt x="158" y="1127"/>
                  </a:lnTo>
                  <a:cubicBezTo>
                    <a:pt x="1" y="1285"/>
                    <a:pt x="1" y="1474"/>
                    <a:pt x="158" y="1663"/>
                  </a:cubicBezTo>
                  <a:cubicBezTo>
                    <a:pt x="237" y="1741"/>
                    <a:pt x="331" y="1781"/>
                    <a:pt x="422" y="1781"/>
                  </a:cubicBezTo>
                  <a:cubicBezTo>
                    <a:pt x="513" y="1781"/>
                    <a:pt x="599" y="1741"/>
                    <a:pt x="662" y="1663"/>
                  </a:cubicBezTo>
                  <a:lnTo>
                    <a:pt x="1670" y="623"/>
                  </a:lnTo>
                  <a:cubicBezTo>
                    <a:pt x="1828" y="466"/>
                    <a:pt x="1828" y="276"/>
                    <a:pt x="1670" y="119"/>
                  </a:cubicBezTo>
                  <a:cubicBezTo>
                    <a:pt x="1592" y="40"/>
                    <a:pt x="1505" y="1"/>
                    <a:pt x="14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593;p56">
              <a:extLst>
                <a:ext uri="{FF2B5EF4-FFF2-40B4-BE49-F238E27FC236}">
                  <a16:creationId xmlns:a16="http://schemas.microsoft.com/office/drawing/2014/main" id="{DC8E0410-1A25-253D-ED55-63812BA5EA45}"/>
                </a:ext>
              </a:extLst>
            </p:cNvPr>
            <p:cNvSpPr/>
            <p:nvPr/>
          </p:nvSpPr>
          <p:spPr>
            <a:xfrm>
              <a:off x="-21137225" y="4103750"/>
              <a:ext cx="27600" cy="34975"/>
            </a:xfrm>
            <a:custGeom>
              <a:avLst/>
              <a:gdLst/>
              <a:ahLst/>
              <a:cxnLst/>
              <a:rect l="l" t="t" r="r" b="b"/>
              <a:pathLst>
                <a:path w="1104" h="1399" extrusionOk="0">
                  <a:moveTo>
                    <a:pt x="670" y="1"/>
                  </a:moveTo>
                  <a:cubicBezTo>
                    <a:pt x="536" y="1"/>
                    <a:pt x="417" y="89"/>
                    <a:pt x="347" y="227"/>
                  </a:cubicBezTo>
                  <a:lnTo>
                    <a:pt x="95" y="888"/>
                  </a:lnTo>
                  <a:cubicBezTo>
                    <a:pt x="1" y="1109"/>
                    <a:pt x="127" y="1298"/>
                    <a:pt x="284" y="1361"/>
                  </a:cubicBezTo>
                  <a:cubicBezTo>
                    <a:pt x="335" y="1386"/>
                    <a:pt x="386" y="1398"/>
                    <a:pt x="435" y="1398"/>
                  </a:cubicBezTo>
                  <a:cubicBezTo>
                    <a:pt x="568" y="1398"/>
                    <a:pt x="688" y="1310"/>
                    <a:pt x="757" y="1172"/>
                  </a:cubicBezTo>
                  <a:lnTo>
                    <a:pt x="1041" y="510"/>
                  </a:lnTo>
                  <a:cubicBezTo>
                    <a:pt x="1104" y="321"/>
                    <a:pt x="1041" y="101"/>
                    <a:pt x="820" y="38"/>
                  </a:cubicBezTo>
                  <a:cubicBezTo>
                    <a:pt x="769" y="13"/>
                    <a:pt x="719" y="1"/>
                    <a:pt x="6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594;p56">
              <a:extLst>
                <a:ext uri="{FF2B5EF4-FFF2-40B4-BE49-F238E27FC236}">
                  <a16:creationId xmlns:a16="http://schemas.microsoft.com/office/drawing/2014/main" id="{CF319125-3779-7B82-54A9-AEC5A8367E9F}"/>
                </a:ext>
              </a:extLst>
            </p:cNvPr>
            <p:cNvSpPr/>
            <p:nvPr/>
          </p:nvSpPr>
          <p:spPr>
            <a:xfrm>
              <a:off x="-21227800" y="4103750"/>
              <a:ext cx="27600" cy="34975"/>
            </a:xfrm>
            <a:custGeom>
              <a:avLst/>
              <a:gdLst/>
              <a:ahLst/>
              <a:cxnLst/>
              <a:rect l="l" t="t" r="r" b="b"/>
              <a:pathLst>
                <a:path w="1104" h="1399" extrusionOk="0">
                  <a:moveTo>
                    <a:pt x="434" y="1"/>
                  </a:moveTo>
                  <a:cubicBezTo>
                    <a:pt x="386" y="1"/>
                    <a:pt x="335" y="13"/>
                    <a:pt x="284" y="38"/>
                  </a:cubicBezTo>
                  <a:cubicBezTo>
                    <a:pt x="95" y="101"/>
                    <a:pt x="1" y="321"/>
                    <a:pt x="95" y="510"/>
                  </a:cubicBezTo>
                  <a:lnTo>
                    <a:pt x="347" y="1172"/>
                  </a:lnTo>
                  <a:cubicBezTo>
                    <a:pt x="417" y="1310"/>
                    <a:pt x="536" y="1398"/>
                    <a:pt x="670" y="1398"/>
                  </a:cubicBezTo>
                  <a:cubicBezTo>
                    <a:pt x="719" y="1398"/>
                    <a:pt x="769" y="1386"/>
                    <a:pt x="820" y="1361"/>
                  </a:cubicBezTo>
                  <a:cubicBezTo>
                    <a:pt x="1040" y="1298"/>
                    <a:pt x="1103" y="1109"/>
                    <a:pt x="1040" y="888"/>
                  </a:cubicBezTo>
                  <a:lnTo>
                    <a:pt x="757" y="227"/>
                  </a:lnTo>
                  <a:cubicBezTo>
                    <a:pt x="688" y="89"/>
                    <a:pt x="568" y="1"/>
                    <a:pt x="4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595;p56">
              <a:extLst>
                <a:ext uri="{FF2B5EF4-FFF2-40B4-BE49-F238E27FC236}">
                  <a16:creationId xmlns:a16="http://schemas.microsoft.com/office/drawing/2014/main" id="{F2942306-D3D6-4F2B-CFC4-E75932BC83D6}"/>
                </a:ext>
              </a:extLst>
            </p:cNvPr>
            <p:cNvSpPr/>
            <p:nvPr/>
          </p:nvSpPr>
          <p:spPr>
            <a:xfrm>
              <a:off x="-21319950" y="4219675"/>
              <a:ext cx="53600" cy="18150"/>
            </a:xfrm>
            <a:custGeom>
              <a:avLst/>
              <a:gdLst/>
              <a:ahLst/>
              <a:cxnLst/>
              <a:rect l="l" t="t" r="r" b="b"/>
              <a:pathLst>
                <a:path w="2144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797" y="725"/>
                  </a:lnTo>
                  <a:cubicBezTo>
                    <a:pt x="1986" y="725"/>
                    <a:pt x="2143" y="568"/>
                    <a:pt x="2143" y="347"/>
                  </a:cubicBezTo>
                  <a:cubicBezTo>
                    <a:pt x="2143" y="158"/>
                    <a:pt x="1986" y="1"/>
                    <a:pt x="17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596;p56">
              <a:extLst>
                <a:ext uri="{FF2B5EF4-FFF2-40B4-BE49-F238E27FC236}">
                  <a16:creationId xmlns:a16="http://schemas.microsoft.com/office/drawing/2014/main" id="{8D04EE64-CADD-011B-CF10-5C19EED15EAB}"/>
                </a:ext>
              </a:extLst>
            </p:cNvPr>
            <p:cNvSpPr/>
            <p:nvPr/>
          </p:nvSpPr>
          <p:spPr>
            <a:xfrm>
              <a:off x="-21070275" y="4219675"/>
              <a:ext cx="54375" cy="18150"/>
            </a:xfrm>
            <a:custGeom>
              <a:avLst/>
              <a:gdLst/>
              <a:ahLst/>
              <a:cxnLst/>
              <a:rect l="l" t="t" r="r" b="b"/>
              <a:pathLst>
                <a:path w="2175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828" y="725"/>
                  </a:lnTo>
                  <a:cubicBezTo>
                    <a:pt x="2017" y="725"/>
                    <a:pt x="2175" y="568"/>
                    <a:pt x="2175" y="347"/>
                  </a:cubicBezTo>
                  <a:cubicBezTo>
                    <a:pt x="2175" y="158"/>
                    <a:pt x="2017" y="1"/>
                    <a:pt x="182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597;p56">
              <a:extLst>
                <a:ext uri="{FF2B5EF4-FFF2-40B4-BE49-F238E27FC236}">
                  <a16:creationId xmlns:a16="http://schemas.microsoft.com/office/drawing/2014/main" id="{647FD4AC-FCB0-500A-FF37-EAACD90209D9}"/>
                </a:ext>
              </a:extLst>
            </p:cNvPr>
            <p:cNvSpPr/>
            <p:nvPr/>
          </p:nvSpPr>
          <p:spPr>
            <a:xfrm>
              <a:off x="-21078925" y="4171825"/>
              <a:ext cx="37025" cy="25175"/>
            </a:xfrm>
            <a:custGeom>
              <a:avLst/>
              <a:gdLst/>
              <a:ahLst/>
              <a:cxnLst/>
              <a:rect l="l" t="t" r="r" b="b"/>
              <a:pathLst>
                <a:path w="1481" h="1007" extrusionOk="0">
                  <a:moveTo>
                    <a:pt x="1086" y="1"/>
                  </a:moveTo>
                  <a:cubicBezTo>
                    <a:pt x="1040" y="1"/>
                    <a:pt x="993" y="9"/>
                    <a:pt x="945" y="24"/>
                  </a:cubicBezTo>
                  <a:lnTo>
                    <a:pt x="284" y="308"/>
                  </a:lnTo>
                  <a:cubicBezTo>
                    <a:pt x="63" y="371"/>
                    <a:pt x="0" y="623"/>
                    <a:pt x="63" y="780"/>
                  </a:cubicBezTo>
                  <a:cubicBezTo>
                    <a:pt x="132" y="919"/>
                    <a:pt x="252" y="1006"/>
                    <a:pt x="386" y="1006"/>
                  </a:cubicBezTo>
                  <a:cubicBezTo>
                    <a:pt x="435" y="1006"/>
                    <a:pt x="485" y="995"/>
                    <a:pt x="536" y="969"/>
                  </a:cubicBezTo>
                  <a:lnTo>
                    <a:pt x="1229" y="686"/>
                  </a:lnTo>
                  <a:cubicBezTo>
                    <a:pt x="1418" y="623"/>
                    <a:pt x="1481" y="434"/>
                    <a:pt x="1418" y="213"/>
                  </a:cubicBezTo>
                  <a:cubicBezTo>
                    <a:pt x="1347" y="72"/>
                    <a:pt x="1223" y="1"/>
                    <a:pt x="10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598;p56">
              <a:extLst>
                <a:ext uri="{FF2B5EF4-FFF2-40B4-BE49-F238E27FC236}">
                  <a16:creationId xmlns:a16="http://schemas.microsoft.com/office/drawing/2014/main" id="{D1D24E50-980F-C620-6E6B-41281BE2F449}"/>
                </a:ext>
              </a:extLst>
            </p:cNvPr>
            <p:cNvSpPr/>
            <p:nvPr/>
          </p:nvSpPr>
          <p:spPr>
            <a:xfrm>
              <a:off x="-21294750" y="4172625"/>
              <a:ext cx="37850" cy="25150"/>
            </a:xfrm>
            <a:custGeom>
              <a:avLst/>
              <a:gdLst/>
              <a:ahLst/>
              <a:cxnLst/>
              <a:rect l="l" t="t" r="r" b="b"/>
              <a:pathLst>
                <a:path w="1514" h="1006" extrusionOk="0">
                  <a:moveTo>
                    <a:pt x="414" y="1"/>
                  </a:moveTo>
                  <a:cubicBezTo>
                    <a:pt x="263" y="1"/>
                    <a:pt x="143" y="77"/>
                    <a:pt x="95" y="244"/>
                  </a:cubicBezTo>
                  <a:cubicBezTo>
                    <a:pt x="1" y="402"/>
                    <a:pt x="127" y="622"/>
                    <a:pt x="284" y="717"/>
                  </a:cubicBezTo>
                  <a:lnTo>
                    <a:pt x="946" y="969"/>
                  </a:lnTo>
                  <a:cubicBezTo>
                    <a:pt x="997" y="994"/>
                    <a:pt x="1050" y="1006"/>
                    <a:pt x="1101" y="1006"/>
                  </a:cubicBezTo>
                  <a:cubicBezTo>
                    <a:pt x="1242" y="1006"/>
                    <a:pt x="1372" y="918"/>
                    <a:pt x="1419" y="780"/>
                  </a:cubicBezTo>
                  <a:cubicBezTo>
                    <a:pt x="1513" y="591"/>
                    <a:pt x="1419" y="402"/>
                    <a:pt x="1230" y="307"/>
                  </a:cubicBezTo>
                  <a:lnTo>
                    <a:pt x="568" y="24"/>
                  </a:lnTo>
                  <a:cubicBezTo>
                    <a:pt x="514" y="8"/>
                    <a:pt x="463" y="1"/>
                    <a:pt x="4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599;p56">
              <a:extLst>
                <a:ext uri="{FF2B5EF4-FFF2-40B4-BE49-F238E27FC236}">
                  <a16:creationId xmlns:a16="http://schemas.microsoft.com/office/drawing/2014/main" id="{D420A1AB-C03E-8492-341C-A8EA4739DD01}"/>
                </a:ext>
              </a:extLst>
            </p:cNvPr>
            <p:cNvSpPr/>
            <p:nvPr/>
          </p:nvSpPr>
          <p:spPr>
            <a:xfrm>
              <a:off x="-21321525" y="4328375"/>
              <a:ext cx="306425" cy="34675"/>
            </a:xfrm>
            <a:custGeom>
              <a:avLst/>
              <a:gdLst/>
              <a:ahLst/>
              <a:cxnLst/>
              <a:rect l="l" t="t" r="r" b="b"/>
              <a:pathLst>
                <a:path w="12257" h="1387" extrusionOk="0">
                  <a:moveTo>
                    <a:pt x="1844" y="0"/>
                  </a:moveTo>
                  <a:cubicBezTo>
                    <a:pt x="1403" y="0"/>
                    <a:pt x="962" y="126"/>
                    <a:pt x="568" y="378"/>
                  </a:cubicBezTo>
                  <a:cubicBezTo>
                    <a:pt x="473" y="410"/>
                    <a:pt x="379" y="504"/>
                    <a:pt x="284" y="536"/>
                  </a:cubicBezTo>
                  <a:cubicBezTo>
                    <a:pt x="95" y="630"/>
                    <a:pt x="1" y="819"/>
                    <a:pt x="95" y="1008"/>
                  </a:cubicBezTo>
                  <a:cubicBezTo>
                    <a:pt x="141" y="1147"/>
                    <a:pt x="272" y="1234"/>
                    <a:pt x="413" y="1234"/>
                  </a:cubicBezTo>
                  <a:cubicBezTo>
                    <a:pt x="464" y="1234"/>
                    <a:pt x="517" y="1223"/>
                    <a:pt x="568" y="1197"/>
                  </a:cubicBezTo>
                  <a:cubicBezTo>
                    <a:pt x="725" y="1166"/>
                    <a:pt x="883" y="1103"/>
                    <a:pt x="1009" y="1008"/>
                  </a:cubicBezTo>
                  <a:cubicBezTo>
                    <a:pt x="1261" y="835"/>
                    <a:pt x="1560" y="748"/>
                    <a:pt x="1863" y="748"/>
                  </a:cubicBezTo>
                  <a:cubicBezTo>
                    <a:pt x="2167" y="748"/>
                    <a:pt x="2474" y="835"/>
                    <a:pt x="2742" y="1008"/>
                  </a:cubicBezTo>
                  <a:cubicBezTo>
                    <a:pt x="3135" y="1260"/>
                    <a:pt x="3577" y="1386"/>
                    <a:pt x="4014" y="1386"/>
                  </a:cubicBezTo>
                  <a:cubicBezTo>
                    <a:pt x="4451" y="1386"/>
                    <a:pt x="4884" y="1260"/>
                    <a:pt x="5262" y="1008"/>
                  </a:cubicBezTo>
                  <a:cubicBezTo>
                    <a:pt x="5514" y="835"/>
                    <a:pt x="5813" y="748"/>
                    <a:pt x="6117" y="748"/>
                  </a:cubicBezTo>
                  <a:cubicBezTo>
                    <a:pt x="6420" y="748"/>
                    <a:pt x="6727" y="835"/>
                    <a:pt x="6995" y="1008"/>
                  </a:cubicBezTo>
                  <a:cubicBezTo>
                    <a:pt x="7389" y="1260"/>
                    <a:pt x="7830" y="1386"/>
                    <a:pt x="8267" y="1386"/>
                  </a:cubicBezTo>
                  <a:cubicBezTo>
                    <a:pt x="8704" y="1386"/>
                    <a:pt x="9137" y="1260"/>
                    <a:pt x="9515" y="1008"/>
                  </a:cubicBezTo>
                  <a:cubicBezTo>
                    <a:pt x="9767" y="835"/>
                    <a:pt x="10067" y="748"/>
                    <a:pt x="10374" y="748"/>
                  </a:cubicBezTo>
                  <a:cubicBezTo>
                    <a:pt x="10681" y="748"/>
                    <a:pt x="10996" y="835"/>
                    <a:pt x="11279" y="1008"/>
                  </a:cubicBezTo>
                  <a:cubicBezTo>
                    <a:pt x="11437" y="1103"/>
                    <a:pt x="11563" y="1166"/>
                    <a:pt x="11721" y="1260"/>
                  </a:cubicBezTo>
                  <a:cubicBezTo>
                    <a:pt x="11766" y="1276"/>
                    <a:pt x="11812" y="1284"/>
                    <a:pt x="11857" y="1284"/>
                  </a:cubicBezTo>
                  <a:cubicBezTo>
                    <a:pt x="11996" y="1284"/>
                    <a:pt x="12122" y="1207"/>
                    <a:pt x="12193" y="1040"/>
                  </a:cubicBezTo>
                  <a:cubicBezTo>
                    <a:pt x="12256" y="819"/>
                    <a:pt x="12193" y="567"/>
                    <a:pt x="11973" y="536"/>
                  </a:cubicBezTo>
                  <a:cubicBezTo>
                    <a:pt x="11878" y="504"/>
                    <a:pt x="11784" y="473"/>
                    <a:pt x="11658" y="378"/>
                  </a:cubicBezTo>
                  <a:cubicBezTo>
                    <a:pt x="11264" y="126"/>
                    <a:pt x="10823" y="0"/>
                    <a:pt x="10382" y="0"/>
                  </a:cubicBezTo>
                  <a:cubicBezTo>
                    <a:pt x="9941" y="0"/>
                    <a:pt x="9499" y="126"/>
                    <a:pt x="9106" y="378"/>
                  </a:cubicBezTo>
                  <a:cubicBezTo>
                    <a:pt x="8854" y="552"/>
                    <a:pt x="8546" y="638"/>
                    <a:pt x="8239" y="638"/>
                  </a:cubicBezTo>
                  <a:cubicBezTo>
                    <a:pt x="7932" y="638"/>
                    <a:pt x="7625" y="552"/>
                    <a:pt x="7373" y="378"/>
                  </a:cubicBezTo>
                  <a:cubicBezTo>
                    <a:pt x="6979" y="126"/>
                    <a:pt x="6538" y="0"/>
                    <a:pt x="6101" y="0"/>
                  </a:cubicBezTo>
                  <a:cubicBezTo>
                    <a:pt x="5664" y="0"/>
                    <a:pt x="5231" y="126"/>
                    <a:pt x="4852" y="378"/>
                  </a:cubicBezTo>
                  <a:cubicBezTo>
                    <a:pt x="4600" y="552"/>
                    <a:pt x="4293" y="638"/>
                    <a:pt x="3986" y="638"/>
                  </a:cubicBezTo>
                  <a:cubicBezTo>
                    <a:pt x="3679" y="638"/>
                    <a:pt x="3372" y="552"/>
                    <a:pt x="3120" y="378"/>
                  </a:cubicBezTo>
                  <a:cubicBezTo>
                    <a:pt x="2726" y="126"/>
                    <a:pt x="2285" y="0"/>
                    <a:pt x="18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600;p56">
              <a:extLst>
                <a:ext uri="{FF2B5EF4-FFF2-40B4-BE49-F238E27FC236}">
                  <a16:creationId xmlns:a16="http://schemas.microsoft.com/office/drawing/2014/main" id="{BBC48F70-BE45-3408-A53C-8AD3DBEA66FB}"/>
                </a:ext>
              </a:extLst>
            </p:cNvPr>
            <p:cNvSpPr/>
            <p:nvPr/>
          </p:nvSpPr>
          <p:spPr>
            <a:xfrm>
              <a:off x="-21321525" y="4292150"/>
              <a:ext cx="306425" cy="34675"/>
            </a:xfrm>
            <a:custGeom>
              <a:avLst/>
              <a:gdLst/>
              <a:ahLst/>
              <a:cxnLst/>
              <a:rect l="l" t="t" r="r" b="b"/>
              <a:pathLst>
                <a:path w="12257" h="1387" extrusionOk="0">
                  <a:moveTo>
                    <a:pt x="1844" y="0"/>
                  </a:moveTo>
                  <a:cubicBezTo>
                    <a:pt x="1403" y="0"/>
                    <a:pt x="962" y="126"/>
                    <a:pt x="568" y="378"/>
                  </a:cubicBezTo>
                  <a:cubicBezTo>
                    <a:pt x="473" y="410"/>
                    <a:pt x="379" y="504"/>
                    <a:pt x="284" y="536"/>
                  </a:cubicBezTo>
                  <a:cubicBezTo>
                    <a:pt x="95" y="599"/>
                    <a:pt x="1" y="819"/>
                    <a:pt x="95" y="1008"/>
                  </a:cubicBezTo>
                  <a:cubicBezTo>
                    <a:pt x="141" y="1147"/>
                    <a:pt x="272" y="1234"/>
                    <a:pt x="413" y="1234"/>
                  </a:cubicBezTo>
                  <a:cubicBezTo>
                    <a:pt x="464" y="1234"/>
                    <a:pt x="517" y="1223"/>
                    <a:pt x="568" y="1197"/>
                  </a:cubicBezTo>
                  <a:cubicBezTo>
                    <a:pt x="725" y="1166"/>
                    <a:pt x="883" y="1071"/>
                    <a:pt x="1009" y="1008"/>
                  </a:cubicBezTo>
                  <a:cubicBezTo>
                    <a:pt x="1261" y="835"/>
                    <a:pt x="1560" y="748"/>
                    <a:pt x="1863" y="748"/>
                  </a:cubicBezTo>
                  <a:cubicBezTo>
                    <a:pt x="2167" y="748"/>
                    <a:pt x="2474" y="835"/>
                    <a:pt x="2742" y="1008"/>
                  </a:cubicBezTo>
                  <a:cubicBezTo>
                    <a:pt x="3135" y="1260"/>
                    <a:pt x="3577" y="1386"/>
                    <a:pt x="4014" y="1386"/>
                  </a:cubicBezTo>
                  <a:cubicBezTo>
                    <a:pt x="4451" y="1386"/>
                    <a:pt x="4884" y="1260"/>
                    <a:pt x="5262" y="1008"/>
                  </a:cubicBezTo>
                  <a:cubicBezTo>
                    <a:pt x="5514" y="835"/>
                    <a:pt x="5813" y="748"/>
                    <a:pt x="6117" y="748"/>
                  </a:cubicBezTo>
                  <a:cubicBezTo>
                    <a:pt x="6420" y="748"/>
                    <a:pt x="6727" y="835"/>
                    <a:pt x="6995" y="1008"/>
                  </a:cubicBezTo>
                  <a:cubicBezTo>
                    <a:pt x="7389" y="1260"/>
                    <a:pt x="7830" y="1386"/>
                    <a:pt x="8267" y="1386"/>
                  </a:cubicBezTo>
                  <a:cubicBezTo>
                    <a:pt x="8704" y="1386"/>
                    <a:pt x="9137" y="1260"/>
                    <a:pt x="9515" y="1008"/>
                  </a:cubicBezTo>
                  <a:cubicBezTo>
                    <a:pt x="9767" y="835"/>
                    <a:pt x="10067" y="748"/>
                    <a:pt x="10374" y="748"/>
                  </a:cubicBezTo>
                  <a:cubicBezTo>
                    <a:pt x="10681" y="748"/>
                    <a:pt x="10996" y="835"/>
                    <a:pt x="11279" y="1008"/>
                  </a:cubicBezTo>
                  <a:cubicBezTo>
                    <a:pt x="11437" y="1071"/>
                    <a:pt x="11563" y="1166"/>
                    <a:pt x="11721" y="1229"/>
                  </a:cubicBezTo>
                  <a:cubicBezTo>
                    <a:pt x="11771" y="1254"/>
                    <a:pt x="11822" y="1266"/>
                    <a:pt x="11871" y="1266"/>
                  </a:cubicBezTo>
                  <a:cubicBezTo>
                    <a:pt x="12004" y="1266"/>
                    <a:pt x="12124" y="1178"/>
                    <a:pt x="12193" y="1040"/>
                  </a:cubicBezTo>
                  <a:cubicBezTo>
                    <a:pt x="12256" y="819"/>
                    <a:pt x="12193" y="599"/>
                    <a:pt x="11973" y="536"/>
                  </a:cubicBezTo>
                  <a:cubicBezTo>
                    <a:pt x="11878" y="504"/>
                    <a:pt x="11784" y="441"/>
                    <a:pt x="11658" y="378"/>
                  </a:cubicBezTo>
                  <a:cubicBezTo>
                    <a:pt x="11264" y="126"/>
                    <a:pt x="10823" y="0"/>
                    <a:pt x="10382" y="0"/>
                  </a:cubicBezTo>
                  <a:cubicBezTo>
                    <a:pt x="9941" y="0"/>
                    <a:pt x="9499" y="126"/>
                    <a:pt x="9106" y="378"/>
                  </a:cubicBezTo>
                  <a:cubicBezTo>
                    <a:pt x="8854" y="551"/>
                    <a:pt x="8546" y="638"/>
                    <a:pt x="8239" y="638"/>
                  </a:cubicBezTo>
                  <a:cubicBezTo>
                    <a:pt x="7932" y="638"/>
                    <a:pt x="7625" y="551"/>
                    <a:pt x="7373" y="378"/>
                  </a:cubicBezTo>
                  <a:cubicBezTo>
                    <a:pt x="6979" y="126"/>
                    <a:pt x="6538" y="0"/>
                    <a:pt x="6101" y="0"/>
                  </a:cubicBezTo>
                  <a:cubicBezTo>
                    <a:pt x="5664" y="0"/>
                    <a:pt x="5231" y="126"/>
                    <a:pt x="4852" y="378"/>
                  </a:cubicBezTo>
                  <a:cubicBezTo>
                    <a:pt x="4600" y="551"/>
                    <a:pt x="4293" y="638"/>
                    <a:pt x="3986" y="638"/>
                  </a:cubicBezTo>
                  <a:cubicBezTo>
                    <a:pt x="3679" y="638"/>
                    <a:pt x="3372" y="551"/>
                    <a:pt x="3120" y="378"/>
                  </a:cubicBezTo>
                  <a:cubicBezTo>
                    <a:pt x="2726" y="126"/>
                    <a:pt x="2285" y="0"/>
                    <a:pt x="18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601;p56">
              <a:extLst>
                <a:ext uri="{FF2B5EF4-FFF2-40B4-BE49-F238E27FC236}">
                  <a16:creationId xmlns:a16="http://schemas.microsoft.com/office/drawing/2014/main" id="{43718717-8D7D-7E65-3F16-08EAA5CA7A88}"/>
                </a:ext>
              </a:extLst>
            </p:cNvPr>
            <p:cNvSpPr/>
            <p:nvPr/>
          </p:nvSpPr>
          <p:spPr>
            <a:xfrm>
              <a:off x="-21322300" y="4148000"/>
              <a:ext cx="307200" cy="143375"/>
            </a:xfrm>
            <a:custGeom>
              <a:avLst/>
              <a:gdLst/>
              <a:ahLst/>
              <a:cxnLst/>
              <a:rect l="l" t="t" r="r" b="b"/>
              <a:pathLst>
                <a:path w="12288" h="5735" extrusionOk="0">
                  <a:moveTo>
                    <a:pt x="6175" y="1"/>
                  </a:moveTo>
                  <a:cubicBezTo>
                    <a:pt x="4411" y="1"/>
                    <a:pt x="2962" y="1450"/>
                    <a:pt x="2962" y="3214"/>
                  </a:cubicBezTo>
                  <a:cubicBezTo>
                    <a:pt x="2962" y="3813"/>
                    <a:pt x="3151" y="4380"/>
                    <a:pt x="3434" y="4884"/>
                  </a:cubicBezTo>
                  <a:cubicBezTo>
                    <a:pt x="3308" y="4852"/>
                    <a:pt x="3245" y="4789"/>
                    <a:pt x="3119" y="4726"/>
                  </a:cubicBezTo>
                  <a:cubicBezTo>
                    <a:pt x="2725" y="4474"/>
                    <a:pt x="2284" y="4348"/>
                    <a:pt x="1843" y="4348"/>
                  </a:cubicBezTo>
                  <a:cubicBezTo>
                    <a:pt x="1402" y="4348"/>
                    <a:pt x="961" y="4474"/>
                    <a:pt x="567" y="4726"/>
                  </a:cubicBezTo>
                  <a:cubicBezTo>
                    <a:pt x="473" y="4758"/>
                    <a:pt x="347" y="4852"/>
                    <a:pt x="284" y="4884"/>
                  </a:cubicBezTo>
                  <a:cubicBezTo>
                    <a:pt x="95" y="4947"/>
                    <a:pt x="0" y="5167"/>
                    <a:pt x="95" y="5356"/>
                  </a:cubicBezTo>
                  <a:cubicBezTo>
                    <a:pt x="141" y="5495"/>
                    <a:pt x="255" y="5583"/>
                    <a:pt x="399" y="5583"/>
                  </a:cubicBezTo>
                  <a:cubicBezTo>
                    <a:pt x="451" y="5583"/>
                    <a:pt x="508" y="5571"/>
                    <a:pt x="567" y="5545"/>
                  </a:cubicBezTo>
                  <a:cubicBezTo>
                    <a:pt x="725" y="5514"/>
                    <a:pt x="882" y="5419"/>
                    <a:pt x="977" y="5356"/>
                  </a:cubicBezTo>
                  <a:cubicBezTo>
                    <a:pt x="1245" y="5183"/>
                    <a:pt x="1552" y="5097"/>
                    <a:pt x="1855" y="5097"/>
                  </a:cubicBezTo>
                  <a:cubicBezTo>
                    <a:pt x="2158" y="5097"/>
                    <a:pt x="2458" y="5183"/>
                    <a:pt x="2710" y="5356"/>
                  </a:cubicBezTo>
                  <a:cubicBezTo>
                    <a:pt x="3103" y="5608"/>
                    <a:pt x="3552" y="5735"/>
                    <a:pt x="3993" y="5735"/>
                  </a:cubicBezTo>
                  <a:cubicBezTo>
                    <a:pt x="4435" y="5735"/>
                    <a:pt x="4868" y="5608"/>
                    <a:pt x="5230" y="5356"/>
                  </a:cubicBezTo>
                  <a:cubicBezTo>
                    <a:pt x="5498" y="5183"/>
                    <a:pt x="5805" y="5097"/>
                    <a:pt x="6108" y="5097"/>
                  </a:cubicBezTo>
                  <a:cubicBezTo>
                    <a:pt x="6411" y="5097"/>
                    <a:pt x="6711" y="5183"/>
                    <a:pt x="6963" y="5356"/>
                  </a:cubicBezTo>
                  <a:cubicBezTo>
                    <a:pt x="7341" y="5608"/>
                    <a:pt x="7790" y="5735"/>
                    <a:pt x="8235" y="5735"/>
                  </a:cubicBezTo>
                  <a:cubicBezTo>
                    <a:pt x="8680" y="5735"/>
                    <a:pt x="9121" y="5608"/>
                    <a:pt x="9483" y="5356"/>
                  </a:cubicBezTo>
                  <a:cubicBezTo>
                    <a:pt x="9751" y="5183"/>
                    <a:pt x="10058" y="5097"/>
                    <a:pt x="10369" y="5097"/>
                  </a:cubicBezTo>
                  <a:cubicBezTo>
                    <a:pt x="10680" y="5097"/>
                    <a:pt x="10995" y="5183"/>
                    <a:pt x="11279" y="5356"/>
                  </a:cubicBezTo>
                  <a:cubicBezTo>
                    <a:pt x="11437" y="5419"/>
                    <a:pt x="11531" y="5514"/>
                    <a:pt x="11689" y="5577"/>
                  </a:cubicBezTo>
                  <a:cubicBezTo>
                    <a:pt x="11748" y="5602"/>
                    <a:pt x="11804" y="5614"/>
                    <a:pt x="11857" y="5614"/>
                  </a:cubicBezTo>
                  <a:cubicBezTo>
                    <a:pt x="12001" y="5614"/>
                    <a:pt x="12115" y="5526"/>
                    <a:pt x="12161" y="5388"/>
                  </a:cubicBezTo>
                  <a:cubicBezTo>
                    <a:pt x="12287" y="5167"/>
                    <a:pt x="12224" y="4947"/>
                    <a:pt x="12004" y="4884"/>
                  </a:cubicBezTo>
                  <a:cubicBezTo>
                    <a:pt x="11909" y="4852"/>
                    <a:pt x="11815" y="4789"/>
                    <a:pt x="11689" y="4726"/>
                  </a:cubicBezTo>
                  <a:cubicBezTo>
                    <a:pt x="11295" y="4474"/>
                    <a:pt x="10854" y="4348"/>
                    <a:pt x="10413" y="4348"/>
                  </a:cubicBezTo>
                  <a:cubicBezTo>
                    <a:pt x="9972" y="4348"/>
                    <a:pt x="9530" y="4474"/>
                    <a:pt x="9137" y="4726"/>
                  </a:cubicBezTo>
                  <a:lnTo>
                    <a:pt x="8916" y="4852"/>
                  </a:lnTo>
                  <a:cubicBezTo>
                    <a:pt x="9168" y="4380"/>
                    <a:pt x="9389" y="3781"/>
                    <a:pt x="9389" y="3214"/>
                  </a:cubicBezTo>
                  <a:cubicBezTo>
                    <a:pt x="9389" y="1450"/>
                    <a:pt x="7971" y="1"/>
                    <a:pt x="61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5" name="Google Shape;2445;p53"/>
          <p:cNvSpPr txBox="1">
            <a:spLocks noGrp="1"/>
          </p:cNvSpPr>
          <p:nvPr>
            <p:ph type="title"/>
          </p:nvPr>
        </p:nvSpPr>
        <p:spPr>
          <a:xfrm>
            <a:off x="2235188" y="900061"/>
            <a:ext cx="45639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JUSTIFICACIÓN</a:t>
            </a:r>
            <a:endParaRPr b="0" dirty="0"/>
          </a:p>
        </p:txBody>
      </p:sp>
      <p:sp>
        <p:nvSpPr>
          <p:cNvPr id="2446" name="Google Shape;2446;p53"/>
          <p:cNvSpPr txBox="1">
            <a:spLocks noGrp="1"/>
          </p:cNvSpPr>
          <p:nvPr>
            <p:ph type="subTitle" idx="1"/>
          </p:nvPr>
        </p:nvSpPr>
        <p:spPr>
          <a:xfrm>
            <a:off x="1169180" y="1405344"/>
            <a:ext cx="6805578" cy="79445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La aplicación responde a la necesidad de acceder rápidamente a información climática confiable desde dispositivos móviles.</a:t>
            </a:r>
          </a:p>
        </p:txBody>
      </p:sp>
      <p:grpSp>
        <p:nvGrpSpPr>
          <p:cNvPr id="2447" name="Google Shape;2447;p53"/>
          <p:cNvGrpSpPr/>
          <p:nvPr/>
        </p:nvGrpSpPr>
        <p:grpSpPr>
          <a:xfrm>
            <a:off x="6893775" y="3600256"/>
            <a:ext cx="1944170" cy="1085852"/>
            <a:chOff x="-167550" y="-6"/>
            <a:chExt cx="1944170" cy="1085852"/>
          </a:xfrm>
        </p:grpSpPr>
        <p:sp>
          <p:nvSpPr>
            <p:cNvPr id="2448" name="Google Shape;2448;p53"/>
            <p:cNvSpPr/>
            <p:nvPr/>
          </p:nvSpPr>
          <p:spPr>
            <a:xfrm>
              <a:off x="-167550" y="-6"/>
              <a:ext cx="1944170" cy="1085852"/>
            </a:xfrm>
            <a:custGeom>
              <a:avLst/>
              <a:gdLst/>
              <a:ahLst/>
              <a:cxnLst/>
              <a:rect l="l" t="t" r="r" b="b"/>
              <a:pathLst>
                <a:path w="20900" h="11673" extrusionOk="0">
                  <a:moveTo>
                    <a:pt x="11993" y="0"/>
                  </a:moveTo>
                  <a:cubicBezTo>
                    <a:pt x="9503" y="0"/>
                    <a:pt x="7724" y="2512"/>
                    <a:pt x="7724" y="2512"/>
                  </a:cubicBezTo>
                  <a:cubicBezTo>
                    <a:pt x="7267" y="1937"/>
                    <a:pt x="6152" y="1212"/>
                    <a:pt x="4885" y="1212"/>
                  </a:cubicBezTo>
                  <a:cubicBezTo>
                    <a:pt x="4219" y="1212"/>
                    <a:pt x="3511" y="1412"/>
                    <a:pt x="2833" y="1938"/>
                  </a:cubicBezTo>
                  <a:cubicBezTo>
                    <a:pt x="877" y="3467"/>
                    <a:pt x="1923" y="6604"/>
                    <a:pt x="1923" y="6604"/>
                  </a:cubicBezTo>
                  <a:cubicBezTo>
                    <a:pt x="1923" y="6604"/>
                    <a:pt x="0" y="8313"/>
                    <a:pt x="1574" y="9966"/>
                  </a:cubicBezTo>
                  <a:cubicBezTo>
                    <a:pt x="1962" y="10374"/>
                    <a:pt x="2446" y="10515"/>
                    <a:pt x="2927" y="10515"/>
                  </a:cubicBezTo>
                  <a:cubicBezTo>
                    <a:pt x="3982" y="10515"/>
                    <a:pt x="5025" y="9842"/>
                    <a:pt x="5025" y="9842"/>
                  </a:cubicBezTo>
                  <a:cubicBezTo>
                    <a:pt x="5025" y="9842"/>
                    <a:pt x="6856" y="11673"/>
                    <a:pt x="9356" y="11673"/>
                  </a:cubicBezTo>
                  <a:cubicBezTo>
                    <a:pt x="9661" y="11673"/>
                    <a:pt x="9976" y="11646"/>
                    <a:pt x="10298" y="11584"/>
                  </a:cubicBezTo>
                  <a:cubicBezTo>
                    <a:pt x="13277" y="11011"/>
                    <a:pt x="13840" y="9887"/>
                    <a:pt x="13840" y="9887"/>
                  </a:cubicBezTo>
                  <a:cubicBezTo>
                    <a:pt x="14391" y="10830"/>
                    <a:pt x="15933" y="11503"/>
                    <a:pt x="17424" y="11503"/>
                  </a:cubicBezTo>
                  <a:cubicBezTo>
                    <a:pt x="19097" y="11503"/>
                    <a:pt x="20705" y="10656"/>
                    <a:pt x="20776" y="8392"/>
                  </a:cubicBezTo>
                  <a:cubicBezTo>
                    <a:pt x="20900" y="4119"/>
                    <a:pt x="16369" y="4074"/>
                    <a:pt x="16369" y="4074"/>
                  </a:cubicBezTo>
                  <a:cubicBezTo>
                    <a:pt x="16144" y="3029"/>
                    <a:pt x="15492" y="589"/>
                    <a:pt x="12659" y="61"/>
                  </a:cubicBezTo>
                  <a:cubicBezTo>
                    <a:pt x="12432" y="20"/>
                    <a:pt x="12210" y="0"/>
                    <a:pt x="119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53"/>
            <p:cNvSpPr/>
            <p:nvPr/>
          </p:nvSpPr>
          <p:spPr>
            <a:xfrm>
              <a:off x="21656" y="354684"/>
              <a:ext cx="33581" cy="170882"/>
            </a:xfrm>
            <a:custGeom>
              <a:avLst/>
              <a:gdLst/>
              <a:ahLst/>
              <a:cxnLst/>
              <a:rect l="l" t="t" r="r" b="b"/>
              <a:pathLst>
                <a:path w="361" h="1837" extrusionOk="0">
                  <a:moveTo>
                    <a:pt x="280" y="0"/>
                  </a:moveTo>
                  <a:cubicBezTo>
                    <a:pt x="256" y="0"/>
                    <a:pt x="231" y="12"/>
                    <a:pt x="215" y="37"/>
                  </a:cubicBezTo>
                  <a:cubicBezTo>
                    <a:pt x="46" y="599"/>
                    <a:pt x="1" y="1195"/>
                    <a:pt x="80" y="1779"/>
                  </a:cubicBezTo>
                  <a:cubicBezTo>
                    <a:pt x="84" y="1819"/>
                    <a:pt x="109" y="1836"/>
                    <a:pt x="137" y="1836"/>
                  </a:cubicBezTo>
                  <a:cubicBezTo>
                    <a:pt x="180" y="1836"/>
                    <a:pt x="228" y="1796"/>
                    <a:pt x="215" y="1734"/>
                  </a:cubicBezTo>
                  <a:cubicBezTo>
                    <a:pt x="147" y="1183"/>
                    <a:pt x="192" y="610"/>
                    <a:pt x="361" y="82"/>
                  </a:cubicBezTo>
                  <a:cubicBezTo>
                    <a:pt x="361" y="32"/>
                    <a:pt x="321" y="0"/>
                    <a:pt x="28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53"/>
            <p:cNvSpPr/>
            <p:nvPr/>
          </p:nvSpPr>
          <p:spPr>
            <a:xfrm>
              <a:off x="71794" y="218036"/>
              <a:ext cx="68092" cy="66976"/>
            </a:xfrm>
            <a:custGeom>
              <a:avLst/>
              <a:gdLst/>
              <a:ahLst/>
              <a:cxnLst/>
              <a:rect l="l" t="t" r="r" b="b"/>
              <a:pathLst>
                <a:path w="732" h="720" extrusionOk="0">
                  <a:moveTo>
                    <a:pt x="624" y="1"/>
                  </a:moveTo>
                  <a:cubicBezTo>
                    <a:pt x="612" y="1"/>
                    <a:pt x="600" y="4"/>
                    <a:pt x="586" y="10"/>
                  </a:cubicBezTo>
                  <a:cubicBezTo>
                    <a:pt x="350" y="157"/>
                    <a:pt x="159" y="359"/>
                    <a:pt x="24" y="606"/>
                  </a:cubicBezTo>
                  <a:cubicBezTo>
                    <a:pt x="1" y="668"/>
                    <a:pt x="47" y="720"/>
                    <a:pt x="97" y="720"/>
                  </a:cubicBezTo>
                  <a:cubicBezTo>
                    <a:pt x="119" y="720"/>
                    <a:pt x="142" y="709"/>
                    <a:pt x="159" y="685"/>
                  </a:cubicBezTo>
                  <a:cubicBezTo>
                    <a:pt x="283" y="460"/>
                    <a:pt x="451" y="269"/>
                    <a:pt x="665" y="145"/>
                  </a:cubicBezTo>
                  <a:cubicBezTo>
                    <a:pt x="732" y="97"/>
                    <a:pt x="693" y="1"/>
                    <a:pt x="624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53"/>
            <p:cNvSpPr/>
            <p:nvPr/>
          </p:nvSpPr>
          <p:spPr>
            <a:xfrm>
              <a:off x="211326" y="169200"/>
              <a:ext cx="183626" cy="35069"/>
            </a:xfrm>
            <a:custGeom>
              <a:avLst/>
              <a:gdLst/>
              <a:ahLst/>
              <a:cxnLst/>
              <a:rect l="l" t="t" r="r" b="b"/>
              <a:pathLst>
                <a:path w="1974" h="377" extrusionOk="0">
                  <a:moveTo>
                    <a:pt x="817" y="0"/>
                  </a:moveTo>
                  <a:cubicBezTo>
                    <a:pt x="568" y="0"/>
                    <a:pt x="318" y="36"/>
                    <a:pt x="76" y="108"/>
                  </a:cubicBezTo>
                  <a:cubicBezTo>
                    <a:pt x="1" y="140"/>
                    <a:pt x="28" y="244"/>
                    <a:pt x="98" y="244"/>
                  </a:cubicBezTo>
                  <a:cubicBezTo>
                    <a:pt x="102" y="244"/>
                    <a:pt x="106" y="244"/>
                    <a:pt x="109" y="243"/>
                  </a:cubicBezTo>
                  <a:cubicBezTo>
                    <a:pt x="338" y="176"/>
                    <a:pt x="572" y="143"/>
                    <a:pt x="804" y="143"/>
                  </a:cubicBezTo>
                  <a:cubicBezTo>
                    <a:pt x="1154" y="143"/>
                    <a:pt x="1501" y="218"/>
                    <a:pt x="1818" y="367"/>
                  </a:cubicBezTo>
                  <a:cubicBezTo>
                    <a:pt x="1832" y="374"/>
                    <a:pt x="1845" y="376"/>
                    <a:pt x="1857" y="376"/>
                  </a:cubicBezTo>
                  <a:cubicBezTo>
                    <a:pt x="1928" y="376"/>
                    <a:pt x="1973" y="281"/>
                    <a:pt x="1897" y="243"/>
                  </a:cubicBezTo>
                  <a:cubicBezTo>
                    <a:pt x="1560" y="81"/>
                    <a:pt x="1190" y="0"/>
                    <a:pt x="817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53"/>
            <p:cNvSpPr/>
            <p:nvPr/>
          </p:nvSpPr>
          <p:spPr>
            <a:xfrm>
              <a:off x="444159" y="226315"/>
              <a:ext cx="36372" cy="26139"/>
            </a:xfrm>
            <a:custGeom>
              <a:avLst/>
              <a:gdLst/>
              <a:ahLst/>
              <a:cxnLst/>
              <a:rect l="l" t="t" r="r" b="b"/>
              <a:pathLst>
                <a:path w="391" h="281" extrusionOk="0">
                  <a:moveTo>
                    <a:pt x="102" y="0"/>
                  </a:moveTo>
                  <a:cubicBezTo>
                    <a:pt x="80" y="0"/>
                    <a:pt x="57" y="0"/>
                    <a:pt x="46" y="11"/>
                  </a:cubicBezTo>
                  <a:cubicBezTo>
                    <a:pt x="23" y="23"/>
                    <a:pt x="12" y="34"/>
                    <a:pt x="12" y="56"/>
                  </a:cubicBezTo>
                  <a:cubicBezTo>
                    <a:pt x="1" y="101"/>
                    <a:pt x="23" y="135"/>
                    <a:pt x="57" y="146"/>
                  </a:cubicBezTo>
                  <a:lnTo>
                    <a:pt x="80" y="157"/>
                  </a:lnTo>
                  <a:cubicBezTo>
                    <a:pt x="113" y="180"/>
                    <a:pt x="158" y="191"/>
                    <a:pt x="192" y="225"/>
                  </a:cubicBezTo>
                  <a:lnTo>
                    <a:pt x="226" y="259"/>
                  </a:lnTo>
                  <a:cubicBezTo>
                    <a:pt x="241" y="274"/>
                    <a:pt x="259" y="281"/>
                    <a:pt x="277" y="281"/>
                  </a:cubicBezTo>
                  <a:cubicBezTo>
                    <a:pt x="335" y="281"/>
                    <a:pt x="390" y="207"/>
                    <a:pt x="338" y="146"/>
                  </a:cubicBezTo>
                  <a:cubicBezTo>
                    <a:pt x="271" y="79"/>
                    <a:pt x="192" y="34"/>
                    <a:pt x="102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53"/>
            <p:cNvSpPr/>
            <p:nvPr/>
          </p:nvSpPr>
          <p:spPr>
            <a:xfrm>
              <a:off x="617086" y="168269"/>
              <a:ext cx="74883" cy="73674"/>
            </a:xfrm>
            <a:custGeom>
              <a:avLst/>
              <a:gdLst/>
              <a:ahLst/>
              <a:cxnLst/>
              <a:rect l="l" t="t" r="r" b="b"/>
              <a:pathLst>
                <a:path w="805" h="792" extrusionOk="0">
                  <a:moveTo>
                    <a:pt x="682" y="1"/>
                  </a:moveTo>
                  <a:cubicBezTo>
                    <a:pt x="667" y="1"/>
                    <a:pt x="651" y="6"/>
                    <a:pt x="638" y="17"/>
                  </a:cubicBezTo>
                  <a:lnTo>
                    <a:pt x="53" y="658"/>
                  </a:lnTo>
                  <a:cubicBezTo>
                    <a:pt x="0" y="711"/>
                    <a:pt x="51" y="791"/>
                    <a:pt x="108" y="791"/>
                  </a:cubicBezTo>
                  <a:cubicBezTo>
                    <a:pt x="123" y="791"/>
                    <a:pt x="140" y="785"/>
                    <a:pt x="154" y="770"/>
                  </a:cubicBezTo>
                  <a:lnTo>
                    <a:pt x="750" y="141"/>
                  </a:lnTo>
                  <a:cubicBezTo>
                    <a:pt x="804" y="78"/>
                    <a:pt x="743" y="1"/>
                    <a:pt x="682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53"/>
            <p:cNvSpPr/>
            <p:nvPr/>
          </p:nvSpPr>
          <p:spPr>
            <a:xfrm>
              <a:off x="731037" y="47248"/>
              <a:ext cx="167534" cy="92185"/>
            </a:xfrm>
            <a:custGeom>
              <a:avLst/>
              <a:gdLst/>
              <a:ahLst/>
              <a:cxnLst/>
              <a:rect l="l" t="t" r="r" b="b"/>
              <a:pathLst>
                <a:path w="1801" h="991" extrusionOk="0">
                  <a:moveTo>
                    <a:pt x="1691" y="0"/>
                  </a:moveTo>
                  <a:cubicBezTo>
                    <a:pt x="1685" y="0"/>
                    <a:pt x="1679" y="1"/>
                    <a:pt x="1672" y="3"/>
                  </a:cubicBezTo>
                  <a:cubicBezTo>
                    <a:pt x="1077" y="183"/>
                    <a:pt x="537" y="475"/>
                    <a:pt x="54" y="868"/>
                  </a:cubicBezTo>
                  <a:cubicBezTo>
                    <a:pt x="1" y="912"/>
                    <a:pt x="51" y="990"/>
                    <a:pt x="113" y="990"/>
                  </a:cubicBezTo>
                  <a:cubicBezTo>
                    <a:pt x="130" y="990"/>
                    <a:pt x="149" y="984"/>
                    <a:pt x="166" y="969"/>
                  </a:cubicBezTo>
                  <a:cubicBezTo>
                    <a:pt x="616" y="598"/>
                    <a:pt x="1144" y="317"/>
                    <a:pt x="1706" y="149"/>
                  </a:cubicBezTo>
                  <a:cubicBezTo>
                    <a:pt x="1800" y="128"/>
                    <a:pt x="1768" y="0"/>
                    <a:pt x="1691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53"/>
            <p:cNvSpPr/>
            <p:nvPr/>
          </p:nvSpPr>
          <p:spPr>
            <a:xfrm>
              <a:off x="970196" y="44551"/>
              <a:ext cx="160557" cy="63906"/>
            </a:xfrm>
            <a:custGeom>
              <a:avLst/>
              <a:gdLst/>
              <a:ahLst/>
              <a:cxnLst/>
              <a:rect l="l" t="t" r="r" b="b"/>
              <a:pathLst>
                <a:path w="1726" h="687" extrusionOk="0">
                  <a:moveTo>
                    <a:pt x="368" y="1"/>
                  </a:moveTo>
                  <a:cubicBezTo>
                    <a:pt x="267" y="1"/>
                    <a:pt x="166" y="14"/>
                    <a:pt x="68" y="43"/>
                  </a:cubicBezTo>
                  <a:cubicBezTo>
                    <a:pt x="1" y="77"/>
                    <a:pt x="23" y="178"/>
                    <a:pt x="102" y="178"/>
                  </a:cubicBezTo>
                  <a:cubicBezTo>
                    <a:pt x="192" y="155"/>
                    <a:pt x="283" y="144"/>
                    <a:pt x="374" y="144"/>
                  </a:cubicBezTo>
                  <a:cubicBezTo>
                    <a:pt x="556" y="144"/>
                    <a:pt x="735" y="189"/>
                    <a:pt x="900" y="279"/>
                  </a:cubicBezTo>
                  <a:cubicBezTo>
                    <a:pt x="1024" y="346"/>
                    <a:pt x="1136" y="425"/>
                    <a:pt x="1249" y="504"/>
                  </a:cubicBezTo>
                  <a:cubicBezTo>
                    <a:pt x="1350" y="594"/>
                    <a:pt x="1462" y="650"/>
                    <a:pt x="1597" y="684"/>
                  </a:cubicBezTo>
                  <a:cubicBezTo>
                    <a:pt x="1605" y="685"/>
                    <a:pt x="1611" y="686"/>
                    <a:pt x="1618" y="686"/>
                  </a:cubicBezTo>
                  <a:cubicBezTo>
                    <a:pt x="1703" y="686"/>
                    <a:pt x="1726" y="558"/>
                    <a:pt x="1642" y="538"/>
                  </a:cubicBezTo>
                  <a:cubicBezTo>
                    <a:pt x="1496" y="493"/>
                    <a:pt x="1372" y="425"/>
                    <a:pt x="1260" y="335"/>
                  </a:cubicBezTo>
                  <a:cubicBezTo>
                    <a:pt x="1148" y="245"/>
                    <a:pt x="1013" y="178"/>
                    <a:pt x="878" y="122"/>
                  </a:cubicBezTo>
                  <a:cubicBezTo>
                    <a:pt x="720" y="43"/>
                    <a:pt x="545" y="1"/>
                    <a:pt x="368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53"/>
            <p:cNvSpPr/>
            <p:nvPr/>
          </p:nvSpPr>
          <p:spPr>
            <a:xfrm>
              <a:off x="1183029" y="163153"/>
              <a:ext cx="88278" cy="168464"/>
            </a:xfrm>
            <a:custGeom>
              <a:avLst/>
              <a:gdLst/>
              <a:ahLst/>
              <a:cxnLst/>
              <a:rect l="l" t="t" r="r" b="b"/>
              <a:pathLst>
                <a:path w="949" h="1811" extrusionOk="0">
                  <a:moveTo>
                    <a:pt x="110" y="0"/>
                  </a:moveTo>
                  <a:cubicBezTo>
                    <a:pt x="52" y="0"/>
                    <a:pt x="0" y="77"/>
                    <a:pt x="51" y="128"/>
                  </a:cubicBezTo>
                  <a:cubicBezTo>
                    <a:pt x="265" y="353"/>
                    <a:pt x="434" y="600"/>
                    <a:pt x="557" y="881"/>
                  </a:cubicBezTo>
                  <a:cubicBezTo>
                    <a:pt x="613" y="1016"/>
                    <a:pt x="658" y="1151"/>
                    <a:pt x="692" y="1297"/>
                  </a:cubicBezTo>
                  <a:cubicBezTo>
                    <a:pt x="737" y="1455"/>
                    <a:pt x="737" y="1612"/>
                    <a:pt x="782" y="1758"/>
                  </a:cubicBezTo>
                  <a:cubicBezTo>
                    <a:pt x="796" y="1794"/>
                    <a:pt x="827" y="1811"/>
                    <a:pt x="858" y="1811"/>
                  </a:cubicBezTo>
                  <a:cubicBezTo>
                    <a:pt x="904" y="1811"/>
                    <a:pt x="948" y="1774"/>
                    <a:pt x="928" y="1713"/>
                  </a:cubicBezTo>
                  <a:cubicBezTo>
                    <a:pt x="883" y="1567"/>
                    <a:pt x="883" y="1399"/>
                    <a:pt x="838" y="1241"/>
                  </a:cubicBezTo>
                  <a:cubicBezTo>
                    <a:pt x="805" y="1095"/>
                    <a:pt x="748" y="949"/>
                    <a:pt x="681" y="803"/>
                  </a:cubicBezTo>
                  <a:cubicBezTo>
                    <a:pt x="557" y="510"/>
                    <a:pt x="377" y="252"/>
                    <a:pt x="164" y="27"/>
                  </a:cubicBezTo>
                  <a:cubicBezTo>
                    <a:pt x="147" y="8"/>
                    <a:pt x="128" y="0"/>
                    <a:pt x="11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53"/>
            <p:cNvSpPr/>
            <p:nvPr/>
          </p:nvSpPr>
          <p:spPr>
            <a:xfrm>
              <a:off x="-21134" y="685097"/>
              <a:ext cx="60744" cy="129859"/>
            </a:xfrm>
            <a:custGeom>
              <a:avLst/>
              <a:gdLst/>
              <a:ahLst/>
              <a:cxnLst/>
              <a:rect l="l" t="t" r="r" b="b"/>
              <a:pathLst>
                <a:path w="653" h="1396" extrusionOk="0">
                  <a:moveTo>
                    <a:pt x="570" y="1"/>
                  </a:moveTo>
                  <a:cubicBezTo>
                    <a:pt x="563" y="1"/>
                    <a:pt x="557" y="2"/>
                    <a:pt x="551" y="4"/>
                  </a:cubicBezTo>
                  <a:cubicBezTo>
                    <a:pt x="292" y="127"/>
                    <a:pt x="112" y="375"/>
                    <a:pt x="67" y="667"/>
                  </a:cubicBezTo>
                  <a:cubicBezTo>
                    <a:pt x="34" y="802"/>
                    <a:pt x="11" y="948"/>
                    <a:pt x="11" y="1094"/>
                  </a:cubicBezTo>
                  <a:cubicBezTo>
                    <a:pt x="0" y="1206"/>
                    <a:pt x="56" y="1319"/>
                    <a:pt x="169" y="1386"/>
                  </a:cubicBezTo>
                  <a:cubicBezTo>
                    <a:pt x="180" y="1393"/>
                    <a:pt x="191" y="1395"/>
                    <a:pt x="201" y="1395"/>
                  </a:cubicBezTo>
                  <a:cubicBezTo>
                    <a:pt x="266" y="1395"/>
                    <a:pt x="313" y="1290"/>
                    <a:pt x="236" y="1251"/>
                  </a:cubicBezTo>
                  <a:cubicBezTo>
                    <a:pt x="157" y="1206"/>
                    <a:pt x="157" y="1117"/>
                    <a:pt x="157" y="1038"/>
                  </a:cubicBezTo>
                  <a:cubicBezTo>
                    <a:pt x="169" y="914"/>
                    <a:pt x="191" y="802"/>
                    <a:pt x="214" y="678"/>
                  </a:cubicBezTo>
                  <a:cubicBezTo>
                    <a:pt x="270" y="464"/>
                    <a:pt x="371" y="240"/>
                    <a:pt x="596" y="138"/>
                  </a:cubicBezTo>
                  <a:cubicBezTo>
                    <a:pt x="630" y="127"/>
                    <a:pt x="652" y="93"/>
                    <a:pt x="641" y="49"/>
                  </a:cubicBezTo>
                  <a:cubicBezTo>
                    <a:pt x="632" y="21"/>
                    <a:pt x="600" y="1"/>
                    <a:pt x="570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53"/>
            <p:cNvSpPr/>
            <p:nvPr/>
          </p:nvSpPr>
          <p:spPr>
            <a:xfrm>
              <a:off x="18586" y="874395"/>
              <a:ext cx="59441" cy="44465"/>
            </a:xfrm>
            <a:custGeom>
              <a:avLst/>
              <a:gdLst/>
              <a:ahLst/>
              <a:cxnLst/>
              <a:rect l="l" t="t" r="r" b="b"/>
              <a:pathLst>
                <a:path w="639" h="478" extrusionOk="0">
                  <a:moveTo>
                    <a:pt x="79" y="1"/>
                  </a:moveTo>
                  <a:cubicBezTo>
                    <a:pt x="72" y="1"/>
                    <a:pt x="64" y="1"/>
                    <a:pt x="56" y="3"/>
                  </a:cubicBezTo>
                  <a:cubicBezTo>
                    <a:pt x="23" y="15"/>
                    <a:pt x="0" y="60"/>
                    <a:pt x="0" y="105"/>
                  </a:cubicBezTo>
                  <a:cubicBezTo>
                    <a:pt x="63" y="326"/>
                    <a:pt x="274" y="478"/>
                    <a:pt x="504" y="478"/>
                  </a:cubicBezTo>
                  <a:cubicBezTo>
                    <a:pt x="520" y="478"/>
                    <a:pt x="535" y="477"/>
                    <a:pt x="551" y="476"/>
                  </a:cubicBezTo>
                  <a:cubicBezTo>
                    <a:pt x="554" y="476"/>
                    <a:pt x="557" y="476"/>
                    <a:pt x="560" y="476"/>
                  </a:cubicBezTo>
                  <a:cubicBezTo>
                    <a:pt x="638" y="476"/>
                    <a:pt x="638" y="329"/>
                    <a:pt x="560" y="329"/>
                  </a:cubicBezTo>
                  <a:cubicBezTo>
                    <a:pt x="557" y="329"/>
                    <a:pt x="554" y="329"/>
                    <a:pt x="551" y="329"/>
                  </a:cubicBezTo>
                  <a:lnTo>
                    <a:pt x="529" y="307"/>
                  </a:lnTo>
                  <a:lnTo>
                    <a:pt x="405" y="307"/>
                  </a:lnTo>
                  <a:cubicBezTo>
                    <a:pt x="382" y="307"/>
                    <a:pt x="371" y="307"/>
                    <a:pt x="360" y="296"/>
                  </a:cubicBezTo>
                  <a:lnTo>
                    <a:pt x="349" y="296"/>
                  </a:lnTo>
                  <a:cubicBezTo>
                    <a:pt x="326" y="284"/>
                    <a:pt x="304" y="273"/>
                    <a:pt x="281" y="262"/>
                  </a:cubicBezTo>
                  <a:lnTo>
                    <a:pt x="270" y="251"/>
                  </a:lnTo>
                  <a:lnTo>
                    <a:pt x="236" y="217"/>
                  </a:lnTo>
                  <a:lnTo>
                    <a:pt x="214" y="195"/>
                  </a:lnTo>
                  <a:lnTo>
                    <a:pt x="203" y="183"/>
                  </a:lnTo>
                  <a:cubicBezTo>
                    <a:pt x="180" y="161"/>
                    <a:pt x="169" y="138"/>
                    <a:pt x="158" y="116"/>
                  </a:cubicBezTo>
                  <a:cubicBezTo>
                    <a:pt x="158" y="116"/>
                    <a:pt x="158" y="116"/>
                    <a:pt x="158" y="105"/>
                  </a:cubicBezTo>
                  <a:cubicBezTo>
                    <a:pt x="158" y="105"/>
                    <a:pt x="158" y="105"/>
                    <a:pt x="158" y="93"/>
                  </a:cubicBezTo>
                  <a:lnTo>
                    <a:pt x="146" y="60"/>
                  </a:lnTo>
                  <a:cubicBezTo>
                    <a:pt x="137" y="22"/>
                    <a:pt x="112" y="1"/>
                    <a:pt x="79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53"/>
            <p:cNvSpPr/>
            <p:nvPr/>
          </p:nvSpPr>
          <p:spPr>
            <a:xfrm>
              <a:off x="587691" y="1014951"/>
              <a:ext cx="217394" cy="34511"/>
            </a:xfrm>
            <a:custGeom>
              <a:avLst/>
              <a:gdLst/>
              <a:ahLst/>
              <a:cxnLst/>
              <a:rect l="l" t="t" r="r" b="b"/>
              <a:pathLst>
                <a:path w="2337" h="371" extrusionOk="0">
                  <a:moveTo>
                    <a:pt x="116" y="0"/>
                  </a:moveTo>
                  <a:cubicBezTo>
                    <a:pt x="46" y="0"/>
                    <a:pt x="0" y="96"/>
                    <a:pt x="77" y="134"/>
                  </a:cubicBezTo>
                  <a:cubicBezTo>
                    <a:pt x="372" y="260"/>
                    <a:pt x="676" y="337"/>
                    <a:pt x="1000" y="337"/>
                  </a:cubicBezTo>
                  <a:cubicBezTo>
                    <a:pt x="1022" y="337"/>
                    <a:pt x="1044" y="337"/>
                    <a:pt x="1066" y="336"/>
                  </a:cubicBezTo>
                  <a:cubicBezTo>
                    <a:pt x="1460" y="347"/>
                    <a:pt x="1853" y="359"/>
                    <a:pt x="2247" y="370"/>
                  </a:cubicBezTo>
                  <a:cubicBezTo>
                    <a:pt x="2250" y="370"/>
                    <a:pt x="2253" y="370"/>
                    <a:pt x="2256" y="370"/>
                  </a:cubicBezTo>
                  <a:cubicBezTo>
                    <a:pt x="2336" y="370"/>
                    <a:pt x="2333" y="224"/>
                    <a:pt x="2235" y="224"/>
                  </a:cubicBezTo>
                  <a:lnTo>
                    <a:pt x="1122" y="190"/>
                  </a:lnTo>
                  <a:cubicBezTo>
                    <a:pt x="1098" y="191"/>
                    <a:pt x="1074" y="191"/>
                    <a:pt x="1050" y="191"/>
                  </a:cubicBezTo>
                  <a:cubicBezTo>
                    <a:pt x="738" y="191"/>
                    <a:pt x="437" y="125"/>
                    <a:pt x="156" y="10"/>
                  </a:cubicBezTo>
                  <a:cubicBezTo>
                    <a:pt x="142" y="3"/>
                    <a:pt x="129" y="0"/>
                    <a:pt x="116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53"/>
            <p:cNvSpPr/>
            <p:nvPr/>
          </p:nvSpPr>
          <p:spPr>
            <a:xfrm>
              <a:off x="892802" y="919139"/>
              <a:ext cx="198417" cy="104092"/>
            </a:xfrm>
            <a:custGeom>
              <a:avLst/>
              <a:gdLst/>
              <a:ahLst/>
              <a:cxnLst/>
              <a:rect l="l" t="t" r="r" b="b"/>
              <a:pathLst>
                <a:path w="2133" h="1119" extrusionOk="0">
                  <a:moveTo>
                    <a:pt x="2018" y="1"/>
                  </a:moveTo>
                  <a:cubicBezTo>
                    <a:pt x="2002" y="1"/>
                    <a:pt x="1985" y="6"/>
                    <a:pt x="1968" y="17"/>
                  </a:cubicBezTo>
                  <a:cubicBezTo>
                    <a:pt x="1417" y="467"/>
                    <a:pt x="765" y="804"/>
                    <a:pt x="68" y="973"/>
                  </a:cubicBezTo>
                  <a:cubicBezTo>
                    <a:pt x="1" y="1018"/>
                    <a:pt x="23" y="1119"/>
                    <a:pt x="102" y="1119"/>
                  </a:cubicBezTo>
                  <a:cubicBezTo>
                    <a:pt x="822" y="928"/>
                    <a:pt x="1496" y="590"/>
                    <a:pt x="2070" y="118"/>
                  </a:cubicBezTo>
                  <a:cubicBezTo>
                    <a:pt x="2132" y="74"/>
                    <a:pt x="2081" y="1"/>
                    <a:pt x="2018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53"/>
            <p:cNvSpPr/>
            <p:nvPr/>
          </p:nvSpPr>
          <p:spPr>
            <a:xfrm>
              <a:off x="1388885" y="418590"/>
              <a:ext cx="148185" cy="50232"/>
            </a:xfrm>
            <a:custGeom>
              <a:avLst/>
              <a:gdLst/>
              <a:ahLst/>
              <a:cxnLst/>
              <a:rect l="l" t="t" r="r" b="b"/>
              <a:pathLst>
                <a:path w="1593" h="540" extrusionOk="0">
                  <a:moveTo>
                    <a:pt x="283" y="1"/>
                  </a:moveTo>
                  <a:cubicBezTo>
                    <a:pt x="222" y="1"/>
                    <a:pt x="160" y="5"/>
                    <a:pt x="98" y="13"/>
                  </a:cubicBezTo>
                  <a:cubicBezTo>
                    <a:pt x="1" y="35"/>
                    <a:pt x="38" y="160"/>
                    <a:pt x="121" y="160"/>
                  </a:cubicBezTo>
                  <a:cubicBezTo>
                    <a:pt x="125" y="160"/>
                    <a:pt x="128" y="160"/>
                    <a:pt x="132" y="159"/>
                  </a:cubicBezTo>
                  <a:cubicBezTo>
                    <a:pt x="188" y="151"/>
                    <a:pt x="244" y="147"/>
                    <a:pt x="299" y="147"/>
                  </a:cubicBezTo>
                  <a:cubicBezTo>
                    <a:pt x="708" y="147"/>
                    <a:pt x="1091" y="352"/>
                    <a:pt x="1447" y="530"/>
                  </a:cubicBezTo>
                  <a:cubicBezTo>
                    <a:pt x="1459" y="537"/>
                    <a:pt x="1471" y="540"/>
                    <a:pt x="1482" y="540"/>
                  </a:cubicBezTo>
                  <a:cubicBezTo>
                    <a:pt x="1546" y="540"/>
                    <a:pt x="1593" y="445"/>
                    <a:pt x="1526" y="406"/>
                  </a:cubicBezTo>
                  <a:cubicBezTo>
                    <a:pt x="1131" y="199"/>
                    <a:pt x="719" y="1"/>
                    <a:pt x="283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53"/>
            <p:cNvSpPr/>
            <p:nvPr/>
          </p:nvSpPr>
          <p:spPr>
            <a:xfrm>
              <a:off x="1587207" y="500263"/>
              <a:ext cx="59720" cy="37209"/>
            </a:xfrm>
            <a:custGeom>
              <a:avLst/>
              <a:gdLst/>
              <a:ahLst/>
              <a:cxnLst/>
              <a:rect l="l" t="t" r="r" b="b"/>
              <a:pathLst>
                <a:path w="642" h="400" extrusionOk="0">
                  <a:moveTo>
                    <a:pt x="68" y="1"/>
                  </a:moveTo>
                  <a:cubicBezTo>
                    <a:pt x="35" y="1"/>
                    <a:pt x="1" y="34"/>
                    <a:pt x="1" y="79"/>
                  </a:cubicBezTo>
                  <a:cubicBezTo>
                    <a:pt x="1" y="124"/>
                    <a:pt x="35" y="158"/>
                    <a:pt x="68" y="158"/>
                  </a:cubicBezTo>
                  <a:lnTo>
                    <a:pt x="125" y="158"/>
                  </a:lnTo>
                  <a:lnTo>
                    <a:pt x="192" y="169"/>
                  </a:lnTo>
                  <a:cubicBezTo>
                    <a:pt x="237" y="180"/>
                    <a:pt x="271" y="192"/>
                    <a:pt x="316" y="214"/>
                  </a:cubicBezTo>
                  <a:cubicBezTo>
                    <a:pt x="394" y="248"/>
                    <a:pt x="462" y="304"/>
                    <a:pt x="518" y="383"/>
                  </a:cubicBezTo>
                  <a:cubicBezTo>
                    <a:pt x="529" y="394"/>
                    <a:pt x="546" y="400"/>
                    <a:pt x="564" y="400"/>
                  </a:cubicBezTo>
                  <a:cubicBezTo>
                    <a:pt x="583" y="400"/>
                    <a:pt x="602" y="394"/>
                    <a:pt x="619" y="383"/>
                  </a:cubicBezTo>
                  <a:cubicBezTo>
                    <a:pt x="642" y="349"/>
                    <a:pt x="642" y="304"/>
                    <a:pt x="619" y="270"/>
                  </a:cubicBezTo>
                  <a:cubicBezTo>
                    <a:pt x="484" y="113"/>
                    <a:pt x="282" y="12"/>
                    <a:pt x="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53"/>
            <p:cNvSpPr/>
            <p:nvPr/>
          </p:nvSpPr>
          <p:spPr>
            <a:xfrm>
              <a:off x="1251306" y="951510"/>
              <a:ext cx="224184" cy="71720"/>
            </a:xfrm>
            <a:custGeom>
              <a:avLst/>
              <a:gdLst/>
              <a:ahLst/>
              <a:cxnLst/>
              <a:rect l="l" t="t" r="r" b="b"/>
              <a:pathLst>
                <a:path w="2410" h="771" extrusionOk="0">
                  <a:moveTo>
                    <a:pt x="109" y="0"/>
                  </a:moveTo>
                  <a:cubicBezTo>
                    <a:pt x="44" y="0"/>
                    <a:pt x="0" y="92"/>
                    <a:pt x="59" y="141"/>
                  </a:cubicBezTo>
                  <a:cubicBezTo>
                    <a:pt x="745" y="546"/>
                    <a:pt x="1532" y="760"/>
                    <a:pt x="2330" y="771"/>
                  </a:cubicBezTo>
                  <a:cubicBezTo>
                    <a:pt x="2409" y="760"/>
                    <a:pt x="2409" y="625"/>
                    <a:pt x="2330" y="613"/>
                  </a:cubicBezTo>
                  <a:cubicBezTo>
                    <a:pt x="1555" y="602"/>
                    <a:pt x="801" y="400"/>
                    <a:pt x="138" y="6"/>
                  </a:cubicBezTo>
                  <a:cubicBezTo>
                    <a:pt x="128" y="2"/>
                    <a:pt x="118" y="0"/>
                    <a:pt x="109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53"/>
            <p:cNvSpPr/>
            <p:nvPr/>
          </p:nvSpPr>
          <p:spPr>
            <a:xfrm>
              <a:off x="717177" y="443241"/>
              <a:ext cx="36651" cy="50604"/>
            </a:xfrm>
            <a:custGeom>
              <a:avLst/>
              <a:gdLst/>
              <a:ahLst/>
              <a:cxnLst/>
              <a:rect l="l" t="t" r="r" b="b"/>
              <a:pathLst>
                <a:path w="394" h="544" extrusionOk="0">
                  <a:moveTo>
                    <a:pt x="242" y="1"/>
                  </a:moveTo>
                  <a:cubicBezTo>
                    <a:pt x="217" y="1"/>
                    <a:pt x="191" y="7"/>
                    <a:pt x="169" y="18"/>
                  </a:cubicBezTo>
                  <a:lnTo>
                    <a:pt x="146" y="29"/>
                  </a:lnTo>
                  <a:lnTo>
                    <a:pt x="113" y="29"/>
                  </a:lnTo>
                  <a:cubicBezTo>
                    <a:pt x="68" y="29"/>
                    <a:pt x="34" y="63"/>
                    <a:pt x="34" y="96"/>
                  </a:cubicBezTo>
                  <a:cubicBezTo>
                    <a:pt x="23" y="153"/>
                    <a:pt x="23" y="220"/>
                    <a:pt x="11" y="276"/>
                  </a:cubicBezTo>
                  <a:cubicBezTo>
                    <a:pt x="0" y="321"/>
                    <a:pt x="0" y="366"/>
                    <a:pt x="11" y="411"/>
                  </a:cubicBezTo>
                  <a:cubicBezTo>
                    <a:pt x="23" y="467"/>
                    <a:pt x="56" y="524"/>
                    <a:pt x="113" y="535"/>
                  </a:cubicBezTo>
                  <a:cubicBezTo>
                    <a:pt x="128" y="541"/>
                    <a:pt x="145" y="544"/>
                    <a:pt x="162" y="544"/>
                  </a:cubicBezTo>
                  <a:cubicBezTo>
                    <a:pt x="205" y="544"/>
                    <a:pt x="249" y="526"/>
                    <a:pt x="281" y="501"/>
                  </a:cubicBezTo>
                  <a:cubicBezTo>
                    <a:pt x="326" y="456"/>
                    <a:pt x="349" y="411"/>
                    <a:pt x="360" y="355"/>
                  </a:cubicBezTo>
                  <a:cubicBezTo>
                    <a:pt x="360" y="299"/>
                    <a:pt x="371" y="243"/>
                    <a:pt x="371" y="186"/>
                  </a:cubicBezTo>
                  <a:cubicBezTo>
                    <a:pt x="394" y="119"/>
                    <a:pt x="360" y="63"/>
                    <a:pt x="315" y="18"/>
                  </a:cubicBezTo>
                  <a:cubicBezTo>
                    <a:pt x="293" y="7"/>
                    <a:pt x="267" y="1"/>
                    <a:pt x="242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53"/>
            <p:cNvSpPr/>
            <p:nvPr/>
          </p:nvSpPr>
          <p:spPr>
            <a:xfrm>
              <a:off x="799780" y="446962"/>
              <a:ext cx="29395" cy="46790"/>
            </a:xfrm>
            <a:custGeom>
              <a:avLst/>
              <a:gdLst/>
              <a:ahLst/>
              <a:cxnLst/>
              <a:rect l="l" t="t" r="r" b="b"/>
              <a:pathLst>
                <a:path w="316" h="503" extrusionOk="0">
                  <a:moveTo>
                    <a:pt x="135" y="0"/>
                  </a:moveTo>
                  <a:cubicBezTo>
                    <a:pt x="102" y="0"/>
                    <a:pt x="79" y="23"/>
                    <a:pt x="68" y="45"/>
                  </a:cubicBezTo>
                  <a:cubicBezTo>
                    <a:pt x="34" y="101"/>
                    <a:pt x="23" y="158"/>
                    <a:pt x="12" y="225"/>
                  </a:cubicBezTo>
                  <a:cubicBezTo>
                    <a:pt x="0" y="281"/>
                    <a:pt x="0" y="349"/>
                    <a:pt x="12" y="416"/>
                  </a:cubicBezTo>
                  <a:cubicBezTo>
                    <a:pt x="23" y="427"/>
                    <a:pt x="34" y="450"/>
                    <a:pt x="45" y="461"/>
                  </a:cubicBezTo>
                  <a:lnTo>
                    <a:pt x="57" y="461"/>
                  </a:lnTo>
                  <a:cubicBezTo>
                    <a:pt x="68" y="472"/>
                    <a:pt x="68" y="484"/>
                    <a:pt x="79" y="484"/>
                  </a:cubicBezTo>
                  <a:cubicBezTo>
                    <a:pt x="99" y="497"/>
                    <a:pt x="122" y="502"/>
                    <a:pt x="145" y="502"/>
                  </a:cubicBezTo>
                  <a:cubicBezTo>
                    <a:pt x="162" y="502"/>
                    <a:pt x="178" y="500"/>
                    <a:pt x="191" y="495"/>
                  </a:cubicBezTo>
                  <a:cubicBezTo>
                    <a:pt x="259" y="472"/>
                    <a:pt x="304" y="405"/>
                    <a:pt x="304" y="326"/>
                  </a:cubicBezTo>
                  <a:cubicBezTo>
                    <a:pt x="304" y="315"/>
                    <a:pt x="304" y="304"/>
                    <a:pt x="304" y="293"/>
                  </a:cubicBezTo>
                  <a:cubicBezTo>
                    <a:pt x="304" y="259"/>
                    <a:pt x="304" y="214"/>
                    <a:pt x="304" y="180"/>
                  </a:cubicBezTo>
                  <a:cubicBezTo>
                    <a:pt x="315" y="135"/>
                    <a:pt x="293" y="90"/>
                    <a:pt x="259" y="79"/>
                  </a:cubicBezTo>
                  <a:lnTo>
                    <a:pt x="225" y="79"/>
                  </a:lnTo>
                  <a:lnTo>
                    <a:pt x="214" y="68"/>
                  </a:lnTo>
                  <a:lnTo>
                    <a:pt x="191" y="56"/>
                  </a:lnTo>
                  <a:cubicBezTo>
                    <a:pt x="191" y="45"/>
                    <a:pt x="191" y="45"/>
                    <a:pt x="191" y="45"/>
                  </a:cubicBezTo>
                  <a:cubicBezTo>
                    <a:pt x="180" y="23"/>
                    <a:pt x="158" y="11"/>
                    <a:pt x="135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53"/>
            <p:cNvSpPr/>
            <p:nvPr/>
          </p:nvSpPr>
          <p:spPr>
            <a:xfrm>
              <a:off x="714014" y="560913"/>
              <a:ext cx="117208" cy="75627"/>
            </a:xfrm>
            <a:custGeom>
              <a:avLst/>
              <a:gdLst/>
              <a:ahLst/>
              <a:cxnLst/>
              <a:rect l="l" t="t" r="r" b="b"/>
              <a:pathLst>
                <a:path w="1260" h="813" extrusionOk="0">
                  <a:moveTo>
                    <a:pt x="1181" y="1"/>
                  </a:moveTo>
                  <a:cubicBezTo>
                    <a:pt x="1136" y="1"/>
                    <a:pt x="1102" y="34"/>
                    <a:pt x="1102" y="68"/>
                  </a:cubicBezTo>
                  <a:cubicBezTo>
                    <a:pt x="1102" y="237"/>
                    <a:pt x="1057" y="383"/>
                    <a:pt x="967" y="518"/>
                  </a:cubicBezTo>
                  <a:cubicBezTo>
                    <a:pt x="877" y="619"/>
                    <a:pt x="754" y="664"/>
                    <a:pt x="619" y="664"/>
                  </a:cubicBezTo>
                  <a:cubicBezTo>
                    <a:pt x="327" y="641"/>
                    <a:pt x="158" y="349"/>
                    <a:pt x="169" y="79"/>
                  </a:cubicBezTo>
                  <a:cubicBezTo>
                    <a:pt x="175" y="29"/>
                    <a:pt x="141" y="3"/>
                    <a:pt x="104" y="3"/>
                  </a:cubicBezTo>
                  <a:cubicBezTo>
                    <a:pt x="68" y="3"/>
                    <a:pt x="29" y="29"/>
                    <a:pt x="23" y="79"/>
                  </a:cubicBezTo>
                  <a:cubicBezTo>
                    <a:pt x="0" y="360"/>
                    <a:pt x="147" y="619"/>
                    <a:pt x="394" y="754"/>
                  </a:cubicBezTo>
                  <a:cubicBezTo>
                    <a:pt x="473" y="793"/>
                    <a:pt x="558" y="812"/>
                    <a:pt x="642" y="812"/>
                  </a:cubicBezTo>
                  <a:cubicBezTo>
                    <a:pt x="822" y="812"/>
                    <a:pt x="999" y="727"/>
                    <a:pt x="1113" y="574"/>
                  </a:cubicBezTo>
                  <a:cubicBezTo>
                    <a:pt x="1203" y="417"/>
                    <a:pt x="1248" y="248"/>
                    <a:pt x="1260" y="79"/>
                  </a:cubicBezTo>
                  <a:cubicBezTo>
                    <a:pt x="1260" y="34"/>
                    <a:pt x="1226" y="1"/>
                    <a:pt x="1181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67" name="Google Shape;2467;p53"/>
          <p:cNvSpPr/>
          <p:nvPr/>
        </p:nvSpPr>
        <p:spPr>
          <a:xfrm flipH="1">
            <a:off x="2006981" y="4179561"/>
            <a:ext cx="109663" cy="114482"/>
          </a:xfrm>
          <a:custGeom>
            <a:avLst/>
            <a:gdLst/>
            <a:ahLst/>
            <a:cxnLst/>
            <a:rect l="l" t="t" r="r" b="b"/>
            <a:pathLst>
              <a:path w="1024" h="1069" extrusionOk="0">
                <a:moveTo>
                  <a:pt x="630" y="1"/>
                </a:moveTo>
                <a:lnTo>
                  <a:pt x="371" y="270"/>
                </a:lnTo>
                <a:lnTo>
                  <a:pt x="0" y="203"/>
                </a:lnTo>
                <a:lnTo>
                  <a:pt x="180" y="540"/>
                </a:lnTo>
                <a:lnTo>
                  <a:pt x="0" y="866"/>
                </a:lnTo>
                <a:lnTo>
                  <a:pt x="0" y="866"/>
                </a:lnTo>
                <a:lnTo>
                  <a:pt x="371" y="810"/>
                </a:lnTo>
                <a:lnTo>
                  <a:pt x="630" y="1069"/>
                </a:lnTo>
                <a:lnTo>
                  <a:pt x="686" y="698"/>
                </a:lnTo>
                <a:lnTo>
                  <a:pt x="1023" y="540"/>
                </a:lnTo>
                <a:lnTo>
                  <a:pt x="686" y="372"/>
                </a:lnTo>
                <a:lnTo>
                  <a:pt x="63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8" name="Google Shape;2468;p53"/>
          <p:cNvSpPr/>
          <p:nvPr/>
        </p:nvSpPr>
        <p:spPr>
          <a:xfrm flipH="1">
            <a:off x="7685830" y="3331091"/>
            <a:ext cx="113197" cy="108485"/>
          </a:xfrm>
          <a:custGeom>
            <a:avLst/>
            <a:gdLst/>
            <a:ahLst/>
            <a:cxnLst/>
            <a:rect l="l" t="t" r="r" b="b"/>
            <a:pathLst>
              <a:path w="1057" h="1013" extrusionOk="0">
                <a:moveTo>
                  <a:pt x="203" y="1"/>
                </a:moveTo>
                <a:lnTo>
                  <a:pt x="259" y="372"/>
                </a:lnTo>
                <a:lnTo>
                  <a:pt x="0" y="630"/>
                </a:lnTo>
                <a:lnTo>
                  <a:pt x="360" y="687"/>
                </a:lnTo>
                <a:lnTo>
                  <a:pt x="529" y="1013"/>
                </a:lnTo>
                <a:lnTo>
                  <a:pt x="697" y="687"/>
                </a:lnTo>
                <a:lnTo>
                  <a:pt x="1057" y="630"/>
                </a:lnTo>
                <a:lnTo>
                  <a:pt x="798" y="372"/>
                </a:lnTo>
                <a:lnTo>
                  <a:pt x="855" y="1"/>
                </a:lnTo>
                <a:lnTo>
                  <a:pt x="529" y="181"/>
                </a:lnTo>
                <a:lnTo>
                  <a:pt x="20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9" name="Google Shape;2469;p53"/>
          <p:cNvSpPr/>
          <p:nvPr/>
        </p:nvSpPr>
        <p:spPr>
          <a:xfrm flipH="1">
            <a:off x="887559" y="2527734"/>
            <a:ext cx="84389" cy="88030"/>
          </a:xfrm>
          <a:custGeom>
            <a:avLst/>
            <a:gdLst/>
            <a:ahLst/>
            <a:cxnLst/>
            <a:rect l="l" t="t" r="r" b="b"/>
            <a:pathLst>
              <a:path w="788" h="822" extrusionOk="0">
                <a:moveTo>
                  <a:pt x="281" y="1"/>
                </a:moveTo>
                <a:lnTo>
                  <a:pt x="247" y="282"/>
                </a:lnTo>
                <a:lnTo>
                  <a:pt x="0" y="428"/>
                </a:lnTo>
                <a:lnTo>
                  <a:pt x="259" y="540"/>
                </a:lnTo>
                <a:lnTo>
                  <a:pt x="304" y="821"/>
                </a:lnTo>
                <a:lnTo>
                  <a:pt x="506" y="608"/>
                </a:lnTo>
                <a:lnTo>
                  <a:pt x="787" y="653"/>
                </a:lnTo>
                <a:lnTo>
                  <a:pt x="641" y="405"/>
                </a:lnTo>
                <a:lnTo>
                  <a:pt x="765" y="147"/>
                </a:lnTo>
                <a:lnTo>
                  <a:pt x="483" y="203"/>
                </a:lnTo>
                <a:lnTo>
                  <a:pt x="2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0" name="Google Shape;2470;p53"/>
          <p:cNvSpPr/>
          <p:nvPr/>
        </p:nvSpPr>
        <p:spPr>
          <a:xfrm flipH="1">
            <a:off x="5526130" y="4473576"/>
            <a:ext cx="132473" cy="134937"/>
          </a:xfrm>
          <a:custGeom>
            <a:avLst/>
            <a:gdLst/>
            <a:ahLst/>
            <a:cxnLst/>
            <a:rect l="l" t="t" r="r" b="b"/>
            <a:pathLst>
              <a:path w="1237" h="1260" extrusionOk="0">
                <a:moveTo>
                  <a:pt x="540" y="0"/>
                </a:moveTo>
                <a:lnTo>
                  <a:pt x="416" y="428"/>
                </a:lnTo>
                <a:lnTo>
                  <a:pt x="0" y="574"/>
                </a:lnTo>
                <a:lnTo>
                  <a:pt x="371" y="810"/>
                </a:lnTo>
                <a:lnTo>
                  <a:pt x="371" y="1260"/>
                </a:lnTo>
                <a:lnTo>
                  <a:pt x="720" y="978"/>
                </a:lnTo>
                <a:lnTo>
                  <a:pt x="1147" y="1113"/>
                </a:lnTo>
                <a:lnTo>
                  <a:pt x="1147" y="1113"/>
                </a:lnTo>
                <a:lnTo>
                  <a:pt x="990" y="697"/>
                </a:lnTo>
                <a:lnTo>
                  <a:pt x="1237" y="338"/>
                </a:lnTo>
                <a:lnTo>
                  <a:pt x="1237" y="338"/>
                </a:lnTo>
                <a:lnTo>
                  <a:pt x="799" y="360"/>
                </a:lnTo>
                <a:lnTo>
                  <a:pt x="54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1" name="Google Shape;2471;p53"/>
          <p:cNvSpPr/>
          <p:nvPr/>
        </p:nvSpPr>
        <p:spPr>
          <a:xfrm flipH="1">
            <a:off x="8394577" y="2148669"/>
            <a:ext cx="68646" cy="71109"/>
          </a:xfrm>
          <a:custGeom>
            <a:avLst/>
            <a:gdLst/>
            <a:ahLst/>
            <a:cxnLst/>
            <a:rect l="l" t="t" r="r" b="b"/>
            <a:pathLst>
              <a:path w="641" h="664" extrusionOk="0">
                <a:moveTo>
                  <a:pt x="225" y="1"/>
                </a:moveTo>
                <a:lnTo>
                  <a:pt x="202" y="225"/>
                </a:lnTo>
                <a:lnTo>
                  <a:pt x="0" y="338"/>
                </a:lnTo>
                <a:lnTo>
                  <a:pt x="214" y="439"/>
                </a:lnTo>
                <a:lnTo>
                  <a:pt x="259" y="664"/>
                </a:lnTo>
                <a:lnTo>
                  <a:pt x="416" y="484"/>
                </a:lnTo>
                <a:lnTo>
                  <a:pt x="641" y="518"/>
                </a:lnTo>
                <a:lnTo>
                  <a:pt x="529" y="315"/>
                </a:lnTo>
                <a:lnTo>
                  <a:pt x="630" y="102"/>
                </a:lnTo>
                <a:lnTo>
                  <a:pt x="394" y="158"/>
                </a:lnTo>
                <a:lnTo>
                  <a:pt x="22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E8AE1FA-842D-8922-44BD-7E8EE989F564}"/>
              </a:ext>
            </a:extLst>
          </p:cNvPr>
          <p:cNvSpPr txBox="1"/>
          <p:nvPr/>
        </p:nvSpPr>
        <p:spPr>
          <a:xfrm>
            <a:off x="2048047" y="2338429"/>
            <a:ext cx="50517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6D70"/>
              </a:buClr>
              <a:buSzPts val="2500"/>
              <a:buFontTx/>
              <a:buChar char="-"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3D6D70"/>
                </a:solidFill>
                <a:effectLst/>
                <a:uLnTx/>
                <a:uFillTx/>
                <a:latin typeface="Syne"/>
                <a:sym typeface="Syne"/>
              </a:rPr>
              <a:t>Beneficia directamente a los usuarios que requieren conocer el clima para planificar actividades diarias.</a:t>
            </a:r>
          </a:p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6D70"/>
              </a:buClr>
              <a:buSzPts val="2500"/>
              <a:tabLst/>
              <a:defRPr/>
            </a:pPr>
            <a:endParaRPr kumimoji="0" lang="es-MX" sz="1600" b="0" i="0" u="none" strike="noStrike" kern="0" cap="none" spc="0" normalizeH="0" baseline="0" noProof="0" dirty="0">
              <a:ln>
                <a:noFill/>
              </a:ln>
              <a:solidFill>
                <a:srgbClr val="3D6D70"/>
              </a:solidFill>
              <a:effectLst/>
              <a:uLnTx/>
              <a:uFillTx/>
              <a:latin typeface="Syne"/>
              <a:sym typeface="Syne"/>
            </a:endParaRP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6D70"/>
              </a:buClr>
              <a:buSzPts val="2500"/>
              <a:buFontTx/>
              <a:buChar char="-"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3D6D70"/>
                </a:solidFill>
                <a:effectLst/>
                <a:uLnTx/>
                <a:uFillTx/>
                <a:latin typeface="Syne"/>
                <a:sym typeface="Syne"/>
              </a:rPr>
              <a:t>De forma indirecta, aporta al uso eficiente de la tecnología móvil en la vida cotidiana.</a:t>
            </a:r>
          </a:p>
        </p:txBody>
      </p:sp>
      <p:grpSp>
        <p:nvGrpSpPr>
          <p:cNvPr id="8" name="Google Shape;2540;p55">
            <a:extLst>
              <a:ext uri="{FF2B5EF4-FFF2-40B4-BE49-F238E27FC236}">
                <a16:creationId xmlns:a16="http://schemas.microsoft.com/office/drawing/2014/main" id="{D711367F-7F6B-5840-F35A-5C120BCC91F7}"/>
              </a:ext>
            </a:extLst>
          </p:cNvPr>
          <p:cNvGrpSpPr/>
          <p:nvPr/>
        </p:nvGrpSpPr>
        <p:grpSpPr>
          <a:xfrm>
            <a:off x="453963" y="48306"/>
            <a:ext cx="2230118" cy="1149482"/>
            <a:chOff x="-52625" y="696244"/>
            <a:chExt cx="2230118" cy="1149482"/>
          </a:xfrm>
        </p:grpSpPr>
        <p:grpSp>
          <p:nvGrpSpPr>
            <p:cNvPr id="9" name="Google Shape;2541;p55">
              <a:extLst>
                <a:ext uri="{FF2B5EF4-FFF2-40B4-BE49-F238E27FC236}">
                  <a16:creationId xmlns:a16="http://schemas.microsoft.com/office/drawing/2014/main" id="{1862475B-9B94-E9F3-71CB-42B2F82F5208}"/>
                </a:ext>
              </a:extLst>
            </p:cNvPr>
            <p:cNvGrpSpPr/>
            <p:nvPr/>
          </p:nvGrpSpPr>
          <p:grpSpPr>
            <a:xfrm>
              <a:off x="-52625" y="696244"/>
              <a:ext cx="1944170" cy="1085852"/>
              <a:chOff x="-167550" y="-6"/>
              <a:chExt cx="1944170" cy="1085852"/>
            </a:xfrm>
          </p:grpSpPr>
          <p:sp>
            <p:nvSpPr>
              <p:cNvPr id="14" name="Google Shape;2542;p55">
                <a:extLst>
                  <a:ext uri="{FF2B5EF4-FFF2-40B4-BE49-F238E27FC236}">
                    <a16:creationId xmlns:a16="http://schemas.microsoft.com/office/drawing/2014/main" id="{5E3803C9-8503-AF28-9CC1-BA6C6FC3547C}"/>
                  </a:ext>
                </a:extLst>
              </p:cNvPr>
              <p:cNvSpPr/>
              <p:nvPr/>
            </p:nvSpPr>
            <p:spPr>
              <a:xfrm>
                <a:off x="-167550" y="-6"/>
                <a:ext cx="1944170" cy="1085852"/>
              </a:xfrm>
              <a:custGeom>
                <a:avLst/>
                <a:gdLst/>
                <a:ahLst/>
                <a:cxnLst/>
                <a:rect l="l" t="t" r="r" b="b"/>
                <a:pathLst>
                  <a:path w="20900" h="11673" extrusionOk="0">
                    <a:moveTo>
                      <a:pt x="11993" y="0"/>
                    </a:moveTo>
                    <a:cubicBezTo>
                      <a:pt x="9503" y="0"/>
                      <a:pt x="7724" y="2512"/>
                      <a:pt x="7724" y="2512"/>
                    </a:cubicBezTo>
                    <a:cubicBezTo>
                      <a:pt x="7267" y="1937"/>
                      <a:pt x="6152" y="1212"/>
                      <a:pt x="4885" y="1212"/>
                    </a:cubicBezTo>
                    <a:cubicBezTo>
                      <a:pt x="4219" y="1212"/>
                      <a:pt x="3511" y="1412"/>
                      <a:pt x="2833" y="1938"/>
                    </a:cubicBezTo>
                    <a:cubicBezTo>
                      <a:pt x="877" y="3467"/>
                      <a:pt x="1923" y="6604"/>
                      <a:pt x="1923" y="6604"/>
                    </a:cubicBezTo>
                    <a:cubicBezTo>
                      <a:pt x="1923" y="6604"/>
                      <a:pt x="0" y="8313"/>
                      <a:pt x="1574" y="9966"/>
                    </a:cubicBezTo>
                    <a:cubicBezTo>
                      <a:pt x="1962" y="10374"/>
                      <a:pt x="2446" y="10515"/>
                      <a:pt x="2927" y="10515"/>
                    </a:cubicBezTo>
                    <a:cubicBezTo>
                      <a:pt x="3982" y="10515"/>
                      <a:pt x="5025" y="9842"/>
                      <a:pt x="5025" y="9842"/>
                    </a:cubicBezTo>
                    <a:cubicBezTo>
                      <a:pt x="5025" y="9842"/>
                      <a:pt x="6856" y="11673"/>
                      <a:pt x="9356" y="11673"/>
                    </a:cubicBezTo>
                    <a:cubicBezTo>
                      <a:pt x="9661" y="11673"/>
                      <a:pt x="9976" y="11646"/>
                      <a:pt x="10298" y="11584"/>
                    </a:cubicBezTo>
                    <a:cubicBezTo>
                      <a:pt x="13277" y="11011"/>
                      <a:pt x="13840" y="9887"/>
                      <a:pt x="13840" y="9887"/>
                    </a:cubicBezTo>
                    <a:cubicBezTo>
                      <a:pt x="14391" y="10830"/>
                      <a:pt x="15933" y="11503"/>
                      <a:pt x="17424" y="11503"/>
                    </a:cubicBezTo>
                    <a:cubicBezTo>
                      <a:pt x="19097" y="11503"/>
                      <a:pt x="20705" y="10656"/>
                      <a:pt x="20776" y="8392"/>
                    </a:cubicBezTo>
                    <a:cubicBezTo>
                      <a:pt x="20900" y="4119"/>
                      <a:pt x="16369" y="4074"/>
                      <a:pt x="16369" y="4074"/>
                    </a:cubicBezTo>
                    <a:cubicBezTo>
                      <a:pt x="16144" y="3029"/>
                      <a:pt x="15492" y="589"/>
                      <a:pt x="12659" y="61"/>
                    </a:cubicBezTo>
                    <a:cubicBezTo>
                      <a:pt x="12432" y="20"/>
                      <a:pt x="12210" y="0"/>
                      <a:pt x="1199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2543;p55">
                <a:extLst>
                  <a:ext uri="{FF2B5EF4-FFF2-40B4-BE49-F238E27FC236}">
                    <a16:creationId xmlns:a16="http://schemas.microsoft.com/office/drawing/2014/main" id="{0ED60E27-8849-F090-60C2-8663FFD95488}"/>
                  </a:ext>
                </a:extLst>
              </p:cNvPr>
              <p:cNvSpPr/>
              <p:nvPr/>
            </p:nvSpPr>
            <p:spPr>
              <a:xfrm>
                <a:off x="21656" y="354684"/>
                <a:ext cx="33581" cy="170882"/>
              </a:xfrm>
              <a:custGeom>
                <a:avLst/>
                <a:gdLst/>
                <a:ahLst/>
                <a:cxnLst/>
                <a:rect l="l" t="t" r="r" b="b"/>
                <a:pathLst>
                  <a:path w="361" h="1837" extrusionOk="0">
                    <a:moveTo>
                      <a:pt x="280" y="0"/>
                    </a:moveTo>
                    <a:cubicBezTo>
                      <a:pt x="256" y="0"/>
                      <a:pt x="231" y="12"/>
                      <a:pt x="215" y="37"/>
                    </a:cubicBezTo>
                    <a:cubicBezTo>
                      <a:pt x="46" y="599"/>
                      <a:pt x="1" y="1195"/>
                      <a:pt x="80" y="1779"/>
                    </a:cubicBezTo>
                    <a:cubicBezTo>
                      <a:pt x="84" y="1819"/>
                      <a:pt x="109" y="1836"/>
                      <a:pt x="137" y="1836"/>
                    </a:cubicBezTo>
                    <a:cubicBezTo>
                      <a:pt x="180" y="1836"/>
                      <a:pt x="228" y="1796"/>
                      <a:pt x="215" y="1734"/>
                    </a:cubicBezTo>
                    <a:cubicBezTo>
                      <a:pt x="147" y="1183"/>
                      <a:pt x="192" y="610"/>
                      <a:pt x="361" y="82"/>
                    </a:cubicBezTo>
                    <a:cubicBezTo>
                      <a:pt x="361" y="32"/>
                      <a:pt x="321" y="0"/>
                      <a:pt x="28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2544;p55">
                <a:extLst>
                  <a:ext uri="{FF2B5EF4-FFF2-40B4-BE49-F238E27FC236}">
                    <a16:creationId xmlns:a16="http://schemas.microsoft.com/office/drawing/2014/main" id="{D764AAB8-2E10-C411-8B69-EBACF69DE452}"/>
                  </a:ext>
                </a:extLst>
              </p:cNvPr>
              <p:cNvSpPr/>
              <p:nvPr/>
            </p:nvSpPr>
            <p:spPr>
              <a:xfrm>
                <a:off x="71794" y="218036"/>
                <a:ext cx="68092" cy="66976"/>
              </a:xfrm>
              <a:custGeom>
                <a:avLst/>
                <a:gdLst/>
                <a:ahLst/>
                <a:cxnLst/>
                <a:rect l="l" t="t" r="r" b="b"/>
                <a:pathLst>
                  <a:path w="732" h="720" extrusionOk="0">
                    <a:moveTo>
                      <a:pt x="624" y="1"/>
                    </a:moveTo>
                    <a:cubicBezTo>
                      <a:pt x="612" y="1"/>
                      <a:pt x="600" y="4"/>
                      <a:pt x="586" y="10"/>
                    </a:cubicBezTo>
                    <a:cubicBezTo>
                      <a:pt x="350" y="157"/>
                      <a:pt x="159" y="359"/>
                      <a:pt x="24" y="606"/>
                    </a:cubicBezTo>
                    <a:cubicBezTo>
                      <a:pt x="1" y="668"/>
                      <a:pt x="47" y="720"/>
                      <a:pt x="97" y="720"/>
                    </a:cubicBezTo>
                    <a:cubicBezTo>
                      <a:pt x="119" y="720"/>
                      <a:pt x="142" y="709"/>
                      <a:pt x="159" y="685"/>
                    </a:cubicBezTo>
                    <a:cubicBezTo>
                      <a:pt x="283" y="460"/>
                      <a:pt x="451" y="269"/>
                      <a:pt x="665" y="145"/>
                    </a:cubicBezTo>
                    <a:cubicBezTo>
                      <a:pt x="732" y="97"/>
                      <a:pt x="693" y="1"/>
                      <a:pt x="62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2545;p55">
                <a:extLst>
                  <a:ext uri="{FF2B5EF4-FFF2-40B4-BE49-F238E27FC236}">
                    <a16:creationId xmlns:a16="http://schemas.microsoft.com/office/drawing/2014/main" id="{13E463CE-BBD0-1B7E-39FF-DFB729ACF415}"/>
                  </a:ext>
                </a:extLst>
              </p:cNvPr>
              <p:cNvSpPr/>
              <p:nvPr/>
            </p:nvSpPr>
            <p:spPr>
              <a:xfrm>
                <a:off x="211326" y="169200"/>
                <a:ext cx="183626" cy="35069"/>
              </a:xfrm>
              <a:custGeom>
                <a:avLst/>
                <a:gdLst/>
                <a:ahLst/>
                <a:cxnLst/>
                <a:rect l="l" t="t" r="r" b="b"/>
                <a:pathLst>
                  <a:path w="1974" h="377" extrusionOk="0">
                    <a:moveTo>
                      <a:pt x="817" y="0"/>
                    </a:moveTo>
                    <a:cubicBezTo>
                      <a:pt x="568" y="0"/>
                      <a:pt x="318" y="36"/>
                      <a:pt x="76" y="108"/>
                    </a:cubicBezTo>
                    <a:cubicBezTo>
                      <a:pt x="1" y="140"/>
                      <a:pt x="28" y="244"/>
                      <a:pt x="98" y="244"/>
                    </a:cubicBezTo>
                    <a:cubicBezTo>
                      <a:pt x="102" y="244"/>
                      <a:pt x="106" y="244"/>
                      <a:pt x="109" y="243"/>
                    </a:cubicBezTo>
                    <a:cubicBezTo>
                      <a:pt x="338" y="176"/>
                      <a:pt x="572" y="143"/>
                      <a:pt x="804" y="143"/>
                    </a:cubicBezTo>
                    <a:cubicBezTo>
                      <a:pt x="1154" y="143"/>
                      <a:pt x="1501" y="218"/>
                      <a:pt x="1818" y="367"/>
                    </a:cubicBezTo>
                    <a:cubicBezTo>
                      <a:pt x="1832" y="374"/>
                      <a:pt x="1845" y="376"/>
                      <a:pt x="1857" y="376"/>
                    </a:cubicBezTo>
                    <a:cubicBezTo>
                      <a:pt x="1928" y="376"/>
                      <a:pt x="1973" y="281"/>
                      <a:pt x="1897" y="243"/>
                    </a:cubicBezTo>
                    <a:cubicBezTo>
                      <a:pt x="1560" y="81"/>
                      <a:pt x="1190" y="0"/>
                      <a:pt x="8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2546;p55">
                <a:extLst>
                  <a:ext uri="{FF2B5EF4-FFF2-40B4-BE49-F238E27FC236}">
                    <a16:creationId xmlns:a16="http://schemas.microsoft.com/office/drawing/2014/main" id="{8EC8B874-7EB9-396A-F6D7-A6880CD0B9CC}"/>
                  </a:ext>
                </a:extLst>
              </p:cNvPr>
              <p:cNvSpPr/>
              <p:nvPr/>
            </p:nvSpPr>
            <p:spPr>
              <a:xfrm>
                <a:off x="444159" y="226315"/>
                <a:ext cx="36372" cy="26139"/>
              </a:xfrm>
              <a:custGeom>
                <a:avLst/>
                <a:gdLst/>
                <a:ahLst/>
                <a:cxnLst/>
                <a:rect l="l" t="t" r="r" b="b"/>
                <a:pathLst>
                  <a:path w="391" h="281" extrusionOk="0">
                    <a:moveTo>
                      <a:pt x="102" y="0"/>
                    </a:moveTo>
                    <a:cubicBezTo>
                      <a:pt x="80" y="0"/>
                      <a:pt x="57" y="0"/>
                      <a:pt x="46" y="11"/>
                    </a:cubicBezTo>
                    <a:cubicBezTo>
                      <a:pt x="23" y="23"/>
                      <a:pt x="12" y="34"/>
                      <a:pt x="12" y="56"/>
                    </a:cubicBezTo>
                    <a:cubicBezTo>
                      <a:pt x="1" y="101"/>
                      <a:pt x="23" y="135"/>
                      <a:pt x="57" y="146"/>
                    </a:cubicBezTo>
                    <a:lnTo>
                      <a:pt x="80" y="157"/>
                    </a:lnTo>
                    <a:cubicBezTo>
                      <a:pt x="113" y="180"/>
                      <a:pt x="158" y="191"/>
                      <a:pt x="192" y="225"/>
                    </a:cubicBezTo>
                    <a:lnTo>
                      <a:pt x="226" y="259"/>
                    </a:lnTo>
                    <a:cubicBezTo>
                      <a:pt x="241" y="274"/>
                      <a:pt x="259" y="281"/>
                      <a:pt x="277" y="281"/>
                    </a:cubicBezTo>
                    <a:cubicBezTo>
                      <a:pt x="335" y="281"/>
                      <a:pt x="390" y="207"/>
                      <a:pt x="338" y="146"/>
                    </a:cubicBezTo>
                    <a:cubicBezTo>
                      <a:pt x="271" y="79"/>
                      <a:pt x="192" y="34"/>
                      <a:pt x="1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2547;p55">
                <a:extLst>
                  <a:ext uri="{FF2B5EF4-FFF2-40B4-BE49-F238E27FC236}">
                    <a16:creationId xmlns:a16="http://schemas.microsoft.com/office/drawing/2014/main" id="{AA7BB798-578A-C267-8D78-3681CA6719C4}"/>
                  </a:ext>
                </a:extLst>
              </p:cNvPr>
              <p:cNvSpPr/>
              <p:nvPr/>
            </p:nvSpPr>
            <p:spPr>
              <a:xfrm>
                <a:off x="617086" y="168269"/>
                <a:ext cx="74883" cy="73674"/>
              </a:xfrm>
              <a:custGeom>
                <a:avLst/>
                <a:gdLst/>
                <a:ahLst/>
                <a:cxnLst/>
                <a:rect l="l" t="t" r="r" b="b"/>
                <a:pathLst>
                  <a:path w="805" h="792" extrusionOk="0">
                    <a:moveTo>
                      <a:pt x="682" y="1"/>
                    </a:moveTo>
                    <a:cubicBezTo>
                      <a:pt x="667" y="1"/>
                      <a:pt x="651" y="6"/>
                      <a:pt x="638" y="17"/>
                    </a:cubicBezTo>
                    <a:lnTo>
                      <a:pt x="53" y="658"/>
                    </a:lnTo>
                    <a:cubicBezTo>
                      <a:pt x="0" y="711"/>
                      <a:pt x="51" y="791"/>
                      <a:pt x="108" y="791"/>
                    </a:cubicBezTo>
                    <a:cubicBezTo>
                      <a:pt x="123" y="791"/>
                      <a:pt x="140" y="785"/>
                      <a:pt x="154" y="770"/>
                    </a:cubicBezTo>
                    <a:lnTo>
                      <a:pt x="750" y="141"/>
                    </a:lnTo>
                    <a:cubicBezTo>
                      <a:pt x="804" y="78"/>
                      <a:pt x="743" y="1"/>
                      <a:pt x="68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548;p55">
                <a:extLst>
                  <a:ext uri="{FF2B5EF4-FFF2-40B4-BE49-F238E27FC236}">
                    <a16:creationId xmlns:a16="http://schemas.microsoft.com/office/drawing/2014/main" id="{947C43BA-B3B0-5D77-1FFB-7AC4C02474F7}"/>
                  </a:ext>
                </a:extLst>
              </p:cNvPr>
              <p:cNvSpPr/>
              <p:nvPr/>
            </p:nvSpPr>
            <p:spPr>
              <a:xfrm>
                <a:off x="731037" y="47248"/>
                <a:ext cx="167534" cy="92185"/>
              </a:xfrm>
              <a:custGeom>
                <a:avLst/>
                <a:gdLst/>
                <a:ahLst/>
                <a:cxnLst/>
                <a:rect l="l" t="t" r="r" b="b"/>
                <a:pathLst>
                  <a:path w="1801" h="991" extrusionOk="0">
                    <a:moveTo>
                      <a:pt x="1691" y="0"/>
                    </a:moveTo>
                    <a:cubicBezTo>
                      <a:pt x="1685" y="0"/>
                      <a:pt x="1679" y="1"/>
                      <a:pt x="1672" y="3"/>
                    </a:cubicBezTo>
                    <a:cubicBezTo>
                      <a:pt x="1077" y="183"/>
                      <a:pt x="537" y="475"/>
                      <a:pt x="54" y="868"/>
                    </a:cubicBezTo>
                    <a:cubicBezTo>
                      <a:pt x="1" y="912"/>
                      <a:pt x="51" y="990"/>
                      <a:pt x="113" y="990"/>
                    </a:cubicBezTo>
                    <a:cubicBezTo>
                      <a:pt x="130" y="990"/>
                      <a:pt x="149" y="984"/>
                      <a:pt x="166" y="969"/>
                    </a:cubicBezTo>
                    <a:cubicBezTo>
                      <a:pt x="616" y="598"/>
                      <a:pt x="1144" y="317"/>
                      <a:pt x="1706" y="149"/>
                    </a:cubicBezTo>
                    <a:cubicBezTo>
                      <a:pt x="1800" y="128"/>
                      <a:pt x="1768" y="0"/>
                      <a:pt x="169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549;p55">
                <a:extLst>
                  <a:ext uri="{FF2B5EF4-FFF2-40B4-BE49-F238E27FC236}">
                    <a16:creationId xmlns:a16="http://schemas.microsoft.com/office/drawing/2014/main" id="{FD1F1FA9-3D2C-C9E7-AE52-B8BA36B7CE97}"/>
                  </a:ext>
                </a:extLst>
              </p:cNvPr>
              <p:cNvSpPr/>
              <p:nvPr/>
            </p:nvSpPr>
            <p:spPr>
              <a:xfrm>
                <a:off x="970196" y="44551"/>
                <a:ext cx="160557" cy="63906"/>
              </a:xfrm>
              <a:custGeom>
                <a:avLst/>
                <a:gdLst/>
                <a:ahLst/>
                <a:cxnLst/>
                <a:rect l="l" t="t" r="r" b="b"/>
                <a:pathLst>
                  <a:path w="1726" h="687" extrusionOk="0">
                    <a:moveTo>
                      <a:pt x="368" y="1"/>
                    </a:moveTo>
                    <a:cubicBezTo>
                      <a:pt x="267" y="1"/>
                      <a:pt x="166" y="14"/>
                      <a:pt x="68" y="43"/>
                    </a:cubicBezTo>
                    <a:cubicBezTo>
                      <a:pt x="1" y="77"/>
                      <a:pt x="23" y="178"/>
                      <a:pt x="102" y="178"/>
                    </a:cubicBezTo>
                    <a:cubicBezTo>
                      <a:pt x="192" y="155"/>
                      <a:pt x="283" y="144"/>
                      <a:pt x="374" y="144"/>
                    </a:cubicBezTo>
                    <a:cubicBezTo>
                      <a:pt x="556" y="144"/>
                      <a:pt x="735" y="189"/>
                      <a:pt x="900" y="279"/>
                    </a:cubicBezTo>
                    <a:cubicBezTo>
                      <a:pt x="1024" y="346"/>
                      <a:pt x="1136" y="425"/>
                      <a:pt x="1249" y="504"/>
                    </a:cubicBezTo>
                    <a:cubicBezTo>
                      <a:pt x="1350" y="594"/>
                      <a:pt x="1462" y="650"/>
                      <a:pt x="1597" y="684"/>
                    </a:cubicBezTo>
                    <a:cubicBezTo>
                      <a:pt x="1605" y="685"/>
                      <a:pt x="1611" y="686"/>
                      <a:pt x="1618" y="686"/>
                    </a:cubicBezTo>
                    <a:cubicBezTo>
                      <a:pt x="1703" y="686"/>
                      <a:pt x="1726" y="558"/>
                      <a:pt x="1642" y="538"/>
                    </a:cubicBezTo>
                    <a:cubicBezTo>
                      <a:pt x="1496" y="493"/>
                      <a:pt x="1372" y="425"/>
                      <a:pt x="1260" y="335"/>
                    </a:cubicBezTo>
                    <a:cubicBezTo>
                      <a:pt x="1148" y="245"/>
                      <a:pt x="1013" y="178"/>
                      <a:pt x="878" y="122"/>
                    </a:cubicBezTo>
                    <a:cubicBezTo>
                      <a:pt x="720" y="43"/>
                      <a:pt x="545" y="1"/>
                      <a:pt x="36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550;p55">
                <a:extLst>
                  <a:ext uri="{FF2B5EF4-FFF2-40B4-BE49-F238E27FC236}">
                    <a16:creationId xmlns:a16="http://schemas.microsoft.com/office/drawing/2014/main" id="{2DDF22D2-EDAD-2452-7785-AFC8CC94C590}"/>
                  </a:ext>
                </a:extLst>
              </p:cNvPr>
              <p:cNvSpPr/>
              <p:nvPr/>
            </p:nvSpPr>
            <p:spPr>
              <a:xfrm>
                <a:off x="1183029" y="163153"/>
                <a:ext cx="88278" cy="168464"/>
              </a:xfrm>
              <a:custGeom>
                <a:avLst/>
                <a:gdLst/>
                <a:ahLst/>
                <a:cxnLst/>
                <a:rect l="l" t="t" r="r" b="b"/>
                <a:pathLst>
                  <a:path w="949" h="1811" extrusionOk="0">
                    <a:moveTo>
                      <a:pt x="110" y="0"/>
                    </a:moveTo>
                    <a:cubicBezTo>
                      <a:pt x="52" y="0"/>
                      <a:pt x="0" y="77"/>
                      <a:pt x="51" y="128"/>
                    </a:cubicBezTo>
                    <a:cubicBezTo>
                      <a:pt x="265" y="353"/>
                      <a:pt x="434" y="600"/>
                      <a:pt x="557" y="881"/>
                    </a:cubicBezTo>
                    <a:cubicBezTo>
                      <a:pt x="613" y="1016"/>
                      <a:pt x="658" y="1151"/>
                      <a:pt x="692" y="1297"/>
                    </a:cubicBezTo>
                    <a:cubicBezTo>
                      <a:pt x="737" y="1455"/>
                      <a:pt x="737" y="1612"/>
                      <a:pt x="782" y="1758"/>
                    </a:cubicBezTo>
                    <a:cubicBezTo>
                      <a:pt x="796" y="1794"/>
                      <a:pt x="827" y="1811"/>
                      <a:pt x="858" y="1811"/>
                    </a:cubicBezTo>
                    <a:cubicBezTo>
                      <a:pt x="904" y="1811"/>
                      <a:pt x="948" y="1774"/>
                      <a:pt x="928" y="1713"/>
                    </a:cubicBezTo>
                    <a:cubicBezTo>
                      <a:pt x="883" y="1567"/>
                      <a:pt x="883" y="1399"/>
                      <a:pt x="838" y="1241"/>
                    </a:cubicBezTo>
                    <a:cubicBezTo>
                      <a:pt x="805" y="1095"/>
                      <a:pt x="748" y="949"/>
                      <a:pt x="681" y="803"/>
                    </a:cubicBezTo>
                    <a:cubicBezTo>
                      <a:pt x="557" y="510"/>
                      <a:pt x="377" y="252"/>
                      <a:pt x="164" y="27"/>
                    </a:cubicBezTo>
                    <a:cubicBezTo>
                      <a:pt x="147" y="8"/>
                      <a:pt x="128" y="0"/>
                      <a:pt x="11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551;p55">
                <a:extLst>
                  <a:ext uri="{FF2B5EF4-FFF2-40B4-BE49-F238E27FC236}">
                    <a16:creationId xmlns:a16="http://schemas.microsoft.com/office/drawing/2014/main" id="{0FB9D260-EA5E-508D-FC96-E216CCDD094D}"/>
                  </a:ext>
                </a:extLst>
              </p:cNvPr>
              <p:cNvSpPr/>
              <p:nvPr/>
            </p:nvSpPr>
            <p:spPr>
              <a:xfrm>
                <a:off x="-21134" y="685097"/>
                <a:ext cx="60744" cy="129859"/>
              </a:xfrm>
              <a:custGeom>
                <a:avLst/>
                <a:gdLst/>
                <a:ahLst/>
                <a:cxnLst/>
                <a:rect l="l" t="t" r="r" b="b"/>
                <a:pathLst>
                  <a:path w="653" h="1396" extrusionOk="0">
                    <a:moveTo>
                      <a:pt x="570" y="1"/>
                    </a:moveTo>
                    <a:cubicBezTo>
                      <a:pt x="563" y="1"/>
                      <a:pt x="557" y="2"/>
                      <a:pt x="551" y="4"/>
                    </a:cubicBezTo>
                    <a:cubicBezTo>
                      <a:pt x="292" y="127"/>
                      <a:pt x="112" y="375"/>
                      <a:pt x="67" y="667"/>
                    </a:cubicBezTo>
                    <a:cubicBezTo>
                      <a:pt x="34" y="802"/>
                      <a:pt x="11" y="948"/>
                      <a:pt x="11" y="1094"/>
                    </a:cubicBezTo>
                    <a:cubicBezTo>
                      <a:pt x="0" y="1206"/>
                      <a:pt x="56" y="1319"/>
                      <a:pt x="169" y="1386"/>
                    </a:cubicBezTo>
                    <a:cubicBezTo>
                      <a:pt x="180" y="1393"/>
                      <a:pt x="191" y="1395"/>
                      <a:pt x="201" y="1395"/>
                    </a:cubicBezTo>
                    <a:cubicBezTo>
                      <a:pt x="266" y="1395"/>
                      <a:pt x="313" y="1290"/>
                      <a:pt x="236" y="1251"/>
                    </a:cubicBezTo>
                    <a:cubicBezTo>
                      <a:pt x="157" y="1206"/>
                      <a:pt x="157" y="1117"/>
                      <a:pt x="157" y="1038"/>
                    </a:cubicBezTo>
                    <a:cubicBezTo>
                      <a:pt x="169" y="914"/>
                      <a:pt x="191" y="802"/>
                      <a:pt x="214" y="678"/>
                    </a:cubicBezTo>
                    <a:cubicBezTo>
                      <a:pt x="270" y="464"/>
                      <a:pt x="371" y="240"/>
                      <a:pt x="596" y="138"/>
                    </a:cubicBezTo>
                    <a:cubicBezTo>
                      <a:pt x="630" y="127"/>
                      <a:pt x="652" y="93"/>
                      <a:pt x="641" y="49"/>
                    </a:cubicBezTo>
                    <a:cubicBezTo>
                      <a:pt x="632" y="21"/>
                      <a:pt x="600" y="1"/>
                      <a:pt x="57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552;p55">
                <a:extLst>
                  <a:ext uri="{FF2B5EF4-FFF2-40B4-BE49-F238E27FC236}">
                    <a16:creationId xmlns:a16="http://schemas.microsoft.com/office/drawing/2014/main" id="{15C45778-6B6A-014C-029A-1CE81FD6ACCC}"/>
                  </a:ext>
                </a:extLst>
              </p:cNvPr>
              <p:cNvSpPr/>
              <p:nvPr/>
            </p:nvSpPr>
            <p:spPr>
              <a:xfrm>
                <a:off x="18586" y="874395"/>
                <a:ext cx="59441" cy="44465"/>
              </a:xfrm>
              <a:custGeom>
                <a:avLst/>
                <a:gdLst/>
                <a:ahLst/>
                <a:cxnLst/>
                <a:rect l="l" t="t" r="r" b="b"/>
                <a:pathLst>
                  <a:path w="639" h="478" extrusionOk="0">
                    <a:moveTo>
                      <a:pt x="79" y="1"/>
                    </a:moveTo>
                    <a:cubicBezTo>
                      <a:pt x="72" y="1"/>
                      <a:pt x="64" y="1"/>
                      <a:pt x="56" y="3"/>
                    </a:cubicBezTo>
                    <a:cubicBezTo>
                      <a:pt x="23" y="15"/>
                      <a:pt x="0" y="60"/>
                      <a:pt x="0" y="105"/>
                    </a:cubicBezTo>
                    <a:cubicBezTo>
                      <a:pt x="63" y="326"/>
                      <a:pt x="274" y="478"/>
                      <a:pt x="504" y="478"/>
                    </a:cubicBezTo>
                    <a:cubicBezTo>
                      <a:pt x="520" y="478"/>
                      <a:pt x="535" y="477"/>
                      <a:pt x="551" y="476"/>
                    </a:cubicBezTo>
                    <a:cubicBezTo>
                      <a:pt x="554" y="476"/>
                      <a:pt x="557" y="476"/>
                      <a:pt x="560" y="476"/>
                    </a:cubicBezTo>
                    <a:cubicBezTo>
                      <a:pt x="638" y="476"/>
                      <a:pt x="638" y="329"/>
                      <a:pt x="560" y="329"/>
                    </a:cubicBezTo>
                    <a:cubicBezTo>
                      <a:pt x="557" y="329"/>
                      <a:pt x="554" y="329"/>
                      <a:pt x="551" y="329"/>
                    </a:cubicBezTo>
                    <a:lnTo>
                      <a:pt x="529" y="307"/>
                    </a:lnTo>
                    <a:lnTo>
                      <a:pt x="405" y="307"/>
                    </a:lnTo>
                    <a:cubicBezTo>
                      <a:pt x="382" y="307"/>
                      <a:pt x="371" y="307"/>
                      <a:pt x="360" y="296"/>
                    </a:cubicBezTo>
                    <a:lnTo>
                      <a:pt x="349" y="296"/>
                    </a:lnTo>
                    <a:cubicBezTo>
                      <a:pt x="326" y="284"/>
                      <a:pt x="304" y="273"/>
                      <a:pt x="281" y="262"/>
                    </a:cubicBezTo>
                    <a:lnTo>
                      <a:pt x="270" y="251"/>
                    </a:lnTo>
                    <a:lnTo>
                      <a:pt x="236" y="217"/>
                    </a:lnTo>
                    <a:lnTo>
                      <a:pt x="214" y="195"/>
                    </a:lnTo>
                    <a:lnTo>
                      <a:pt x="203" y="183"/>
                    </a:lnTo>
                    <a:cubicBezTo>
                      <a:pt x="180" y="161"/>
                      <a:pt x="169" y="138"/>
                      <a:pt x="158" y="116"/>
                    </a:cubicBezTo>
                    <a:cubicBezTo>
                      <a:pt x="158" y="116"/>
                      <a:pt x="158" y="116"/>
                      <a:pt x="158" y="105"/>
                    </a:cubicBezTo>
                    <a:cubicBezTo>
                      <a:pt x="158" y="105"/>
                      <a:pt x="158" y="105"/>
                      <a:pt x="158" y="93"/>
                    </a:cubicBezTo>
                    <a:lnTo>
                      <a:pt x="146" y="60"/>
                    </a:lnTo>
                    <a:cubicBezTo>
                      <a:pt x="137" y="22"/>
                      <a:pt x="112" y="1"/>
                      <a:pt x="7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53;p55">
                <a:extLst>
                  <a:ext uri="{FF2B5EF4-FFF2-40B4-BE49-F238E27FC236}">
                    <a16:creationId xmlns:a16="http://schemas.microsoft.com/office/drawing/2014/main" id="{0E332021-9D7D-C90C-EBA0-AF99BB8D1F08}"/>
                  </a:ext>
                </a:extLst>
              </p:cNvPr>
              <p:cNvSpPr/>
              <p:nvPr/>
            </p:nvSpPr>
            <p:spPr>
              <a:xfrm>
                <a:off x="587691" y="1014951"/>
                <a:ext cx="217394" cy="34511"/>
              </a:xfrm>
              <a:custGeom>
                <a:avLst/>
                <a:gdLst/>
                <a:ahLst/>
                <a:cxnLst/>
                <a:rect l="l" t="t" r="r" b="b"/>
                <a:pathLst>
                  <a:path w="2337" h="371" extrusionOk="0">
                    <a:moveTo>
                      <a:pt x="116" y="0"/>
                    </a:moveTo>
                    <a:cubicBezTo>
                      <a:pt x="46" y="0"/>
                      <a:pt x="0" y="96"/>
                      <a:pt x="77" y="134"/>
                    </a:cubicBezTo>
                    <a:cubicBezTo>
                      <a:pt x="372" y="260"/>
                      <a:pt x="676" y="337"/>
                      <a:pt x="1000" y="337"/>
                    </a:cubicBezTo>
                    <a:cubicBezTo>
                      <a:pt x="1022" y="337"/>
                      <a:pt x="1044" y="337"/>
                      <a:pt x="1066" y="336"/>
                    </a:cubicBezTo>
                    <a:cubicBezTo>
                      <a:pt x="1460" y="347"/>
                      <a:pt x="1853" y="359"/>
                      <a:pt x="2247" y="370"/>
                    </a:cubicBezTo>
                    <a:cubicBezTo>
                      <a:pt x="2250" y="370"/>
                      <a:pt x="2253" y="370"/>
                      <a:pt x="2256" y="370"/>
                    </a:cubicBezTo>
                    <a:cubicBezTo>
                      <a:pt x="2336" y="370"/>
                      <a:pt x="2333" y="224"/>
                      <a:pt x="2235" y="224"/>
                    </a:cubicBezTo>
                    <a:lnTo>
                      <a:pt x="1122" y="190"/>
                    </a:lnTo>
                    <a:cubicBezTo>
                      <a:pt x="1098" y="191"/>
                      <a:pt x="1074" y="191"/>
                      <a:pt x="1050" y="191"/>
                    </a:cubicBezTo>
                    <a:cubicBezTo>
                      <a:pt x="738" y="191"/>
                      <a:pt x="437" y="125"/>
                      <a:pt x="156" y="10"/>
                    </a:cubicBezTo>
                    <a:cubicBezTo>
                      <a:pt x="142" y="3"/>
                      <a:pt x="129" y="0"/>
                      <a:pt x="1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554;p55">
                <a:extLst>
                  <a:ext uri="{FF2B5EF4-FFF2-40B4-BE49-F238E27FC236}">
                    <a16:creationId xmlns:a16="http://schemas.microsoft.com/office/drawing/2014/main" id="{A4FC2821-9AAE-3D23-D888-40E0E794F424}"/>
                  </a:ext>
                </a:extLst>
              </p:cNvPr>
              <p:cNvSpPr/>
              <p:nvPr/>
            </p:nvSpPr>
            <p:spPr>
              <a:xfrm>
                <a:off x="892802" y="919139"/>
                <a:ext cx="198417" cy="104092"/>
              </a:xfrm>
              <a:custGeom>
                <a:avLst/>
                <a:gdLst/>
                <a:ahLst/>
                <a:cxnLst/>
                <a:rect l="l" t="t" r="r" b="b"/>
                <a:pathLst>
                  <a:path w="2133" h="1119" extrusionOk="0">
                    <a:moveTo>
                      <a:pt x="2018" y="1"/>
                    </a:moveTo>
                    <a:cubicBezTo>
                      <a:pt x="2002" y="1"/>
                      <a:pt x="1985" y="6"/>
                      <a:pt x="1968" y="17"/>
                    </a:cubicBezTo>
                    <a:cubicBezTo>
                      <a:pt x="1417" y="467"/>
                      <a:pt x="765" y="804"/>
                      <a:pt x="68" y="973"/>
                    </a:cubicBezTo>
                    <a:cubicBezTo>
                      <a:pt x="1" y="1018"/>
                      <a:pt x="23" y="1119"/>
                      <a:pt x="102" y="1119"/>
                    </a:cubicBezTo>
                    <a:cubicBezTo>
                      <a:pt x="822" y="928"/>
                      <a:pt x="1496" y="590"/>
                      <a:pt x="2070" y="118"/>
                    </a:cubicBezTo>
                    <a:cubicBezTo>
                      <a:pt x="2132" y="74"/>
                      <a:pt x="2081" y="1"/>
                      <a:pt x="20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555;p55">
                <a:extLst>
                  <a:ext uri="{FF2B5EF4-FFF2-40B4-BE49-F238E27FC236}">
                    <a16:creationId xmlns:a16="http://schemas.microsoft.com/office/drawing/2014/main" id="{16DA7B8F-A1DC-E481-7CEF-89EC5FDD3137}"/>
                  </a:ext>
                </a:extLst>
              </p:cNvPr>
              <p:cNvSpPr/>
              <p:nvPr/>
            </p:nvSpPr>
            <p:spPr>
              <a:xfrm>
                <a:off x="1388885" y="418590"/>
                <a:ext cx="148185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1593" h="540" extrusionOk="0">
                    <a:moveTo>
                      <a:pt x="283" y="1"/>
                    </a:moveTo>
                    <a:cubicBezTo>
                      <a:pt x="222" y="1"/>
                      <a:pt x="160" y="5"/>
                      <a:pt x="98" y="13"/>
                    </a:cubicBezTo>
                    <a:cubicBezTo>
                      <a:pt x="1" y="35"/>
                      <a:pt x="38" y="160"/>
                      <a:pt x="121" y="160"/>
                    </a:cubicBezTo>
                    <a:cubicBezTo>
                      <a:pt x="125" y="160"/>
                      <a:pt x="128" y="160"/>
                      <a:pt x="132" y="159"/>
                    </a:cubicBezTo>
                    <a:cubicBezTo>
                      <a:pt x="188" y="151"/>
                      <a:pt x="244" y="147"/>
                      <a:pt x="299" y="147"/>
                    </a:cubicBezTo>
                    <a:cubicBezTo>
                      <a:pt x="708" y="147"/>
                      <a:pt x="1091" y="352"/>
                      <a:pt x="1447" y="530"/>
                    </a:cubicBezTo>
                    <a:cubicBezTo>
                      <a:pt x="1459" y="537"/>
                      <a:pt x="1471" y="540"/>
                      <a:pt x="1482" y="540"/>
                    </a:cubicBezTo>
                    <a:cubicBezTo>
                      <a:pt x="1546" y="540"/>
                      <a:pt x="1593" y="445"/>
                      <a:pt x="1526" y="406"/>
                    </a:cubicBezTo>
                    <a:cubicBezTo>
                      <a:pt x="1131" y="199"/>
                      <a:pt x="719" y="1"/>
                      <a:pt x="28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556;p55">
                <a:extLst>
                  <a:ext uri="{FF2B5EF4-FFF2-40B4-BE49-F238E27FC236}">
                    <a16:creationId xmlns:a16="http://schemas.microsoft.com/office/drawing/2014/main" id="{28BB417B-5379-E585-7EF4-AD51BFFA1D7E}"/>
                  </a:ext>
                </a:extLst>
              </p:cNvPr>
              <p:cNvSpPr/>
              <p:nvPr/>
            </p:nvSpPr>
            <p:spPr>
              <a:xfrm>
                <a:off x="1587207" y="500263"/>
                <a:ext cx="59720" cy="37209"/>
              </a:xfrm>
              <a:custGeom>
                <a:avLst/>
                <a:gdLst/>
                <a:ahLst/>
                <a:cxnLst/>
                <a:rect l="l" t="t" r="r" b="b"/>
                <a:pathLst>
                  <a:path w="642" h="400" extrusionOk="0">
                    <a:moveTo>
                      <a:pt x="68" y="1"/>
                    </a:moveTo>
                    <a:cubicBezTo>
                      <a:pt x="35" y="1"/>
                      <a:pt x="1" y="34"/>
                      <a:pt x="1" y="79"/>
                    </a:cubicBezTo>
                    <a:cubicBezTo>
                      <a:pt x="1" y="124"/>
                      <a:pt x="35" y="158"/>
                      <a:pt x="68" y="158"/>
                    </a:cubicBezTo>
                    <a:lnTo>
                      <a:pt x="125" y="158"/>
                    </a:lnTo>
                    <a:lnTo>
                      <a:pt x="192" y="169"/>
                    </a:lnTo>
                    <a:cubicBezTo>
                      <a:pt x="237" y="180"/>
                      <a:pt x="271" y="192"/>
                      <a:pt x="316" y="214"/>
                    </a:cubicBezTo>
                    <a:cubicBezTo>
                      <a:pt x="394" y="248"/>
                      <a:pt x="462" y="304"/>
                      <a:pt x="518" y="383"/>
                    </a:cubicBezTo>
                    <a:cubicBezTo>
                      <a:pt x="529" y="394"/>
                      <a:pt x="546" y="400"/>
                      <a:pt x="564" y="400"/>
                    </a:cubicBezTo>
                    <a:cubicBezTo>
                      <a:pt x="583" y="400"/>
                      <a:pt x="602" y="394"/>
                      <a:pt x="619" y="383"/>
                    </a:cubicBezTo>
                    <a:cubicBezTo>
                      <a:pt x="642" y="349"/>
                      <a:pt x="642" y="304"/>
                      <a:pt x="619" y="270"/>
                    </a:cubicBezTo>
                    <a:cubicBezTo>
                      <a:pt x="484" y="113"/>
                      <a:pt x="282" y="12"/>
                      <a:pt x="6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557;p55">
                <a:extLst>
                  <a:ext uri="{FF2B5EF4-FFF2-40B4-BE49-F238E27FC236}">
                    <a16:creationId xmlns:a16="http://schemas.microsoft.com/office/drawing/2014/main" id="{BD4753EC-C07E-2907-917D-C76D791308D4}"/>
                  </a:ext>
                </a:extLst>
              </p:cNvPr>
              <p:cNvSpPr/>
              <p:nvPr/>
            </p:nvSpPr>
            <p:spPr>
              <a:xfrm>
                <a:off x="1251306" y="951510"/>
                <a:ext cx="224184" cy="71720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771" extrusionOk="0">
                    <a:moveTo>
                      <a:pt x="109" y="0"/>
                    </a:moveTo>
                    <a:cubicBezTo>
                      <a:pt x="44" y="0"/>
                      <a:pt x="0" y="92"/>
                      <a:pt x="59" y="141"/>
                    </a:cubicBezTo>
                    <a:cubicBezTo>
                      <a:pt x="745" y="546"/>
                      <a:pt x="1532" y="760"/>
                      <a:pt x="2330" y="771"/>
                    </a:cubicBezTo>
                    <a:cubicBezTo>
                      <a:pt x="2409" y="760"/>
                      <a:pt x="2409" y="625"/>
                      <a:pt x="2330" y="613"/>
                    </a:cubicBezTo>
                    <a:cubicBezTo>
                      <a:pt x="1555" y="602"/>
                      <a:pt x="801" y="400"/>
                      <a:pt x="138" y="6"/>
                    </a:cubicBezTo>
                    <a:cubicBezTo>
                      <a:pt x="128" y="2"/>
                      <a:pt x="118" y="0"/>
                      <a:pt x="10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2558;p55">
                <a:extLst>
                  <a:ext uri="{FF2B5EF4-FFF2-40B4-BE49-F238E27FC236}">
                    <a16:creationId xmlns:a16="http://schemas.microsoft.com/office/drawing/2014/main" id="{9A23BCBA-185A-D9A8-A353-048A2DAD12C4}"/>
                  </a:ext>
                </a:extLst>
              </p:cNvPr>
              <p:cNvSpPr/>
              <p:nvPr/>
            </p:nvSpPr>
            <p:spPr>
              <a:xfrm>
                <a:off x="717177" y="443241"/>
                <a:ext cx="36651" cy="50604"/>
              </a:xfrm>
              <a:custGeom>
                <a:avLst/>
                <a:gdLst/>
                <a:ahLst/>
                <a:cxnLst/>
                <a:rect l="l" t="t" r="r" b="b"/>
                <a:pathLst>
                  <a:path w="394" h="544" extrusionOk="0">
                    <a:moveTo>
                      <a:pt x="242" y="1"/>
                    </a:moveTo>
                    <a:cubicBezTo>
                      <a:pt x="217" y="1"/>
                      <a:pt x="191" y="7"/>
                      <a:pt x="169" y="18"/>
                    </a:cubicBezTo>
                    <a:lnTo>
                      <a:pt x="146" y="29"/>
                    </a:lnTo>
                    <a:lnTo>
                      <a:pt x="113" y="29"/>
                    </a:lnTo>
                    <a:cubicBezTo>
                      <a:pt x="68" y="29"/>
                      <a:pt x="34" y="63"/>
                      <a:pt x="34" y="96"/>
                    </a:cubicBezTo>
                    <a:cubicBezTo>
                      <a:pt x="23" y="153"/>
                      <a:pt x="23" y="220"/>
                      <a:pt x="11" y="276"/>
                    </a:cubicBezTo>
                    <a:cubicBezTo>
                      <a:pt x="0" y="321"/>
                      <a:pt x="0" y="366"/>
                      <a:pt x="11" y="411"/>
                    </a:cubicBezTo>
                    <a:cubicBezTo>
                      <a:pt x="23" y="467"/>
                      <a:pt x="56" y="524"/>
                      <a:pt x="113" y="535"/>
                    </a:cubicBezTo>
                    <a:cubicBezTo>
                      <a:pt x="128" y="541"/>
                      <a:pt x="145" y="544"/>
                      <a:pt x="162" y="544"/>
                    </a:cubicBezTo>
                    <a:cubicBezTo>
                      <a:pt x="205" y="544"/>
                      <a:pt x="249" y="526"/>
                      <a:pt x="281" y="501"/>
                    </a:cubicBezTo>
                    <a:cubicBezTo>
                      <a:pt x="326" y="456"/>
                      <a:pt x="349" y="411"/>
                      <a:pt x="360" y="355"/>
                    </a:cubicBezTo>
                    <a:cubicBezTo>
                      <a:pt x="360" y="299"/>
                      <a:pt x="371" y="243"/>
                      <a:pt x="371" y="186"/>
                    </a:cubicBezTo>
                    <a:cubicBezTo>
                      <a:pt x="394" y="119"/>
                      <a:pt x="360" y="63"/>
                      <a:pt x="315" y="18"/>
                    </a:cubicBezTo>
                    <a:cubicBezTo>
                      <a:pt x="293" y="7"/>
                      <a:pt x="267" y="1"/>
                      <a:pt x="24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2559;p55">
                <a:extLst>
                  <a:ext uri="{FF2B5EF4-FFF2-40B4-BE49-F238E27FC236}">
                    <a16:creationId xmlns:a16="http://schemas.microsoft.com/office/drawing/2014/main" id="{1219E4DC-4C30-BC37-A037-AA911E5F434F}"/>
                  </a:ext>
                </a:extLst>
              </p:cNvPr>
              <p:cNvSpPr/>
              <p:nvPr/>
            </p:nvSpPr>
            <p:spPr>
              <a:xfrm>
                <a:off x="799780" y="446962"/>
                <a:ext cx="29395" cy="46790"/>
              </a:xfrm>
              <a:custGeom>
                <a:avLst/>
                <a:gdLst/>
                <a:ahLst/>
                <a:cxnLst/>
                <a:rect l="l" t="t" r="r" b="b"/>
                <a:pathLst>
                  <a:path w="316" h="503" extrusionOk="0">
                    <a:moveTo>
                      <a:pt x="135" y="0"/>
                    </a:moveTo>
                    <a:cubicBezTo>
                      <a:pt x="102" y="0"/>
                      <a:pt x="79" y="23"/>
                      <a:pt x="68" y="45"/>
                    </a:cubicBezTo>
                    <a:cubicBezTo>
                      <a:pt x="34" y="101"/>
                      <a:pt x="23" y="158"/>
                      <a:pt x="12" y="225"/>
                    </a:cubicBezTo>
                    <a:cubicBezTo>
                      <a:pt x="0" y="281"/>
                      <a:pt x="0" y="349"/>
                      <a:pt x="12" y="416"/>
                    </a:cubicBezTo>
                    <a:cubicBezTo>
                      <a:pt x="23" y="427"/>
                      <a:pt x="34" y="450"/>
                      <a:pt x="45" y="461"/>
                    </a:cubicBezTo>
                    <a:lnTo>
                      <a:pt x="57" y="461"/>
                    </a:lnTo>
                    <a:cubicBezTo>
                      <a:pt x="68" y="472"/>
                      <a:pt x="68" y="484"/>
                      <a:pt x="79" y="484"/>
                    </a:cubicBezTo>
                    <a:cubicBezTo>
                      <a:pt x="99" y="497"/>
                      <a:pt x="122" y="502"/>
                      <a:pt x="145" y="502"/>
                    </a:cubicBezTo>
                    <a:cubicBezTo>
                      <a:pt x="162" y="502"/>
                      <a:pt x="178" y="500"/>
                      <a:pt x="191" y="495"/>
                    </a:cubicBezTo>
                    <a:cubicBezTo>
                      <a:pt x="259" y="472"/>
                      <a:pt x="304" y="405"/>
                      <a:pt x="304" y="326"/>
                    </a:cubicBezTo>
                    <a:cubicBezTo>
                      <a:pt x="304" y="315"/>
                      <a:pt x="304" y="304"/>
                      <a:pt x="304" y="293"/>
                    </a:cubicBezTo>
                    <a:cubicBezTo>
                      <a:pt x="304" y="259"/>
                      <a:pt x="304" y="214"/>
                      <a:pt x="304" y="180"/>
                    </a:cubicBezTo>
                    <a:cubicBezTo>
                      <a:pt x="315" y="135"/>
                      <a:pt x="293" y="90"/>
                      <a:pt x="259" y="79"/>
                    </a:cubicBezTo>
                    <a:lnTo>
                      <a:pt x="225" y="79"/>
                    </a:lnTo>
                    <a:lnTo>
                      <a:pt x="214" y="68"/>
                    </a:lnTo>
                    <a:lnTo>
                      <a:pt x="191" y="56"/>
                    </a:lnTo>
                    <a:cubicBezTo>
                      <a:pt x="191" y="45"/>
                      <a:pt x="191" y="45"/>
                      <a:pt x="191" y="45"/>
                    </a:cubicBezTo>
                    <a:cubicBezTo>
                      <a:pt x="180" y="23"/>
                      <a:pt x="158" y="11"/>
                      <a:pt x="13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" name="Google Shape;2560;p55">
              <a:extLst>
                <a:ext uri="{FF2B5EF4-FFF2-40B4-BE49-F238E27FC236}">
                  <a16:creationId xmlns:a16="http://schemas.microsoft.com/office/drawing/2014/main" id="{9C03C34D-726F-666A-0FFD-5BDC4D4B5577}"/>
                </a:ext>
              </a:extLst>
            </p:cNvPr>
            <p:cNvSpPr/>
            <p:nvPr/>
          </p:nvSpPr>
          <p:spPr>
            <a:xfrm>
              <a:off x="851967" y="1243078"/>
              <a:ext cx="81425" cy="102033"/>
            </a:xfrm>
            <a:custGeom>
              <a:avLst/>
              <a:gdLst/>
              <a:ahLst/>
              <a:cxnLst/>
              <a:rect l="l" t="t" r="r" b="b"/>
              <a:pathLst>
                <a:path w="327" h="410" extrusionOk="0">
                  <a:moveTo>
                    <a:pt x="196" y="1"/>
                  </a:moveTo>
                  <a:cubicBezTo>
                    <a:pt x="171" y="1"/>
                    <a:pt x="145" y="9"/>
                    <a:pt x="124" y="25"/>
                  </a:cubicBezTo>
                  <a:cubicBezTo>
                    <a:pt x="117" y="23"/>
                    <a:pt x="109" y="22"/>
                    <a:pt x="102" y="22"/>
                  </a:cubicBezTo>
                  <a:cubicBezTo>
                    <a:pt x="69" y="22"/>
                    <a:pt x="44" y="44"/>
                    <a:pt x="35" y="81"/>
                  </a:cubicBezTo>
                  <a:lnTo>
                    <a:pt x="12" y="193"/>
                  </a:lnTo>
                  <a:cubicBezTo>
                    <a:pt x="1" y="216"/>
                    <a:pt x="1" y="250"/>
                    <a:pt x="1" y="283"/>
                  </a:cubicBezTo>
                  <a:cubicBezTo>
                    <a:pt x="1" y="317"/>
                    <a:pt x="12" y="351"/>
                    <a:pt x="35" y="384"/>
                  </a:cubicBezTo>
                  <a:cubicBezTo>
                    <a:pt x="57" y="401"/>
                    <a:pt x="85" y="410"/>
                    <a:pt x="113" y="410"/>
                  </a:cubicBezTo>
                  <a:cubicBezTo>
                    <a:pt x="141" y="410"/>
                    <a:pt x="169" y="401"/>
                    <a:pt x="192" y="384"/>
                  </a:cubicBezTo>
                  <a:cubicBezTo>
                    <a:pt x="214" y="351"/>
                    <a:pt x="237" y="317"/>
                    <a:pt x="248" y="283"/>
                  </a:cubicBezTo>
                  <a:cubicBezTo>
                    <a:pt x="271" y="250"/>
                    <a:pt x="293" y="216"/>
                    <a:pt x="304" y="182"/>
                  </a:cubicBezTo>
                  <a:cubicBezTo>
                    <a:pt x="327" y="126"/>
                    <a:pt x="304" y="70"/>
                    <a:pt x="271" y="36"/>
                  </a:cubicBezTo>
                  <a:cubicBezTo>
                    <a:pt x="253" y="12"/>
                    <a:pt x="225" y="1"/>
                    <a:pt x="196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" name="Google Shape;2561;p55">
              <a:extLst>
                <a:ext uri="{FF2B5EF4-FFF2-40B4-BE49-F238E27FC236}">
                  <a16:creationId xmlns:a16="http://schemas.microsoft.com/office/drawing/2014/main" id="{3DFBB68C-0AFB-5684-039A-26C7C70B45ED}"/>
                </a:ext>
              </a:extLst>
            </p:cNvPr>
            <p:cNvGrpSpPr/>
            <p:nvPr/>
          </p:nvGrpSpPr>
          <p:grpSpPr>
            <a:xfrm>
              <a:off x="823292" y="1077525"/>
              <a:ext cx="1354201" cy="768200"/>
              <a:chOff x="823283" y="1077534"/>
              <a:chExt cx="1172265" cy="768200"/>
            </a:xfrm>
          </p:grpSpPr>
          <p:sp>
            <p:nvSpPr>
              <p:cNvPr id="12" name="Google Shape;2562;p55">
                <a:extLst>
                  <a:ext uri="{FF2B5EF4-FFF2-40B4-BE49-F238E27FC236}">
                    <a16:creationId xmlns:a16="http://schemas.microsoft.com/office/drawing/2014/main" id="{89CFB407-4ABF-67C5-B485-7A7740435908}"/>
                  </a:ext>
                </a:extLst>
              </p:cNvPr>
              <p:cNvSpPr/>
              <p:nvPr/>
            </p:nvSpPr>
            <p:spPr>
              <a:xfrm rot="1082506">
                <a:off x="894203" y="1215922"/>
                <a:ext cx="935469" cy="263341"/>
              </a:xfrm>
              <a:custGeom>
                <a:avLst/>
                <a:gdLst/>
                <a:ahLst/>
                <a:cxnLst/>
                <a:rect l="l" t="t" r="r" b="b"/>
                <a:pathLst>
                  <a:path w="37420" h="10534" extrusionOk="0">
                    <a:moveTo>
                      <a:pt x="31278" y="1"/>
                    </a:moveTo>
                    <a:cubicBezTo>
                      <a:pt x="30621" y="1"/>
                      <a:pt x="29968" y="116"/>
                      <a:pt x="29362" y="375"/>
                    </a:cubicBezTo>
                    <a:cubicBezTo>
                      <a:pt x="28614" y="690"/>
                      <a:pt x="28000" y="1272"/>
                      <a:pt x="27667" y="2003"/>
                    </a:cubicBezTo>
                    <a:cubicBezTo>
                      <a:pt x="27302" y="2850"/>
                      <a:pt x="27385" y="3830"/>
                      <a:pt x="27900" y="4595"/>
                    </a:cubicBezTo>
                    <a:cubicBezTo>
                      <a:pt x="28448" y="5442"/>
                      <a:pt x="29329" y="5990"/>
                      <a:pt x="30326" y="6140"/>
                    </a:cubicBezTo>
                    <a:cubicBezTo>
                      <a:pt x="30425" y="6152"/>
                      <a:pt x="30526" y="6158"/>
                      <a:pt x="30628" y="6158"/>
                    </a:cubicBezTo>
                    <a:cubicBezTo>
                      <a:pt x="31383" y="6158"/>
                      <a:pt x="32188" y="5832"/>
                      <a:pt x="32569" y="5159"/>
                    </a:cubicBezTo>
                    <a:cubicBezTo>
                      <a:pt x="32784" y="4794"/>
                      <a:pt x="32801" y="4362"/>
                      <a:pt x="32635" y="3996"/>
                    </a:cubicBezTo>
                    <a:cubicBezTo>
                      <a:pt x="32615" y="3929"/>
                      <a:pt x="32562" y="3900"/>
                      <a:pt x="32510" y="3900"/>
                    </a:cubicBezTo>
                    <a:cubicBezTo>
                      <a:pt x="32433" y="3900"/>
                      <a:pt x="32356" y="3964"/>
                      <a:pt x="32386" y="4063"/>
                    </a:cubicBezTo>
                    <a:cubicBezTo>
                      <a:pt x="32784" y="5027"/>
                      <a:pt x="31788" y="5807"/>
                      <a:pt x="30907" y="5890"/>
                    </a:cubicBezTo>
                    <a:cubicBezTo>
                      <a:pt x="30857" y="5893"/>
                      <a:pt x="30807" y="5894"/>
                      <a:pt x="30757" y="5894"/>
                    </a:cubicBezTo>
                    <a:cubicBezTo>
                      <a:pt x="29749" y="5894"/>
                      <a:pt x="28801" y="5418"/>
                      <a:pt x="28216" y="4611"/>
                    </a:cubicBezTo>
                    <a:cubicBezTo>
                      <a:pt x="27634" y="3847"/>
                      <a:pt x="27551" y="2817"/>
                      <a:pt x="27983" y="1953"/>
                    </a:cubicBezTo>
                    <a:cubicBezTo>
                      <a:pt x="28382" y="1239"/>
                      <a:pt x="29046" y="724"/>
                      <a:pt x="29827" y="491"/>
                    </a:cubicBezTo>
                    <a:cubicBezTo>
                      <a:pt x="30310" y="333"/>
                      <a:pt x="30817" y="260"/>
                      <a:pt x="31329" y="260"/>
                    </a:cubicBezTo>
                    <a:cubicBezTo>
                      <a:pt x="32544" y="260"/>
                      <a:pt x="33784" y="672"/>
                      <a:pt x="34778" y="1338"/>
                    </a:cubicBezTo>
                    <a:cubicBezTo>
                      <a:pt x="36423" y="2451"/>
                      <a:pt x="37403" y="4628"/>
                      <a:pt x="36739" y="6555"/>
                    </a:cubicBezTo>
                    <a:cubicBezTo>
                      <a:pt x="36157" y="8266"/>
                      <a:pt x="34446" y="9230"/>
                      <a:pt x="32834" y="9745"/>
                    </a:cubicBezTo>
                    <a:cubicBezTo>
                      <a:pt x="31573" y="10131"/>
                      <a:pt x="30269" y="10275"/>
                      <a:pt x="28963" y="10275"/>
                    </a:cubicBezTo>
                    <a:cubicBezTo>
                      <a:pt x="28135" y="10275"/>
                      <a:pt x="27306" y="10217"/>
                      <a:pt x="26488" y="10127"/>
                    </a:cubicBezTo>
                    <a:cubicBezTo>
                      <a:pt x="24145" y="9845"/>
                      <a:pt x="21836" y="9363"/>
                      <a:pt x="19577" y="8698"/>
                    </a:cubicBezTo>
                    <a:cubicBezTo>
                      <a:pt x="17334" y="8083"/>
                      <a:pt x="15107" y="7352"/>
                      <a:pt x="12831" y="6821"/>
                    </a:cubicBezTo>
                    <a:cubicBezTo>
                      <a:pt x="11248" y="6440"/>
                      <a:pt x="9600" y="6159"/>
                      <a:pt x="7957" y="6159"/>
                    </a:cubicBezTo>
                    <a:cubicBezTo>
                      <a:pt x="7376" y="6159"/>
                      <a:pt x="6796" y="6194"/>
                      <a:pt x="6219" y="6273"/>
                    </a:cubicBezTo>
                    <a:cubicBezTo>
                      <a:pt x="4408" y="6522"/>
                      <a:pt x="2481" y="7186"/>
                      <a:pt x="1036" y="8316"/>
                    </a:cubicBezTo>
                    <a:cubicBezTo>
                      <a:pt x="687" y="8582"/>
                      <a:pt x="354" y="8898"/>
                      <a:pt x="89" y="9246"/>
                    </a:cubicBezTo>
                    <a:cubicBezTo>
                      <a:pt x="1" y="9347"/>
                      <a:pt x="83" y="9475"/>
                      <a:pt x="179" y="9475"/>
                    </a:cubicBezTo>
                    <a:cubicBezTo>
                      <a:pt x="210" y="9475"/>
                      <a:pt x="243" y="9462"/>
                      <a:pt x="271" y="9429"/>
                    </a:cubicBezTo>
                    <a:cubicBezTo>
                      <a:pt x="1517" y="7834"/>
                      <a:pt x="3661" y="7020"/>
                      <a:pt x="5588" y="6638"/>
                    </a:cubicBezTo>
                    <a:cubicBezTo>
                      <a:pt x="6378" y="6477"/>
                      <a:pt x="7178" y="6408"/>
                      <a:pt x="7980" y="6408"/>
                    </a:cubicBezTo>
                    <a:cubicBezTo>
                      <a:pt x="9657" y="6408"/>
                      <a:pt x="11340" y="6710"/>
                      <a:pt x="12948" y="7103"/>
                    </a:cubicBezTo>
                    <a:cubicBezTo>
                      <a:pt x="17799" y="8283"/>
                      <a:pt x="22501" y="10127"/>
                      <a:pt x="27518" y="10476"/>
                    </a:cubicBezTo>
                    <a:cubicBezTo>
                      <a:pt x="27992" y="10513"/>
                      <a:pt x="28471" y="10534"/>
                      <a:pt x="28952" y="10534"/>
                    </a:cubicBezTo>
                    <a:cubicBezTo>
                      <a:pt x="30608" y="10534"/>
                      <a:pt x="32278" y="10289"/>
                      <a:pt x="33798" y="9645"/>
                    </a:cubicBezTo>
                    <a:cubicBezTo>
                      <a:pt x="35476" y="8947"/>
                      <a:pt x="36955" y="7651"/>
                      <a:pt x="37171" y="5758"/>
                    </a:cubicBezTo>
                    <a:cubicBezTo>
                      <a:pt x="37420" y="3714"/>
                      <a:pt x="36140" y="1737"/>
                      <a:pt x="34363" y="790"/>
                    </a:cubicBezTo>
                    <a:cubicBezTo>
                      <a:pt x="33436" y="306"/>
                      <a:pt x="32350" y="1"/>
                      <a:pt x="3127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2563;p55">
                <a:extLst>
                  <a:ext uri="{FF2B5EF4-FFF2-40B4-BE49-F238E27FC236}">
                    <a16:creationId xmlns:a16="http://schemas.microsoft.com/office/drawing/2014/main" id="{BB8CFB6D-E9FA-DF2E-C102-54FA644807A5}"/>
                  </a:ext>
                </a:extLst>
              </p:cNvPr>
              <p:cNvSpPr/>
              <p:nvPr/>
            </p:nvSpPr>
            <p:spPr>
              <a:xfrm rot="1082506">
                <a:off x="833822" y="1422816"/>
                <a:ext cx="1151187" cy="250817"/>
              </a:xfrm>
              <a:custGeom>
                <a:avLst/>
                <a:gdLst/>
                <a:ahLst/>
                <a:cxnLst/>
                <a:rect l="l" t="t" r="r" b="b"/>
                <a:pathLst>
                  <a:path w="46049" h="10033" extrusionOk="0">
                    <a:moveTo>
                      <a:pt x="7669" y="0"/>
                    </a:moveTo>
                    <a:cubicBezTo>
                      <a:pt x="5621" y="0"/>
                      <a:pt x="3599" y="387"/>
                      <a:pt x="1690" y="1139"/>
                    </a:cubicBezTo>
                    <a:cubicBezTo>
                      <a:pt x="1158" y="1355"/>
                      <a:pt x="627" y="1605"/>
                      <a:pt x="128" y="1887"/>
                    </a:cubicBezTo>
                    <a:cubicBezTo>
                      <a:pt x="1" y="1944"/>
                      <a:pt x="78" y="2121"/>
                      <a:pt x="197" y="2121"/>
                    </a:cubicBezTo>
                    <a:cubicBezTo>
                      <a:pt x="217" y="2121"/>
                      <a:pt x="239" y="2115"/>
                      <a:pt x="261" y="2103"/>
                    </a:cubicBezTo>
                    <a:cubicBezTo>
                      <a:pt x="2540" y="890"/>
                      <a:pt x="5062" y="275"/>
                      <a:pt x="7634" y="275"/>
                    </a:cubicBezTo>
                    <a:cubicBezTo>
                      <a:pt x="7669" y="275"/>
                      <a:pt x="7703" y="275"/>
                      <a:pt x="7737" y="275"/>
                    </a:cubicBezTo>
                    <a:cubicBezTo>
                      <a:pt x="10396" y="275"/>
                      <a:pt x="12921" y="940"/>
                      <a:pt x="15380" y="1953"/>
                    </a:cubicBezTo>
                    <a:cubicBezTo>
                      <a:pt x="16609" y="2452"/>
                      <a:pt x="17805" y="3033"/>
                      <a:pt x="19018" y="3598"/>
                    </a:cubicBezTo>
                    <a:cubicBezTo>
                      <a:pt x="20297" y="4230"/>
                      <a:pt x="21610" y="4811"/>
                      <a:pt x="22906" y="5426"/>
                    </a:cubicBezTo>
                    <a:lnTo>
                      <a:pt x="26843" y="7270"/>
                    </a:lnTo>
                    <a:cubicBezTo>
                      <a:pt x="28039" y="7818"/>
                      <a:pt x="29219" y="8383"/>
                      <a:pt x="30448" y="8865"/>
                    </a:cubicBezTo>
                    <a:cubicBezTo>
                      <a:pt x="32421" y="9640"/>
                      <a:pt x="34525" y="10032"/>
                      <a:pt x="36639" y="10032"/>
                    </a:cubicBezTo>
                    <a:cubicBezTo>
                      <a:pt x="37018" y="10032"/>
                      <a:pt x="37397" y="10020"/>
                      <a:pt x="37775" y="9995"/>
                    </a:cubicBezTo>
                    <a:cubicBezTo>
                      <a:pt x="38971" y="9928"/>
                      <a:pt x="40151" y="9695"/>
                      <a:pt x="41297" y="9330"/>
                    </a:cubicBezTo>
                    <a:cubicBezTo>
                      <a:pt x="42311" y="9031"/>
                      <a:pt x="43224" y="8499"/>
                      <a:pt x="43972" y="7785"/>
                    </a:cubicBezTo>
                    <a:cubicBezTo>
                      <a:pt x="45351" y="6406"/>
                      <a:pt x="46049" y="4263"/>
                      <a:pt x="45052" y="2468"/>
                    </a:cubicBezTo>
                    <a:cubicBezTo>
                      <a:pt x="44304" y="1139"/>
                      <a:pt x="42759" y="259"/>
                      <a:pt x="41281" y="93"/>
                    </a:cubicBezTo>
                    <a:cubicBezTo>
                      <a:pt x="41126" y="71"/>
                      <a:pt x="40971" y="60"/>
                      <a:pt x="40817" y="60"/>
                    </a:cubicBezTo>
                    <a:cubicBezTo>
                      <a:pt x="40255" y="60"/>
                      <a:pt x="39699" y="201"/>
                      <a:pt x="39204" y="475"/>
                    </a:cubicBezTo>
                    <a:cubicBezTo>
                      <a:pt x="38523" y="874"/>
                      <a:pt x="38041" y="1521"/>
                      <a:pt x="37858" y="2286"/>
                    </a:cubicBezTo>
                    <a:cubicBezTo>
                      <a:pt x="37642" y="3183"/>
                      <a:pt x="37941" y="4113"/>
                      <a:pt x="38656" y="4695"/>
                    </a:cubicBezTo>
                    <a:cubicBezTo>
                      <a:pt x="38978" y="4927"/>
                      <a:pt x="39352" y="5041"/>
                      <a:pt x="39724" y="5041"/>
                    </a:cubicBezTo>
                    <a:cubicBezTo>
                      <a:pt x="40176" y="5041"/>
                      <a:pt x="40626" y="4873"/>
                      <a:pt x="40981" y="4545"/>
                    </a:cubicBezTo>
                    <a:cubicBezTo>
                      <a:pt x="41281" y="4263"/>
                      <a:pt x="41463" y="3881"/>
                      <a:pt x="41496" y="3482"/>
                    </a:cubicBezTo>
                    <a:cubicBezTo>
                      <a:pt x="41505" y="3393"/>
                      <a:pt x="41445" y="3351"/>
                      <a:pt x="41381" y="3351"/>
                    </a:cubicBezTo>
                    <a:cubicBezTo>
                      <a:pt x="41313" y="3351"/>
                      <a:pt x="41239" y="3397"/>
                      <a:pt x="41231" y="3482"/>
                    </a:cubicBezTo>
                    <a:cubicBezTo>
                      <a:pt x="41175" y="4255"/>
                      <a:pt x="40409" y="4798"/>
                      <a:pt x="39656" y="4798"/>
                    </a:cubicBezTo>
                    <a:cubicBezTo>
                      <a:pt x="39503" y="4798"/>
                      <a:pt x="39350" y="4776"/>
                      <a:pt x="39204" y="4728"/>
                    </a:cubicBezTo>
                    <a:cubicBezTo>
                      <a:pt x="38290" y="4396"/>
                      <a:pt x="37891" y="3266"/>
                      <a:pt x="38107" y="2369"/>
                    </a:cubicBezTo>
                    <a:cubicBezTo>
                      <a:pt x="38273" y="1621"/>
                      <a:pt x="38772" y="990"/>
                      <a:pt x="39453" y="624"/>
                    </a:cubicBezTo>
                    <a:cubicBezTo>
                      <a:pt x="39901" y="423"/>
                      <a:pt x="40380" y="319"/>
                      <a:pt x="40864" y="319"/>
                    </a:cubicBezTo>
                    <a:cubicBezTo>
                      <a:pt x="41097" y="319"/>
                      <a:pt x="41331" y="343"/>
                      <a:pt x="41563" y="392"/>
                    </a:cubicBezTo>
                    <a:cubicBezTo>
                      <a:pt x="43042" y="674"/>
                      <a:pt x="44537" y="1688"/>
                      <a:pt x="45068" y="3150"/>
                    </a:cubicBezTo>
                    <a:cubicBezTo>
                      <a:pt x="45733" y="5010"/>
                      <a:pt x="44653" y="7070"/>
                      <a:pt x="43141" y="8167"/>
                    </a:cubicBezTo>
                    <a:cubicBezTo>
                      <a:pt x="42277" y="8798"/>
                      <a:pt x="41214" y="9131"/>
                      <a:pt x="40201" y="9380"/>
                    </a:cubicBezTo>
                    <a:cubicBezTo>
                      <a:pt x="39054" y="9646"/>
                      <a:pt x="37891" y="9779"/>
                      <a:pt x="36728" y="9779"/>
                    </a:cubicBezTo>
                    <a:cubicBezTo>
                      <a:pt x="36656" y="9780"/>
                      <a:pt x="36584" y="9780"/>
                      <a:pt x="36512" y="9780"/>
                    </a:cubicBezTo>
                    <a:cubicBezTo>
                      <a:pt x="35440" y="9780"/>
                      <a:pt x="34382" y="9665"/>
                      <a:pt x="33339" y="9463"/>
                    </a:cubicBezTo>
                    <a:cubicBezTo>
                      <a:pt x="32076" y="9180"/>
                      <a:pt x="30847" y="8782"/>
                      <a:pt x="29667" y="8267"/>
                    </a:cubicBezTo>
                    <a:cubicBezTo>
                      <a:pt x="27258" y="7237"/>
                      <a:pt x="24883" y="6057"/>
                      <a:pt x="22524" y="4961"/>
                    </a:cubicBezTo>
                    <a:cubicBezTo>
                      <a:pt x="20231" y="3881"/>
                      <a:pt x="17955" y="2734"/>
                      <a:pt x="15612" y="1771"/>
                    </a:cubicBezTo>
                    <a:cubicBezTo>
                      <a:pt x="13369" y="824"/>
                      <a:pt x="11027" y="159"/>
                      <a:pt x="8585" y="26"/>
                    </a:cubicBezTo>
                    <a:cubicBezTo>
                      <a:pt x="8279" y="9"/>
                      <a:pt x="7974" y="0"/>
                      <a:pt x="76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4" name="Google Shape;2274;p47"/>
          <p:cNvSpPr txBox="1">
            <a:spLocks noGrp="1"/>
          </p:cNvSpPr>
          <p:nvPr>
            <p:ph type="title"/>
          </p:nvPr>
        </p:nvSpPr>
        <p:spPr>
          <a:xfrm>
            <a:off x="720000" y="78791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3D6D70"/>
                </a:solidFill>
              </a:rPr>
              <a:t>DEFINICIÓN</a:t>
            </a:r>
            <a:r>
              <a:rPr lang="en" dirty="0">
                <a:solidFill>
                  <a:schemeClr val="accent3"/>
                </a:solidFill>
              </a:rPr>
              <a:t> Y ALCANCE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275" name="Google Shape;2275;p47"/>
          <p:cNvSpPr txBox="1">
            <a:spLocks noGrp="1"/>
          </p:cNvSpPr>
          <p:nvPr>
            <p:ph type="body" idx="1"/>
          </p:nvPr>
        </p:nvSpPr>
        <p:spPr>
          <a:xfrm>
            <a:off x="827138" y="2613515"/>
            <a:ext cx="3333008" cy="12933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solidFill>
                  <a:schemeClr val="accent3"/>
                </a:solidFill>
              </a:rPr>
              <a:t>La aplicación permite seleccionar países y visualizar su temperatura actual mediante el consumo de </a:t>
            </a:r>
            <a:r>
              <a:rPr lang="es-MX" sz="1600" dirty="0" err="1">
                <a:solidFill>
                  <a:schemeClr val="accent3"/>
                </a:solidFill>
              </a:rPr>
              <a:t>OpernWeather</a:t>
            </a:r>
            <a:r>
              <a:rPr lang="es-MX" sz="1600" dirty="0">
                <a:solidFill>
                  <a:schemeClr val="accent3"/>
                </a:solidFill>
              </a:rPr>
              <a:t> API.</a:t>
            </a:r>
            <a:endParaRPr sz="1600" dirty="0">
              <a:solidFill>
                <a:schemeClr val="accent3"/>
              </a:solidFill>
            </a:endParaRP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.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276" name="Google Shape;2276;p47"/>
          <p:cNvSpPr/>
          <p:nvPr/>
        </p:nvSpPr>
        <p:spPr>
          <a:xfrm>
            <a:off x="8536794" y="382470"/>
            <a:ext cx="67575" cy="71217"/>
          </a:xfrm>
          <a:custGeom>
            <a:avLst/>
            <a:gdLst/>
            <a:ahLst/>
            <a:cxnLst/>
            <a:rect l="l" t="t" r="r" b="b"/>
            <a:pathLst>
              <a:path w="631" h="665" extrusionOk="0">
                <a:moveTo>
                  <a:pt x="394" y="1"/>
                </a:moveTo>
                <a:lnTo>
                  <a:pt x="237" y="169"/>
                </a:lnTo>
                <a:lnTo>
                  <a:pt x="1" y="124"/>
                </a:lnTo>
                <a:lnTo>
                  <a:pt x="1" y="124"/>
                </a:lnTo>
                <a:lnTo>
                  <a:pt x="113" y="327"/>
                </a:lnTo>
                <a:lnTo>
                  <a:pt x="1" y="540"/>
                </a:lnTo>
                <a:lnTo>
                  <a:pt x="1" y="540"/>
                </a:lnTo>
                <a:lnTo>
                  <a:pt x="237" y="495"/>
                </a:lnTo>
                <a:lnTo>
                  <a:pt x="394" y="664"/>
                </a:lnTo>
                <a:lnTo>
                  <a:pt x="428" y="439"/>
                </a:lnTo>
                <a:lnTo>
                  <a:pt x="630" y="327"/>
                </a:lnTo>
                <a:lnTo>
                  <a:pt x="428" y="226"/>
                </a:lnTo>
                <a:lnTo>
                  <a:pt x="39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2637;p56">
            <a:extLst>
              <a:ext uri="{FF2B5EF4-FFF2-40B4-BE49-F238E27FC236}">
                <a16:creationId xmlns:a16="http://schemas.microsoft.com/office/drawing/2014/main" id="{C555BF6E-1A0B-32FC-171F-B2AD826E85D7}"/>
              </a:ext>
            </a:extLst>
          </p:cNvPr>
          <p:cNvSpPr/>
          <p:nvPr/>
        </p:nvSpPr>
        <p:spPr>
          <a:xfrm flipH="1">
            <a:off x="4454156" y="1298301"/>
            <a:ext cx="84389" cy="88030"/>
          </a:xfrm>
          <a:custGeom>
            <a:avLst/>
            <a:gdLst/>
            <a:ahLst/>
            <a:cxnLst/>
            <a:rect l="l" t="t" r="r" b="b"/>
            <a:pathLst>
              <a:path w="788" h="822" extrusionOk="0">
                <a:moveTo>
                  <a:pt x="281" y="1"/>
                </a:moveTo>
                <a:lnTo>
                  <a:pt x="247" y="282"/>
                </a:lnTo>
                <a:lnTo>
                  <a:pt x="0" y="428"/>
                </a:lnTo>
                <a:lnTo>
                  <a:pt x="259" y="540"/>
                </a:lnTo>
                <a:lnTo>
                  <a:pt x="304" y="821"/>
                </a:lnTo>
                <a:lnTo>
                  <a:pt x="506" y="608"/>
                </a:lnTo>
                <a:lnTo>
                  <a:pt x="787" y="653"/>
                </a:lnTo>
                <a:lnTo>
                  <a:pt x="641" y="405"/>
                </a:lnTo>
                <a:lnTo>
                  <a:pt x="765" y="147"/>
                </a:lnTo>
                <a:lnTo>
                  <a:pt x="483" y="203"/>
                </a:lnTo>
                <a:lnTo>
                  <a:pt x="2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2481;p54">
            <a:extLst>
              <a:ext uri="{FF2B5EF4-FFF2-40B4-BE49-F238E27FC236}">
                <a16:creationId xmlns:a16="http://schemas.microsoft.com/office/drawing/2014/main" id="{FC130F07-12F9-7D0C-E285-FA57E4B26096}"/>
              </a:ext>
            </a:extLst>
          </p:cNvPr>
          <p:cNvSpPr/>
          <p:nvPr/>
        </p:nvSpPr>
        <p:spPr>
          <a:xfrm>
            <a:off x="2156142" y="1760200"/>
            <a:ext cx="675000" cy="675000"/>
          </a:xfrm>
          <a:prstGeom prst="ellipse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" name="Google Shape;2484;p54">
            <a:extLst>
              <a:ext uri="{FF2B5EF4-FFF2-40B4-BE49-F238E27FC236}">
                <a16:creationId xmlns:a16="http://schemas.microsoft.com/office/drawing/2014/main" id="{89B2C584-0EC7-57D5-58F1-5BA8B38BDD39}"/>
              </a:ext>
            </a:extLst>
          </p:cNvPr>
          <p:cNvGrpSpPr/>
          <p:nvPr/>
        </p:nvGrpSpPr>
        <p:grpSpPr>
          <a:xfrm>
            <a:off x="2291311" y="1913153"/>
            <a:ext cx="404663" cy="369094"/>
            <a:chOff x="6652154" y="3716623"/>
            <a:chExt cx="560631" cy="511352"/>
          </a:xfrm>
        </p:grpSpPr>
        <p:sp>
          <p:nvSpPr>
            <p:cNvPr id="5" name="Google Shape;2485;p54">
              <a:extLst>
                <a:ext uri="{FF2B5EF4-FFF2-40B4-BE49-F238E27FC236}">
                  <a16:creationId xmlns:a16="http://schemas.microsoft.com/office/drawing/2014/main" id="{05E7043A-CF37-BFD3-6CB2-081A6767FC92}"/>
                </a:ext>
              </a:extLst>
            </p:cNvPr>
            <p:cNvSpPr/>
            <p:nvPr/>
          </p:nvSpPr>
          <p:spPr>
            <a:xfrm>
              <a:off x="6652154" y="3716623"/>
              <a:ext cx="560631" cy="511352"/>
            </a:xfrm>
            <a:custGeom>
              <a:avLst/>
              <a:gdLst/>
              <a:ahLst/>
              <a:cxnLst/>
              <a:rect l="l" t="t" r="r" b="b"/>
              <a:pathLst>
                <a:path w="97163" h="88661" extrusionOk="0">
                  <a:moveTo>
                    <a:pt x="48942" y="1"/>
                  </a:moveTo>
                  <a:cubicBezTo>
                    <a:pt x="46560" y="1"/>
                    <a:pt x="44145" y="185"/>
                    <a:pt x="41715" y="565"/>
                  </a:cubicBezTo>
                  <a:cubicBezTo>
                    <a:pt x="16981" y="4433"/>
                    <a:pt x="0" y="27180"/>
                    <a:pt x="3779" y="51346"/>
                  </a:cubicBezTo>
                  <a:cubicBezTo>
                    <a:pt x="7187" y="73133"/>
                    <a:pt x="26312" y="88661"/>
                    <a:pt x="48182" y="88661"/>
                  </a:cubicBezTo>
                  <a:cubicBezTo>
                    <a:pt x="50571" y="88661"/>
                    <a:pt x="52993" y="88476"/>
                    <a:pt x="55431" y="88093"/>
                  </a:cubicBezTo>
                  <a:cubicBezTo>
                    <a:pt x="80165" y="84225"/>
                    <a:pt x="97163" y="61496"/>
                    <a:pt x="93366" y="37311"/>
                  </a:cubicBezTo>
                  <a:cubicBezTo>
                    <a:pt x="89958" y="15517"/>
                    <a:pt x="70820" y="1"/>
                    <a:pt x="489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" name="Google Shape;2486;p54">
              <a:extLst>
                <a:ext uri="{FF2B5EF4-FFF2-40B4-BE49-F238E27FC236}">
                  <a16:creationId xmlns:a16="http://schemas.microsoft.com/office/drawing/2014/main" id="{0D9524C7-4ED6-2802-A62D-C2EEA5CA3568}"/>
                </a:ext>
              </a:extLst>
            </p:cNvPr>
            <p:cNvGrpSpPr/>
            <p:nvPr/>
          </p:nvGrpSpPr>
          <p:grpSpPr>
            <a:xfrm>
              <a:off x="6669657" y="3716715"/>
              <a:ext cx="466779" cy="464290"/>
              <a:chOff x="6669657" y="3716715"/>
              <a:chExt cx="466779" cy="464290"/>
            </a:xfrm>
          </p:grpSpPr>
          <p:sp>
            <p:nvSpPr>
              <p:cNvPr id="7" name="Google Shape;2487;p54">
                <a:extLst>
                  <a:ext uri="{FF2B5EF4-FFF2-40B4-BE49-F238E27FC236}">
                    <a16:creationId xmlns:a16="http://schemas.microsoft.com/office/drawing/2014/main" id="{535996FE-F5BC-CDB3-401F-5EC2D33FA5D7}"/>
                  </a:ext>
                </a:extLst>
              </p:cNvPr>
              <p:cNvSpPr/>
              <p:nvPr/>
            </p:nvSpPr>
            <p:spPr>
              <a:xfrm>
                <a:off x="6669657" y="3716715"/>
                <a:ext cx="386382" cy="464290"/>
              </a:xfrm>
              <a:custGeom>
                <a:avLst/>
                <a:gdLst/>
                <a:ahLst/>
                <a:cxnLst/>
                <a:rect l="l" t="t" r="r" b="b"/>
                <a:pathLst>
                  <a:path w="66964" h="80501" extrusionOk="0">
                    <a:moveTo>
                      <a:pt x="45863" y="0"/>
                    </a:moveTo>
                    <a:cubicBezTo>
                      <a:pt x="43461" y="0"/>
                      <a:pt x="41054" y="188"/>
                      <a:pt x="38663" y="566"/>
                    </a:cubicBezTo>
                    <a:cubicBezTo>
                      <a:pt x="20352" y="3441"/>
                      <a:pt x="6281" y="16660"/>
                      <a:pt x="1757" y="33161"/>
                    </a:cubicBezTo>
                    <a:lnTo>
                      <a:pt x="4081" y="32487"/>
                    </a:lnTo>
                    <a:lnTo>
                      <a:pt x="4081" y="32487"/>
                    </a:lnTo>
                    <a:cubicBezTo>
                      <a:pt x="4756" y="33871"/>
                      <a:pt x="3939" y="34971"/>
                      <a:pt x="3496" y="36213"/>
                    </a:cubicBezTo>
                    <a:cubicBezTo>
                      <a:pt x="3088" y="37384"/>
                      <a:pt x="2129" y="37207"/>
                      <a:pt x="1384" y="37295"/>
                    </a:cubicBezTo>
                    <a:cubicBezTo>
                      <a:pt x="1207" y="37313"/>
                      <a:pt x="1012" y="37348"/>
                      <a:pt x="816" y="37366"/>
                    </a:cubicBezTo>
                    <a:cubicBezTo>
                      <a:pt x="36" y="41997"/>
                      <a:pt x="0" y="46717"/>
                      <a:pt x="728" y="51348"/>
                    </a:cubicBezTo>
                    <a:cubicBezTo>
                      <a:pt x="2644" y="63591"/>
                      <a:pt x="9528" y="73847"/>
                      <a:pt x="19057" y="80501"/>
                    </a:cubicBezTo>
                    <a:cubicBezTo>
                      <a:pt x="18897" y="80217"/>
                      <a:pt x="18737" y="79950"/>
                      <a:pt x="18560" y="79684"/>
                    </a:cubicBezTo>
                    <a:cubicBezTo>
                      <a:pt x="18099" y="79010"/>
                      <a:pt x="17069" y="77928"/>
                      <a:pt x="17194" y="77768"/>
                    </a:cubicBezTo>
                    <a:cubicBezTo>
                      <a:pt x="18081" y="76703"/>
                      <a:pt x="16094" y="76632"/>
                      <a:pt x="16626" y="75834"/>
                    </a:cubicBezTo>
                    <a:cubicBezTo>
                      <a:pt x="15206" y="74876"/>
                      <a:pt x="14816" y="73652"/>
                      <a:pt x="15277" y="71948"/>
                    </a:cubicBezTo>
                    <a:cubicBezTo>
                      <a:pt x="15455" y="71292"/>
                      <a:pt x="15100" y="70529"/>
                      <a:pt x="14426" y="69854"/>
                    </a:cubicBezTo>
                    <a:cubicBezTo>
                      <a:pt x="13468" y="68896"/>
                      <a:pt x="12811" y="67601"/>
                      <a:pt x="12101" y="66394"/>
                    </a:cubicBezTo>
                    <a:cubicBezTo>
                      <a:pt x="11782" y="65862"/>
                      <a:pt x="11338" y="65152"/>
                      <a:pt x="11463" y="64620"/>
                    </a:cubicBezTo>
                    <a:cubicBezTo>
                      <a:pt x="11871" y="62739"/>
                      <a:pt x="12172" y="60734"/>
                      <a:pt x="13095" y="59102"/>
                    </a:cubicBezTo>
                    <a:cubicBezTo>
                      <a:pt x="14337" y="56919"/>
                      <a:pt x="14284" y="54914"/>
                      <a:pt x="13343" y="51969"/>
                    </a:cubicBezTo>
                    <a:lnTo>
                      <a:pt x="13343" y="51969"/>
                    </a:lnTo>
                    <a:cubicBezTo>
                      <a:pt x="12811" y="53619"/>
                      <a:pt x="11888" y="53229"/>
                      <a:pt x="11090" y="53353"/>
                    </a:cubicBezTo>
                    <a:cubicBezTo>
                      <a:pt x="10814" y="53401"/>
                      <a:pt x="10612" y="53439"/>
                      <a:pt x="10447" y="53439"/>
                    </a:cubicBezTo>
                    <a:cubicBezTo>
                      <a:pt x="9997" y="53439"/>
                      <a:pt x="9823" y="53151"/>
                      <a:pt x="9174" y="51969"/>
                    </a:cubicBezTo>
                    <a:cubicBezTo>
                      <a:pt x="7861" y="50763"/>
                      <a:pt x="6619" y="49485"/>
                      <a:pt x="5447" y="48136"/>
                    </a:cubicBezTo>
                    <a:cubicBezTo>
                      <a:pt x="5270" y="47853"/>
                      <a:pt x="5146" y="47551"/>
                      <a:pt x="5110" y="47214"/>
                    </a:cubicBezTo>
                    <a:cubicBezTo>
                      <a:pt x="4862" y="45759"/>
                      <a:pt x="4649" y="44304"/>
                      <a:pt x="4773" y="42796"/>
                    </a:cubicBezTo>
                    <a:lnTo>
                      <a:pt x="4773" y="42796"/>
                    </a:lnTo>
                    <a:lnTo>
                      <a:pt x="9653" y="51756"/>
                    </a:lnTo>
                    <a:cubicBezTo>
                      <a:pt x="11924" y="50745"/>
                      <a:pt x="13680" y="49201"/>
                      <a:pt x="15650" y="47995"/>
                    </a:cubicBezTo>
                    <a:cubicBezTo>
                      <a:pt x="17034" y="47161"/>
                      <a:pt x="17584" y="45954"/>
                      <a:pt x="18045" y="44606"/>
                    </a:cubicBezTo>
                    <a:cubicBezTo>
                      <a:pt x="18205" y="44109"/>
                      <a:pt x="18329" y="43594"/>
                      <a:pt x="18436" y="43080"/>
                    </a:cubicBezTo>
                    <a:lnTo>
                      <a:pt x="15597" y="40542"/>
                    </a:lnTo>
                    <a:lnTo>
                      <a:pt x="15224" y="41749"/>
                    </a:lnTo>
                    <a:cubicBezTo>
                      <a:pt x="14000" y="41092"/>
                      <a:pt x="12793" y="40507"/>
                      <a:pt x="11640" y="39833"/>
                    </a:cubicBezTo>
                    <a:cubicBezTo>
                      <a:pt x="10593" y="39212"/>
                      <a:pt x="10433" y="38395"/>
                      <a:pt x="11374" y="37082"/>
                    </a:cubicBezTo>
                    <a:lnTo>
                      <a:pt x="11374" y="37082"/>
                    </a:lnTo>
                    <a:cubicBezTo>
                      <a:pt x="12448" y="38789"/>
                      <a:pt x="13681" y="39825"/>
                      <a:pt x="15346" y="39825"/>
                    </a:cubicBezTo>
                    <a:cubicBezTo>
                      <a:pt x="15689" y="39825"/>
                      <a:pt x="16049" y="39781"/>
                      <a:pt x="16431" y="39691"/>
                    </a:cubicBezTo>
                    <a:cubicBezTo>
                      <a:pt x="16437" y="39689"/>
                      <a:pt x="16444" y="39688"/>
                      <a:pt x="16450" y="39688"/>
                    </a:cubicBezTo>
                    <a:cubicBezTo>
                      <a:pt x="16592" y="39688"/>
                      <a:pt x="16795" y="40029"/>
                      <a:pt x="16998" y="40063"/>
                    </a:cubicBezTo>
                    <a:cubicBezTo>
                      <a:pt x="17810" y="40257"/>
                      <a:pt x="18605" y="40492"/>
                      <a:pt x="19428" y="40492"/>
                    </a:cubicBezTo>
                    <a:cubicBezTo>
                      <a:pt x="19811" y="40492"/>
                      <a:pt x="20200" y="40441"/>
                      <a:pt x="20600" y="40312"/>
                    </a:cubicBezTo>
                    <a:cubicBezTo>
                      <a:pt x="21150" y="40152"/>
                      <a:pt x="21718" y="40045"/>
                      <a:pt x="22304" y="40010"/>
                    </a:cubicBezTo>
                    <a:cubicBezTo>
                      <a:pt x="24003" y="41489"/>
                      <a:pt x="25144" y="42940"/>
                      <a:pt x="27015" y="42940"/>
                    </a:cubicBezTo>
                    <a:cubicBezTo>
                      <a:pt x="27253" y="42940"/>
                      <a:pt x="27504" y="42917"/>
                      <a:pt x="27769" y="42867"/>
                    </a:cubicBezTo>
                    <a:cubicBezTo>
                      <a:pt x="27999" y="44251"/>
                      <a:pt x="27875" y="45564"/>
                      <a:pt x="28407" y="46486"/>
                    </a:cubicBezTo>
                    <a:cubicBezTo>
                      <a:pt x="29614" y="48616"/>
                      <a:pt x="31158" y="50532"/>
                      <a:pt x="32701" y="52732"/>
                    </a:cubicBezTo>
                    <a:lnTo>
                      <a:pt x="34600" y="50425"/>
                    </a:lnTo>
                    <a:lnTo>
                      <a:pt x="34103" y="47196"/>
                    </a:lnTo>
                    <a:cubicBezTo>
                      <a:pt x="34972" y="46096"/>
                      <a:pt x="36268" y="45173"/>
                      <a:pt x="36286" y="44251"/>
                    </a:cubicBezTo>
                    <a:cubicBezTo>
                      <a:pt x="36303" y="42707"/>
                      <a:pt x="38503" y="42955"/>
                      <a:pt x="38202" y="41394"/>
                    </a:cubicBezTo>
                    <a:cubicBezTo>
                      <a:pt x="38184" y="41305"/>
                      <a:pt x="39604" y="40986"/>
                      <a:pt x="40313" y="40702"/>
                    </a:cubicBezTo>
                    <a:cubicBezTo>
                      <a:pt x="40650" y="40560"/>
                      <a:pt x="40899" y="40223"/>
                      <a:pt x="41378" y="39797"/>
                    </a:cubicBezTo>
                    <a:lnTo>
                      <a:pt x="44785" y="44978"/>
                    </a:lnTo>
                    <a:lnTo>
                      <a:pt x="46630" y="43914"/>
                    </a:lnTo>
                    <a:cubicBezTo>
                      <a:pt x="47553" y="45102"/>
                      <a:pt x="46754" y="46699"/>
                      <a:pt x="48067" y="47480"/>
                    </a:cubicBezTo>
                    <a:cubicBezTo>
                      <a:pt x="47020" y="50124"/>
                      <a:pt x="48741" y="51508"/>
                      <a:pt x="50445" y="52980"/>
                    </a:cubicBezTo>
                    <a:cubicBezTo>
                      <a:pt x="50764" y="53247"/>
                      <a:pt x="50640" y="54010"/>
                      <a:pt x="50746" y="54684"/>
                    </a:cubicBezTo>
                    <a:cubicBezTo>
                      <a:pt x="49546" y="54279"/>
                      <a:pt x="48739" y="53108"/>
                      <a:pt x="47515" y="53108"/>
                    </a:cubicBezTo>
                    <a:cubicBezTo>
                      <a:pt x="47074" y="53108"/>
                      <a:pt x="46579" y="53260"/>
                      <a:pt x="45991" y="53655"/>
                    </a:cubicBezTo>
                    <a:cubicBezTo>
                      <a:pt x="46130" y="53637"/>
                      <a:pt x="46261" y="53629"/>
                      <a:pt x="46385" y="53629"/>
                    </a:cubicBezTo>
                    <a:cubicBezTo>
                      <a:pt x="47902" y="53629"/>
                      <a:pt x="48314" y="54868"/>
                      <a:pt x="48954" y="55606"/>
                    </a:cubicBezTo>
                    <a:cubicBezTo>
                      <a:pt x="49646" y="56387"/>
                      <a:pt x="51119" y="56937"/>
                      <a:pt x="50782" y="58712"/>
                    </a:cubicBezTo>
                    <a:cubicBezTo>
                      <a:pt x="50925" y="58653"/>
                      <a:pt x="51063" y="58628"/>
                      <a:pt x="51196" y="58628"/>
                    </a:cubicBezTo>
                    <a:cubicBezTo>
                      <a:pt x="52116" y="58628"/>
                      <a:pt x="52822" y="59846"/>
                      <a:pt x="53828" y="59846"/>
                    </a:cubicBezTo>
                    <a:cubicBezTo>
                      <a:pt x="54135" y="59846"/>
                      <a:pt x="54469" y="59733"/>
                      <a:pt x="54845" y="59439"/>
                    </a:cubicBezTo>
                    <a:lnTo>
                      <a:pt x="55431" y="57026"/>
                    </a:lnTo>
                    <a:cubicBezTo>
                      <a:pt x="55147" y="56955"/>
                      <a:pt x="54863" y="56902"/>
                      <a:pt x="54579" y="56849"/>
                    </a:cubicBezTo>
                    <a:cubicBezTo>
                      <a:pt x="53053" y="56760"/>
                      <a:pt x="51385" y="55819"/>
                      <a:pt x="51793" y="55269"/>
                    </a:cubicBezTo>
                    <a:lnTo>
                      <a:pt x="52787" y="54844"/>
                    </a:lnTo>
                    <a:lnTo>
                      <a:pt x="52414" y="52501"/>
                    </a:lnTo>
                    <a:cubicBezTo>
                      <a:pt x="48866" y="49893"/>
                      <a:pt x="48440" y="48917"/>
                      <a:pt x="49770" y="46291"/>
                    </a:cubicBezTo>
                    <a:lnTo>
                      <a:pt x="49770" y="46291"/>
                    </a:lnTo>
                    <a:cubicBezTo>
                      <a:pt x="50462" y="46859"/>
                      <a:pt x="51208" y="47338"/>
                      <a:pt x="51775" y="47977"/>
                    </a:cubicBezTo>
                    <a:cubicBezTo>
                      <a:pt x="52326" y="48562"/>
                      <a:pt x="52698" y="49325"/>
                      <a:pt x="53088" y="49929"/>
                    </a:cubicBezTo>
                    <a:lnTo>
                      <a:pt x="55821" y="46948"/>
                    </a:lnTo>
                    <a:lnTo>
                      <a:pt x="55200" y="42955"/>
                    </a:lnTo>
                    <a:lnTo>
                      <a:pt x="52805" y="41447"/>
                    </a:lnTo>
                    <a:lnTo>
                      <a:pt x="53585" y="38253"/>
                    </a:lnTo>
                    <a:lnTo>
                      <a:pt x="55111" y="39229"/>
                    </a:lnTo>
                    <a:cubicBezTo>
                      <a:pt x="55111" y="40045"/>
                      <a:pt x="55111" y="40542"/>
                      <a:pt x="55111" y="41039"/>
                    </a:cubicBezTo>
                    <a:lnTo>
                      <a:pt x="56300" y="41021"/>
                    </a:lnTo>
                    <a:lnTo>
                      <a:pt x="56034" y="38466"/>
                    </a:lnTo>
                    <a:cubicBezTo>
                      <a:pt x="59778" y="37011"/>
                      <a:pt x="60754" y="35876"/>
                      <a:pt x="62546" y="30925"/>
                    </a:cubicBezTo>
                    <a:lnTo>
                      <a:pt x="59370" y="25407"/>
                    </a:lnTo>
                    <a:lnTo>
                      <a:pt x="60754" y="24609"/>
                    </a:lnTo>
                    <a:cubicBezTo>
                      <a:pt x="60620" y="24079"/>
                      <a:pt x="60336" y="23926"/>
                      <a:pt x="59999" y="23926"/>
                    </a:cubicBezTo>
                    <a:cubicBezTo>
                      <a:pt x="59536" y="23926"/>
                      <a:pt x="58975" y="24215"/>
                      <a:pt x="58567" y="24215"/>
                    </a:cubicBezTo>
                    <a:cubicBezTo>
                      <a:pt x="58326" y="24215"/>
                      <a:pt x="58138" y="24114"/>
                      <a:pt x="58057" y="23792"/>
                    </a:cubicBezTo>
                    <a:lnTo>
                      <a:pt x="59316" y="21344"/>
                    </a:lnTo>
                    <a:lnTo>
                      <a:pt x="60062" y="22692"/>
                    </a:lnTo>
                    <a:lnTo>
                      <a:pt x="61286" y="21858"/>
                    </a:lnTo>
                    <a:lnTo>
                      <a:pt x="63504" y="23775"/>
                    </a:lnTo>
                    <a:lnTo>
                      <a:pt x="64178" y="27040"/>
                    </a:lnTo>
                    <a:cubicBezTo>
                      <a:pt x="64959" y="25993"/>
                      <a:pt x="65598" y="25478"/>
                      <a:pt x="65775" y="24822"/>
                    </a:cubicBezTo>
                    <a:cubicBezTo>
                      <a:pt x="66201" y="23367"/>
                      <a:pt x="64356" y="23225"/>
                      <a:pt x="64089" y="22515"/>
                    </a:cubicBezTo>
                    <a:lnTo>
                      <a:pt x="64444" y="18647"/>
                    </a:lnTo>
                    <a:cubicBezTo>
                      <a:pt x="66520" y="17955"/>
                      <a:pt x="66538" y="17902"/>
                      <a:pt x="66609" y="16305"/>
                    </a:cubicBezTo>
                    <a:cubicBezTo>
                      <a:pt x="66698" y="14229"/>
                      <a:pt x="66840" y="12171"/>
                      <a:pt x="66964" y="10059"/>
                    </a:cubicBezTo>
                    <a:cubicBezTo>
                      <a:pt x="65951" y="8994"/>
                      <a:pt x="64617" y="8884"/>
                      <a:pt x="63235" y="8884"/>
                    </a:cubicBezTo>
                    <a:cubicBezTo>
                      <a:pt x="62876" y="8884"/>
                      <a:pt x="62514" y="8891"/>
                      <a:pt x="62153" y="8891"/>
                    </a:cubicBezTo>
                    <a:cubicBezTo>
                      <a:pt x="62029" y="8891"/>
                      <a:pt x="61906" y="8890"/>
                      <a:pt x="61783" y="8888"/>
                    </a:cubicBezTo>
                    <a:cubicBezTo>
                      <a:pt x="61978" y="8001"/>
                      <a:pt x="62209" y="7362"/>
                      <a:pt x="62262" y="6741"/>
                    </a:cubicBezTo>
                    <a:cubicBezTo>
                      <a:pt x="62297" y="6102"/>
                      <a:pt x="62173" y="5464"/>
                      <a:pt x="62120" y="4701"/>
                    </a:cubicBezTo>
                    <a:lnTo>
                      <a:pt x="65119" y="4239"/>
                    </a:lnTo>
                    <a:cubicBezTo>
                      <a:pt x="59052" y="1427"/>
                      <a:pt x="52479" y="0"/>
                      <a:pt x="4586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2488;p54">
                <a:extLst>
                  <a:ext uri="{FF2B5EF4-FFF2-40B4-BE49-F238E27FC236}">
                    <a16:creationId xmlns:a16="http://schemas.microsoft.com/office/drawing/2014/main" id="{7E28F37D-80E4-A327-B67F-1CC0768244BC}"/>
                  </a:ext>
                </a:extLst>
              </p:cNvPr>
              <p:cNvSpPr/>
              <p:nvPr/>
            </p:nvSpPr>
            <p:spPr>
              <a:xfrm>
                <a:off x="7010819" y="4061082"/>
                <a:ext cx="117645" cy="102137"/>
              </a:xfrm>
              <a:custGeom>
                <a:avLst/>
                <a:gdLst/>
                <a:ahLst/>
                <a:cxnLst/>
                <a:rect l="l" t="t" r="r" b="b"/>
                <a:pathLst>
                  <a:path w="20389" h="17709" extrusionOk="0">
                    <a:moveTo>
                      <a:pt x="17567" y="0"/>
                    </a:moveTo>
                    <a:lnTo>
                      <a:pt x="17567" y="0"/>
                    </a:lnTo>
                    <a:cubicBezTo>
                      <a:pt x="17070" y="1331"/>
                      <a:pt x="16644" y="2697"/>
                      <a:pt x="16307" y="4081"/>
                    </a:cubicBezTo>
                    <a:cubicBezTo>
                      <a:pt x="16278" y="4199"/>
                      <a:pt x="16114" y="4268"/>
                      <a:pt x="16100" y="4268"/>
                    </a:cubicBezTo>
                    <a:cubicBezTo>
                      <a:pt x="16097" y="4268"/>
                      <a:pt x="16100" y="4265"/>
                      <a:pt x="16112" y="4259"/>
                    </a:cubicBezTo>
                    <a:lnTo>
                      <a:pt x="13912" y="3034"/>
                    </a:lnTo>
                    <a:lnTo>
                      <a:pt x="14391" y="1437"/>
                    </a:lnTo>
                    <a:lnTo>
                      <a:pt x="12617" y="337"/>
                    </a:lnTo>
                    <a:cubicBezTo>
                      <a:pt x="12563" y="2112"/>
                      <a:pt x="10416" y="1970"/>
                      <a:pt x="10523" y="3655"/>
                    </a:cubicBezTo>
                    <a:cubicBezTo>
                      <a:pt x="10523" y="3709"/>
                      <a:pt x="10239" y="3797"/>
                      <a:pt x="10079" y="3815"/>
                    </a:cubicBezTo>
                    <a:cubicBezTo>
                      <a:pt x="8287" y="4028"/>
                      <a:pt x="8553" y="4418"/>
                      <a:pt x="7276" y="5305"/>
                    </a:cubicBezTo>
                    <a:cubicBezTo>
                      <a:pt x="5785" y="6352"/>
                      <a:pt x="5466" y="8730"/>
                      <a:pt x="3017" y="8765"/>
                    </a:cubicBezTo>
                    <a:cubicBezTo>
                      <a:pt x="2166" y="8783"/>
                      <a:pt x="1154" y="9919"/>
                      <a:pt x="569" y="10770"/>
                    </a:cubicBezTo>
                    <a:cubicBezTo>
                      <a:pt x="178" y="11356"/>
                      <a:pt x="1" y="12705"/>
                      <a:pt x="374" y="13095"/>
                    </a:cubicBezTo>
                    <a:cubicBezTo>
                      <a:pt x="1687" y="14443"/>
                      <a:pt x="746" y="15810"/>
                      <a:pt x="569" y="17708"/>
                    </a:cubicBezTo>
                    <a:cubicBezTo>
                      <a:pt x="3337" y="16519"/>
                      <a:pt x="5839" y="15668"/>
                      <a:pt x="8074" y="14213"/>
                    </a:cubicBezTo>
                    <a:lnTo>
                      <a:pt x="10558" y="15934"/>
                    </a:lnTo>
                    <a:lnTo>
                      <a:pt x="9866" y="17336"/>
                    </a:lnTo>
                    <a:cubicBezTo>
                      <a:pt x="11960" y="17300"/>
                      <a:pt x="13592" y="16998"/>
                      <a:pt x="14710" y="15508"/>
                    </a:cubicBezTo>
                    <a:cubicBezTo>
                      <a:pt x="16094" y="13645"/>
                      <a:pt x="17585" y="11835"/>
                      <a:pt x="18773" y="9866"/>
                    </a:cubicBezTo>
                    <a:cubicBezTo>
                      <a:pt x="19590" y="8482"/>
                      <a:pt x="20388" y="6885"/>
                      <a:pt x="18862" y="5305"/>
                    </a:cubicBezTo>
                    <a:cubicBezTo>
                      <a:pt x="18596" y="5039"/>
                      <a:pt x="18330" y="4330"/>
                      <a:pt x="18472" y="4099"/>
                    </a:cubicBezTo>
                    <a:cubicBezTo>
                      <a:pt x="19732" y="2307"/>
                      <a:pt x="17372" y="1491"/>
                      <a:pt x="1756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2489;p54">
                <a:extLst>
                  <a:ext uri="{FF2B5EF4-FFF2-40B4-BE49-F238E27FC236}">
                    <a16:creationId xmlns:a16="http://schemas.microsoft.com/office/drawing/2014/main" id="{397C8C2E-BB74-8DDF-6D7A-BDED32599E46}"/>
                  </a:ext>
                </a:extLst>
              </p:cNvPr>
              <p:cNvSpPr/>
              <p:nvPr/>
            </p:nvSpPr>
            <p:spPr>
              <a:xfrm>
                <a:off x="6995058" y="4000087"/>
                <a:ext cx="41059" cy="51071"/>
              </a:xfrm>
              <a:custGeom>
                <a:avLst/>
                <a:gdLst/>
                <a:ahLst/>
                <a:cxnLst/>
                <a:rect l="l" t="t" r="r" b="b"/>
                <a:pathLst>
                  <a:path w="7116" h="8855" extrusionOk="0">
                    <a:moveTo>
                      <a:pt x="5359" y="0"/>
                    </a:moveTo>
                    <a:cubicBezTo>
                      <a:pt x="4649" y="976"/>
                      <a:pt x="3993" y="1774"/>
                      <a:pt x="3460" y="2644"/>
                    </a:cubicBezTo>
                    <a:cubicBezTo>
                      <a:pt x="2910" y="3513"/>
                      <a:pt x="1455" y="3638"/>
                      <a:pt x="1828" y="5181"/>
                    </a:cubicBezTo>
                    <a:cubicBezTo>
                      <a:pt x="1354" y="4803"/>
                      <a:pt x="1037" y="4660"/>
                      <a:pt x="815" y="4660"/>
                    </a:cubicBezTo>
                    <a:cubicBezTo>
                      <a:pt x="256" y="4660"/>
                      <a:pt x="305" y="5571"/>
                      <a:pt x="1" y="5926"/>
                    </a:cubicBezTo>
                    <a:cubicBezTo>
                      <a:pt x="1136" y="7417"/>
                      <a:pt x="1438" y="7577"/>
                      <a:pt x="5412" y="8854"/>
                    </a:cubicBezTo>
                    <a:cubicBezTo>
                      <a:pt x="5590" y="7896"/>
                      <a:pt x="5625" y="7239"/>
                      <a:pt x="5820" y="6636"/>
                    </a:cubicBezTo>
                    <a:cubicBezTo>
                      <a:pt x="6033" y="6015"/>
                      <a:pt x="6335" y="5430"/>
                      <a:pt x="6708" y="4880"/>
                    </a:cubicBezTo>
                    <a:cubicBezTo>
                      <a:pt x="7116" y="4294"/>
                      <a:pt x="5696" y="4170"/>
                      <a:pt x="6459" y="3354"/>
                    </a:cubicBezTo>
                    <a:cubicBezTo>
                      <a:pt x="6849" y="2928"/>
                      <a:pt x="6637" y="1686"/>
                      <a:pt x="6778" y="1384"/>
                    </a:cubicBezTo>
                    <a:cubicBezTo>
                      <a:pt x="6832" y="1224"/>
                      <a:pt x="6867" y="1047"/>
                      <a:pt x="6885" y="870"/>
                    </a:cubicBezTo>
                    <a:lnTo>
                      <a:pt x="535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2490;p54">
                <a:extLst>
                  <a:ext uri="{FF2B5EF4-FFF2-40B4-BE49-F238E27FC236}">
                    <a16:creationId xmlns:a16="http://schemas.microsoft.com/office/drawing/2014/main" id="{D6B3BA40-8739-B976-CBB7-AAB4CC3B3DCC}"/>
                  </a:ext>
                </a:extLst>
              </p:cNvPr>
              <p:cNvSpPr/>
              <p:nvPr/>
            </p:nvSpPr>
            <p:spPr>
              <a:xfrm>
                <a:off x="7078892" y="4018504"/>
                <a:ext cx="57544" cy="36030"/>
              </a:xfrm>
              <a:custGeom>
                <a:avLst/>
                <a:gdLst/>
                <a:ahLst/>
                <a:cxnLst/>
                <a:rect l="l" t="t" r="r" b="b"/>
                <a:pathLst>
                  <a:path w="9973" h="6247" extrusionOk="0">
                    <a:moveTo>
                      <a:pt x="0" y="1"/>
                    </a:moveTo>
                    <a:lnTo>
                      <a:pt x="266" y="1722"/>
                    </a:lnTo>
                    <a:lnTo>
                      <a:pt x="1668" y="1970"/>
                    </a:lnTo>
                    <a:lnTo>
                      <a:pt x="870" y="3177"/>
                    </a:lnTo>
                    <a:cubicBezTo>
                      <a:pt x="1300" y="3058"/>
                      <a:pt x="1704" y="3001"/>
                      <a:pt x="2079" y="3001"/>
                    </a:cubicBezTo>
                    <a:cubicBezTo>
                      <a:pt x="3221" y="3001"/>
                      <a:pt x="4106" y="3533"/>
                      <a:pt x="4720" y="4508"/>
                    </a:cubicBezTo>
                    <a:cubicBezTo>
                      <a:pt x="5319" y="5452"/>
                      <a:pt x="5558" y="5867"/>
                      <a:pt x="5945" y="5867"/>
                    </a:cubicBezTo>
                    <a:cubicBezTo>
                      <a:pt x="6235" y="5867"/>
                      <a:pt x="6607" y="5635"/>
                      <a:pt x="7275" y="5218"/>
                    </a:cubicBezTo>
                    <a:cubicBezTo>
                      <a:pt x="7453" y="5111"/>
                      <a:pt x="7648" y="5058"/>
                      <a:pt x="7861" y="5022"/>
                    </a:cubicBezTo>
                    <a:lnTo>
                      <a:pt x="9564" y="6247"/>
                    </a:lnTo>
                    <a:lnTo>
                      <a:pt x="9972" y="5679"/>
                    </a:lnTo>
                    <a:cubicBezTo>
                      <a:pt x="9582" y="4809"/>
                      <a:pt x="9262" y="3887"/>
                      <a:pt x="8819" y="3035"/>
                    </a:cubicBezTo>
                    <a:cubicBezTo>
                      <a:pt x="8151" y="1821"/>
                      <a:pt x="7070" y="1194"/>
                      <a:pt x="5857" y="1194"/>
                    </a:cubicBezTo>
                    <a:cubicBezTo>
                      <a:pt x="5138" y="1194"/>
                      <a:pt x="4373" y="1415"/>
                      <a:pt x="3620" y="1864"/>
                    </a:cubicBezTo>
                    <a:cubicBezTo>
                      <a:pt x="3336" y="2024"/>
                      <a:pt x="3052" y="2166"/>
                      <a:pt x="2644" y="2396"/>
                    </a:cubicBezTo>
                    <a:lnTo>
                      <a:pt x="1970" y="46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2491;p54">
                <a:extLst>
                  <a:ext uri="{FF2B5EF4-FFF2-40B4-BE49-F238E27FC236}">
                    <a16:creationId xmlns:a16="http://schemas.microsoft.com/office/drawing/2014/main" id="{912090B7-8EC8-3335-26C4-83C98E75C030}"/>
                  </a:ext>
                </a:extLst>
              </p:cNvPr>
              <p:cNvSpPr/>
              <p:nvPr/>
            </p:nvSpPr>
            <p:spPr>
              <a:xfrm>
                <a:off x="7051663" y="3806456"/>
                <a:ext cx="38503" cy="70819"/>
              </a:xfrm>
              <a:custGeom>
                <a:avLst/>
                <a:gdLst/>
                <a:ahLst/>
                <a:cxnLst/>
                <a:rect l="l" t="t" r="r" b="b"/>
                <a:pathLst>
                  <a:path w="6673" h="12279" extrusionOk="0">
                    <a:moveTo>
                      <a:pt x="6672" y="1"/>
                    </a:moveTo>
                    <a:lnTo>
                      <a:pt x="6672" y="1"/>
                    </a:lnTo>
                    <a:cubicBezTo>
                      <a:pt x="6223" y="198"/>
                      <a:pt x="5784" y="260"/>
                      <a:pt x="5357" y="260"/>
                    </a:cubicBezTo>
                    <a:cubicBezTo>
                      <a:pt x="4670" y="260"/>
                      <a:pt x="4013" y="100"/>
                      <a:pt x="3390" y="89"/>
                    </a:cubicBezTo>
                    <a:lnTo>
                      <a:pt x="3088" y="2786"/>
                    </a:lnTo>
                    <a:lnTo>
                      <a:pt x="4809" y="5164"/>
                    </a:lnTo>
                    <a:lnTo>
                      <a:pt x="1" y="10771"/>
                    </a:lnTo>
                    <a:lnTo>
                      <a:pt x="1083" y="12279"/>
                    </a:lnTo>
                    <a:lnTo>
                      <a:pt x="6388" y="7772"/>
                    </a:lnTo>
                    <a:cubicBezTo>
                      <a:pt x="4454" y="6495"/>
                      <a:pt x="6175" y="3709"/>
                      <a:pt x="4383" y="2502"/>
                    </a:cubicBezTo>
                    <a:lnTo>
                      <a:pt x="667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2492;p54">
                <a:extLst>
                  <a:ext uri="{FF2B5EF4-FFF2-40B4-BE49-F238E27FC236}">
                    <a16:creationId xmlns:a16="http://schemas.microsoft.com/office/drawing/2014/main" id="{309CC57F-A122-AB36-A86C-04CF1CA5E8C7}"/>
                  </a:ext>
                </a:extLst>
              </p:cNvPr>
              <p:cNvSpPr/>
              <p:nvPr/>
            </p:nvSpPr>
            <p:spPr>
              <a:xfrm>
                <a:off x="6984824" y="4061618"/>
                <a:ext cx="42081" cy="8893"/>
              </a:xfrm>
              <a:custGeom>
                <a:avLst/>
                <a:gdLst/>
                <a:ahLst/>
                <a:cxnLst/>
                <a:rect l="l" t="t" r="r" b="b"/>
                <a:pathLst>
                  <a:path w="7293" h="1542" extrusionOk="0">
                    <a:moveTo>
                      <a:pt x="4286" y="0"/>
                    </a:moveTo>
                    <a:cubicBezTo>
                      <a:pt x="2949" y="0"/>
                      <a:pt x="1596" y="367"/>
                      <a:pt x="0" y="510"/>
                    </a:cubicBezTo>
                    <a:cubicBezTo>
                      <a:pt x="787" y="973"/>
                      <a:pt x="1302" y="1542"/>
                      <a:pt x="1738" y="1542"/>
                    </a:cubicBezTo>
                    <a:cubicBezTo>
                      <a:pt x="1970" y="1542"/>
                      <a:pt x="2179" y="1380"/>
                      <a:pt x="2396" y="954"/>
                    </a:cubicBezTo>
                    <a:cubicBezTo>
                      <a:pt x="2708" y="1325"/>
                      <a:pt x="3056" y="1432"/>
                      <a:pt x="3417" y="1432"/>
                    </a:cubicBezTo>
                    <a:cubicBezTo>
                      <a:pt x="3816" y="1432"/>
                      <a:pt x="4231" y="1302"/>
                      <a:pt x="4631" y="1256"/>
                    </a:cubicBezTo>
                    <a:cubicBezTo>
                      <a:pt x="5394" y="1149"/>
                      <a:pt x="6157" y="1025"/>
                      <a:pt x="7293" y="830"/>
                    </a:cubicBezTo>
                    <a:cubicBezTo>
                      <a:pt x="6240" y="198"/>
                      <a:pt x="5268" y="0"/>
                      <a:pt x="428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2493;p54">
                <a:extLst>
                  <a:ext uri="{FF2B5EF4-FFF2-40B4-BE49-F238E27FC236}">
                    <a16:creationId xmlns:a16="http://schemas.microsoft.com/office/drawing/2014/main" id="{8227F905-C232-6BE1-1AA3-2920E627947C}"/>
                  </a:ext>
                </a:extLst>
              </p:cNvPr>
              <p:cNvSpPr/>
              <p:nvPr/>
            </p:nvSpPr>
            <p:spPr>
              <a:xfrm>
                <a:off x="7035181" y="4030478"/>
                <a:ext cx="15469" cy="21703"/>
              </a:xfrm>
              <a:custGeom>
                <a:avLst/>
                <a:gdLst/>
                <a:ahLst/>
                <a:cxnLst/>
                <a:rect l="l" t="t" r="r" b="b"/>
                <a:pathLst>
                  <a:path w="2681" h="3763" extrusionOk="0">
                    <a:moveTo>
                      <a:pt x="2662" y="1"/>
                    </a:moveTo>
                    <a:cubicBezTo>
                      <a:pt x="19" y="675"/>
                      <a:pt x="1" y="764"/>
                      <a:pt x="1012" y="3763"/>
                    </a:cubicBezTo>
                    <a:lnTo>
                      <a:pt x="1491" y="2148"/>
                    </a:lnTo>
                    <a:lnTo>
                      <a:pt x="2201" y="3408"/>
                    </a:lnTo>
                    <a:lnTo>
                      <a:pt x="2680" y="3372"/>
                    </a:lnTo>
                    <a:cubicBezTo>
                      <a:pt x="2574" y="2840"/>
                      <a:pt x="2485" y="2308"/>
                      <a:pt x="2450" y="1758"/>
                    </a:cubicBezTo>
                    <a:cubicBezTo>
                      <a:pt x="2485" y="1172"/>
                      <a:pt x="2556" y="586"/>
                      <a:pt x="266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2494;p54">
                <a:extLst>
                  <a:ext uri="{FF2B5EF4-FFF2-40B4-BE49-F238E27FC236}">
                    <a16:creationId xmlns:a16="http://schemas.microsoft.com/office/drawing/2014/main" id="{327D4145-3A74-9D56-C2B8-870193624C16}"/>
                  </a:ext>
                </a:extLst>
              </p:cNvPr>
              <p:cNvSpPr/>
              <p:nvPr/>
            </p:nvSpPr>
            <p:spPr>
              <a:xfrm>
                <a:off x="7045011" y="3983609"/>
                <a:ext cx="19047" cy="18121"/>
              </a:xfrm>
              <a:custGeom>
                <a:avLst/>
                <a:gdLst/>
                <a:ahLst/>
                <a:cxnLst/>
                <a:rect l="l" t="t" r="r" b="b"/>
                <a:pathLst>
                  <a:path w="3301" h="3142" extrusionOk="0">
                    <a:moveTo>
                      <a:pt x="3301" y="0"/>
                    </a:moveTo>
                    <a:lnTo>
                      <a:pt x="0" y="1455"/>
                    </a:lnTo>
                    <a:lnTo>
                      <a:pt x="550" y="2520"/>
                    </a:lnTo>
                    <a:lnTo>
                      <a:pt x="1154" y="1793"/>
                    </a:lnTo>
                    <a:lnTo>
                      <a:pt x="2804" y="3141"/>
                    </a:lnTo>
                    <a:lnTo>
                      <a:pt x="33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2495;p54">
                <a:extLst>
                  <a:ext uri="{FF2B5EF4-FFF2-40B4-BE49-F238E27FC236}">
                    <a16:creationId xmlns:a16="http://schemas.microsoft.com/office/drawing/2014/main" id="{289158CC-85C1-D837-AF60-2D0A94D33ADE}"/>
                  </a:ext>
                </a:extLst>
              </p:cNvPr>
              <p:cNvSpPr/>
              <p:nvPr/>
            </p:nvSpPr>
            <p:spPr>
              <a:xfrm>
                <a:off x="7034362" y="3943182"/>
                <a:ext cx="9734" cy="24570"/>
              </a:xfrm>
              <a:custGeom>
                <a:avLst/>
                <a:gdLst/>
                <a:ahLst/>
                <a:cxnLst/>
                <a:rect l="l" t="t" r="r" b="b"/>
                <a:pathLst>
                  <a:path w="1687" h="4260" extrusionOk="0">
                    <a:moveTo>
                      <a:pt x="249" y="1"/>
                    </a:moveTo>
                    <a:cubicBezTo>
                      <a:pt x="1" y="2627"/>
                      <a:pt x="1" y="2627"/>
                      <a:pt x="977" y="4259"/>
                    </a:cubicBezTo>
                    <a:cubicBezTo>
                      <a:pt x="1687" y="1261"/>
                      <a:pt x="1687" y="1261"/>
                      <a:pt x="24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2496;p54">
                <a:extLst>
                  <a:ext uri="{FF2B5EF4-FFF2-40B4-BE49-F238E27FC236}">
                    <a16:creationId xmlns:a16="http://schemas.microsoft.com/office/drawing/2014/main" id="{620B6C96-AB9F-7D22-E289-EFFCAB813FD4}"/>
                  </a:ext>
                </a:extLst>
              </p:cNvPr>
              <p:cNvSpPr/>
              <p:nvPr/>
            </p:nvSpPr>
            <p:spPr>
              <a:xfrm>
                <a:off x="6724214" y="4015234"/>
                <a:ext cx="1131" cy="513"/>
              </a:xfrm>
              <a:custGeom>
                <a:avLst/>
                <a:gdLst/>
                <a:ahLst/>
                <a:cxnLst/>
                <a:rect l="l" t="t" r="r" b="b"/>
                <a:pathLst>
                  <a:path w="196" h="89" extrusionOk="0">
                    <a:moveTo>
                      <a:pt x="196" y="0"/>
                    </a:moveTo>
                    <a:lnTo>
                      <a:pt x="1" y="89"/>
                    </a:lnTo>
                    <a:lnTo>
                      <a:pt x="1" y="89"/>
                    </a:lnTo>
                    <a:lnTo>
                      <a:pt x="196" y="18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2497;p54">
                <a:extLst>
                  <a:ext uri="{FF2B5EF4-FFF2-40B4-BE49-F238E27FC236}">
                    <a16:creationId xmlns:a16="http://schemas.microsoft.com/office/drawing/2014/main" id="{D377CEEC-0058-47AB-9F50-A92CA5E388DE}"/>
                  </a:ext>
                </a:extLst>
              </p:cNvPr>
              <p:cNvSpPr/>
              <p:nvPr/>
            </p:nvSpPr>
            <p:spPr>
              <a:xfrm>
                <a:off x="7071623" y="3755083"/>
                <a:ext cx="16589" cy="16380"/>
              </a:xfrm>
              <a:custGeom>
                <a:avLst/>
                <a:gdLst/>
                <a:ahLst/>
                <a:cxnLst/>
                <a:rect l="l" t="t" r="r" b="b"/>
                <a:pathLst>
                  <a:path w="2875" h="2840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835" y="1029"/>
                      <a:pt x="1739" y="1970"/>
                      <a:pt x="2733" y="2839"/>
                    </a:cubicBezTo>
                    <a:cubicBezTo>
                      <a:pt x="2840" y="2520"/>
                      <a:pt x="2875" y="2201"/>
                      <a:pt x="2822" y="1881"/>
                    </a:cubicBezTo>
                    <a:cubicBezTo>
                      <a:pt x="1899" y="1225"/>
                      <a:pt x="959" y="604"/>
                      <a:pt x="1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2498;p54">
                <a:extLst>
                  <a:ext uri="{FF2B5EF4-FFF2-40B4-BE49-F238E27FC236}">
                    <a16:creationId xmlns:a16="http://schemas.microsoft.com/office/drawing/2014/main" id="{3E802390-E9DE-3ED5-7424-221108B1CE59}"/>
                  </a:ext>
                </a:extLst>
              </p:cNvPr>
              <p:cNvSpPr/>
              <p:nvPr/>
            </p:nvSpPr>
            <p:spPr>
              <a:xfrm>
                <a:off x="6722575" y="4015741"/>
                <a:ext cx="1541" cy="727"/>
              </a:xfrm>
              <a:custGeom>
                <a:avLst/>
                <a:gdLst/>
                <a:ahLst/>
                <a:cxnLst/>
                <a:rect l="l" t="t" r="r" b="b"/>
                <a:pathLst>
                  <a:path w="267" h="126" extrusionOk="0">
                    <a:moveTo>
                      <a:pt x="267" y="1"/>
                    </a:moveTo>
                    <a:cubicBezTo>
                      <a:pt x="178" y="36"/>
                      <a:pt x="89" y="72"/>
                      <a:pt x="1" y="125"/>
                    </a:cubicBezTo>
                    <a:cubicBezTo>
                      <a:pt x="107" y="90"/>
                      <a:pt x="178" y="36"/>
                      <a:pt x="267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2499;p54">
                <a:extLst>
                  <a:ext uri="{FF2B5EF4-FFF2-40B4-BE49-F238E27FC236}">
                    <a16:creationId xmlns:a16="http://schemas.microsoft.com/office/drawing/2014/main" id="{18FC9380-EF25-9983-8DC0-B33D31199A2D}"/>
                  </a:ext>
                </a:extLst>
              </p:cNvPr>
              <p:cNvSpPr/>
              <p:nvPr/>
            </p:nvSpPr>
            <p:spPr>
              <a:xfrm>
                <a:off x="6772321" y="4116142"/>
                <a:ext cx="30927" cy="46769"/>
              </a:xfrm>
              <a:custGeom>
                <a:avLst/>
                <a:gdLst/>
                <a:ahLst/>
                <a:cxnLst/>
                <a:rect l="l" t="t" r="r" b="b"/>
                <a:pathLst>
                  <a:path w="5360" h="8109" extrusionOk="0">
                    <a:moveTo>
                      <a:pt x="1828" y="0"/>
                    </a:moveTo>
                    <a:lnTo>
                      <a:pt x="1" y="2946"/>
                    </a:lnTo>
                    <a:cubicBezTo>
                      <a:pt x="444" y="3762"/>
                      <a:pt x="1030" y="4738"/>
                      <a:pt x="1527" y="5785"/>
                    </a:cubicBezTo>
                    <a:cubicBezTo>
                      <a:pt x="2308" y="7328"/>
                      <a:pt x="3479" y="8091"/>
                      <a:pt x="5359" y="8109"/>
                    </a:cubicBezTo>
                    <a:cubicBezTo>
                      <a:pt x="4667" y="6689"/>
                      <a:pt x="3993" y="5625"/>
                      <a:pt x="3798" y="4205"/>
                    </a:cubicBezTo>
                    <a:cubicBezTo>
                      <a:pt x="3621" y="2768"/>
                      <a:pt x="2574" y="1491"/>
                      <a:pt x="182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733" name="Google Shape;2733;p59"/>
          <p:cNvSpPr/>
          <p:nvPr/>
        </p:nvSpPr>
        <p:spPr>
          <a:xfrm>
            <a:off x="6312859" y="1760200"/>
            <a:ext cx="675000" cy="675000"/>
          </a:xfrm>
          <a:prstGeom prst="ellipse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41" name="Google Shape;2741;p59"/>
          <p:cNvGrpSpPr/>
          <p:nvPr/>
        </p:nvGrpSpPr>
        <p:grpSpPr>
          <a:xfrm>
            <a:off x="6422058" y="1948565"/>
            <a:ext cx="456603" cy="298270"/>
            <a:chOff x="1644441" y="3209965"/>
            <a:chExt cx="456603" cy="298270"/>
          </a:xfrm>
        </p:grpSpPr>
        <p:sp>
          <p:nvSpPr>
            <p:cNvPr id="2742" name="Google Shape;2742;p59"/>
            <p:cNvSpPr/>
            <p:nvPr/>
          </p:nvSpPr>
          <p:spPr>
            <a:xfrm>
              <a:off x="1644441" y="3209965"/>
              <a:ext cx="339253" cy="204295"/>
            </a:xfrm>
            <a:custGeom>
              <a:avLst/>
              <a:gdLst/>
              <a:ahLst/>
              <a:cxnLst/>
              <a:rect l="l" t="t" r="r" b="b"/>
              <a:pathLst>
                <a:path w="19273" h="11606" extrusionOk="0">
                  <a:moveTo>
                    <a:pt x="8589" y="0"/>
                  </a:moveTo>
                  <a:cubicBezTo>
                    <a:pt x="7469" y="3"/>
                    <a:pt x="6385" y="407"/>
                    <a:pt x="5536" y="1138"/>
                  </a:cubicBezTo>
                  <a:cubicBezTo>
                    <a:pt x="4819" y="1759"/>
                    <a:pt x="4289" y="2566"/>
                    <a:pt x="4006" y="3469"/>
                  </a:cubicBezTo>
                  <a:lnTo>
                    <a:pt x="3891" y="3469"/>
                  </a:lnTo>
                  <a:cubicBezTo>
                    <a:pt x="1747" y="3469"/>
                    <a:pt x="1" y="5294"/>
                    <a:pt x="1" y="7537"/>
                  </a:cubicBezTo>
                  <a:cubicBezTo>
                    <a:pt x="1" y="9781"/>
                    <a:pt x="1744" y="11605"/>
                    <a:pt x="3891" y="11605"/>
                  </a:cubicBezTo>
                  <a:lnTo>
                    <a:pt x="14798" y="11605"/>
                  </a:lnTo>
                  <a:cubicBezTo>
                    <a:pt x="17264" y="11605"/>
                    <a:pt x="19273" y="9507"/>
                    <a:pt x="19273" y="6923"/>
                  </a:cubicBezTo>
                  <a:cubicBezTo>
                    <a:pt x="19273" y="6044"/>
                    <a:pt x="19035" y="5182"/>
                    <a:pt x="18583" y="4430"/>
                  </a:cubicBezTo>
                  <a:cubicBezTo>
                    <a:pt x="18153" y="3707"/>
                    <a:pt x="17529" y="3117"/>
                    <a:pt x="16783" y="2728"/>
                  </a:cubicBezTo>
                  <a:cubicBezTo>
                    <a:pt x="16161" y="2404"/>
                    <a:pt x="15479" y="2243"/>
                    <a:pt x="14797" y="2243"/>
                  </a:cubicBezTo>
                  <a:cubicBezTo>
                    <a:pt x="14134" y="2243"/>
                    <a:pt x="13470" y="2395"/>
                    <a:pt x="12862" y="2701"/>
                  </a:cubicBezTo>
                  <a:cubicBezTo>
                    <a:pt x="12233" y="1442"/>
                    <a:pt x="11118" y="512"/>
                    <a:pt x="9784" y="157"/>
                  </a:cubicBezTo>
                  <a:cubicBezTo>
                    <a:pt x="9393" y="54"/>
                    <a:pt x="8992" y="0"/>
                    <a:pt x="85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43" name="Google Shape;2743;p59"/>
            <p:cNvSpPr/>
            <p:nvPr/>
          </p:nvSpPr>
          <p:spPr>
            <a:xfrm>
              <a:off x="1761791" y="3303940"/>
              <a:ext cx="339253" cy="204295"/>
            </a:xfrm>
            <a:custGeom>
              <a:avLst/>
              <a:gdLst/>
              <a:ahLst/>
              <a:cxnLst/>
              <a:rect l="l" t="t" r="r" b="b"/>
              <a:pathLst>
                <a:path w="19273" h="11606" extrusionOk="0">
                  <a:moveTo>
                    <a:pt x="8589" y="0"/>
                  </a:moveTo>
                  <a:cubicBezTo>
                    <a:pt x="7469" y="3"/>
                    <a:pt x="6385" y="407"/>
                    <a:pt x="5536" y="1138"/>
                  </a:cubicBezTo>
                  <a:cubicBezTo>
                    <a:pt x="4819" y="1759"/>
                    <a:pt x="4289" y="2566"/>
                    <a:pt x="4006" y="3469"/>
                  </a:cubicBezTo>
                  <a:lnTo>
                    <a:pt x="3891" y="3469"/>
                  </a:lnTo>
                  <a:cubicBezTo>
                    <a:pt x="1747" y="3469"/>
                    <a:pt x="1" y="5294"/>
                    <a:pt x="1" y="7537"/>
                  </a:cubicBezTo>
                  <a:cubicBezTo>
                    <a:pt x="1" y="9781"/>
                    <a:pt x="1744" y="11605"/>
                    <a:pt x="3891" y="11605"/>
                  </a:cubicBezTo>
                  <a:lnTo>
                    <a:pt x="14798" y="11605"/>
                  </a:lnTo>
                  <a:cubicBezTo>
                    <a:pt x="17264" y="11605"/>
                    <a:pt x="19273" y="9507"/>
                    <a:pt x="19273" y="6923"/>
                  </a:cubicBezTo>
                  <a:cubicBezTo>
                    <a:pt x="19273" y="6044"/>
                    <a:pt x="19035" y="5182"/>
                    <a:pt x="18583" y="4430"/>
                  </a:cubicBezTo>
                  <a:cubicBezTo>
                    <a:pt x="18153" y="3707"/>
                    <a:pt x="17529" y="3117"/>
                    <a:pt x="16783" y="2728"/>
                  </a:cubicBezTo>
                  <a:cubicBezTo>
                    <a:pt x="16161" y="2404"/>
                    <a:pt x="15479" y="2243"/>
                    <a:pt x="14797" y="2243"/>
                  </a:cubicBezTo>
                  <a:cubicBezTo>
                    <a:pt x="14134" y="2243"/>
                    <a:pt x="13470" y="2395"/>
                    <a:pt x="12862" y="2701"/>
                  </a:cubicBezTo>
                  <a:cubicBezTo>
                    <a:pt x="12233" y="1442"/>
                    <a:pt x="11118" y="512"/>
                    <a:pt x="9784" y="157"/>
                  </a:cubicBezTo>
                  <a:cubicBezTo>
                    <a:pt x="9393" y="54"/>
                    <a:pt x="8992" y="0"/>
                    <a:pt x="85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0" name="Google Shape;2275;p47">
            <a:extLst>
              <a:ext uri="{FF2B5EF4-FFF2-40B4-BE49-F238E27FC236}">
                <a16:creationId xmlns:a16="http://schemas.microsoft.com/office/drawing/2014/main" id="{BC3883F0-138C-AF0C-E371-98AF80812A05}"/>
              </a:ext>
            </a:extLst>
          </p:cNvPr>
          <p:cNvSpPr txBox="1">
            <a:spLocks/>
          </p:cNvSpPr>
          <p:nvPr/>
        </p:nvSpPr>
        <p:spPr>
          <a:xfrm>
            <a:off x="4983854" y="2623565"/>
            <a:ext cx="3333008" cy="1293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Syne"/>
              <a:buAutoNum type="arabicPeriod"/>
              <a:defRPr sz="1200" b="0" i="0" u="none" strike="noStrike" cap="none">
                <a:solidFill>
                  <a:srgbClr val="434343"/>
                </a:solidFill>
                <a:latin typeface="Syne"/>
                <a:ea typeface="Syne"/>
                <a:cs typeface="Syne"/>
                <a:sym typeface="Syne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rgbClr val="434343"/>
                </a:solidFill>
                <a:latin typeface="Syne"/>
                <a:ea typeface="Syne"/>
                <a:cs typeface="Syne"/>
                <a:sym typeface="Syne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rgbClr val="434343"/>
                </a:solidFill>
                <a:latin typeface="Syne"/>
                <a:ea typeface="Syne"/>
                <a:cs typeface="Syne"/>
                <a:sym typeface="Syne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rgbClr val="434343"/>
                </a:solidFill>
                <a:latin typeface="Syne"/>
                <a:ea typeface="Syne"/>
                <a:cs typeface="Syne"/>
                <a:sym typeface="Syne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rgbClr val="434343"/>
                </a:solidFill>
                <a:latin typeface="Syne"/>
                <a:ea typeface="Syne"/>
                <a:cs typeface="Syne"/>
                <a:sym typeface="Syne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rgbClr val="434343"/>
                </a:solidFill>
                <a:latin typeface="Syne"/>
                <a:ea typeface="Syne"/>
                <a:cs typeface="Syne"/>
                <a:sym typeface="Syne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rgbClr val="434343"/>
                </a:solidFill>
                <a:latin typeface="Syne"/>
                <a:ea typeface="Syne"/>
                <a:cs typeface="Syne"/>
                <a:sym typeface="Syne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rgbClr val="434343"/>
                </a:solidFill>
                <a:latin typeface="Syne"/>
                <a:ea typeface="Syne"/>
                <a:cs typeface="Syne"/>
                <a:sym typeface="Syne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rgbClr val="434343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pPr marL="0" indent="0" algn="ctr">
              <a:buFont typeface="Syne"/>
              <a:buNone/>
            </a:pPr>
            <a:r>
              <a:rPr lang="es-MX" sz="1600" dirty="0">
                <a:solidFill>
                  <a:schemeClr val="accent3"/>
                </a:solidFill>
              </a:rPr>
              <a:t>El alcance se limita a dispositivos iOS y no incluye funciones avanzadas como pronósticos extendidos o notificaciones.</a:t>
            </a:r>
          </a:p>
          <a:p>
            <a:pPr marL="0" indent="0" algn="ctr">
              <a:spcBef>
                <a:spcPts val="1000"/>
              </a:spcBef>
              <a:buFont typeface="Syne"/>
              <a:buNone/>
            </a:pPr>
            <a:r>
              <a:rPr lang="es-MX" dirty="0">
                <a:solidFill>
                  <a:schemeClr val="accent3"/>
                </a:solidFill>
              </a:rPr>
              <a:t>.</a:t>
            </a:r>
          </a:p>
        </p:txBody>
      </p:sp>
      <p:grpSp>
        <p:nvGrpSpPr>
          <p:cNvPr id="21" name="Google Shape;4366;p82">
            <a:extLst>
              <a:ext uri="{FF2B5EF4-FFF2-40B4-BE49-F238E27FC236}">
                <a16:creationId xmlns:a16="http://schemas.microsoft.com/office/drawing/2014/main" id="{53413A69-4098-D36F-2264-001B0424F69A}"/>
              </a:ext>
            </a:extLst>
          </p:cNvPr>
          <p:cNvGrpSpPr/>
          <p:nvPr/>
        </p:nvGrpSpPr>
        <p:grpSpPr>
          <a:xfrm>
            <a:off x="-353284" y="4196470"/>
            <a:ext cx="1744761" cy="1532911"/>
            <a:chOff x="370755" y="493063"/>
            <a:chExt cx="1479947" cy="1312670"/>
          </a:xfrm>
        </p:grpSpPr>
        <p:grpSp>
          <p:nvGrpSpPr>
            <p:cNvPr id="22" name="Google Shape;4367;p82">
              <a:extLst>
                <a:ext uri="{FF2B5EF4-FFF2-40B4-BE49-F238E27FC236}">
                  <a16:creationId xmlns:a16="http://schemas.microsoft.com/office/drawing/2014/main" id="{C0D675A4-9337-1DAF-4DB2-7B82FB4044AE}"/>
                </a:ext>
              </a:extLst>
            </p:cNvPr>
            <p:cNvGrpSpPr/>
            <p:nvPr/>
          </p:nvGrpSpPr>
          <p:grpSpPr>
            <a:xfrm>
              <a:off x="370755" y="493063"/>
              <a:ext cx="1479947" cy="1312670"/>
              <a:chOff x="-1746420" y="-656250"/>
              <a:chExt cx="1479947" cy="1312670"/>
            </a:xfrm>
          </p:grpSpPr>
          <p:sp>
            <p:nvSpPr>
              <p:cNvPr id="29" name="Google Shape;4368;p82">
                <a:extLst>
                  <a:ext uri="{FF2B5EF4-FFF2-40B4-BE49-F238E27FC236}">
                    <a16:creationId xmlns:a16="http://schemas.microsoft.com/office/drawing/2014/main" id="{E52E962B-4FBB-29E1-8F1F-9D7BBE5FB932}"/>
                  </a:ext>
                </a:extLst>
              </p:cNvPr>
              <p:cNvSpPr/>
              <p:nvPr/>
            </p:nvSpPr>
            <p:spPr>
              <a:xfrm>
                <a:off x="-1746420" y="-656250"/>
                <a:ext cx="1479947" cy="1312670"/>
              </a:xfrm>
              <a:custGeom>
                <a:avLst/>
                <a:gdLst/>
                <a:ahLst/>
                <a:cxnLst/>
                <a:rect l="l" t="t" r="r" b="b"/>
                <a:pathLst>
                  <a:path w="5273" h="4677" extrusionOk="0">
                    <a:moveTo>
                      <a:pt x="785" y="1"/>
                    </a:moveTo>
                    <a:cubicBezTo>
                      <a:pt x="315" y="1"/>
                      <a:pt x="922" y="1767"/>
                      <a:pt x="922" y="1767"/>
                    </a:cubicBezTo>
                    <a:cubicBezTo>
                      <a:pt x="922" y="1767"/>
                      <a:pt x="0" y="2565"/>
                      <a:pt x="34" y="2936"/>
                    </a:cubicBezTo>
                    <a:cubicBezTo>
                      <a:pt x="54" y="3158"/>
                      <a:pt x="617" y="3203"/>
                      <a:pt x="1063" y="3203"/>
                    </a:cubicBezTo>
                    <a:cubicBezTo>
                      <a:pt x="1361" y="3203"/>
                      <a:pt x="1608" y="3183"/>
                      <a:pt x="1608" y="3183"/>
                    </a:cubicBezTo>
                    <a:cubicBezTo>
                      <a:pt x="1608" y="3183"/>
                      <a:pt x="1956" y="4510"/>
                      <a:pt x="2485" y="4667"/>
                    </a:cubicBezTo>
                    <a:cubicBezTo>
                      <a:pt x="2509" y="4674"/>
                      <a:pt x="2532" y="4677"/>
                      <a:pt x="2554" y="4677"/>
                    </a:cubicBezTo>
                    <a:cubicBezTo>
                      <a:pt x="3024" y="4677"/>
                      <a:pt x="3137" y="3273"/>
                      <a:pt x="3137" y="3273"/>
                    </a:cubicBezTo>
                    <a:cubicBezTo>
                      <a:pt x="3137" y="3273"/>
                      <a:pt x="3340" y="3293"/>
                      <a:pt x="3613" y="3293"/>
                    </a:cubicBezTo>
                    <a:cubicBezTo>
                      <a:pt x="3982" y="3293"/>
                      <a:pt x="4476" y="3256"/>
                      <a:pt x="4767" y="3082"/>
                    </a:cubicBezTo>
                    <a:cubicBezTo>
                      <a:pt x="5273" y="2767"/>
                      <a:pt x="3867" y="1767"/>
                      <a:pt x="3867" y="1767"/>
                    </a:cubicBezTo>
                    <a:cubicBezTo>
                      <a:pt x="3867" y="1767"/>
                      <a:pt x="4115" y="485"/>
                      <a:pt x="3643" y="148"/>
                    </a:cubicBezTo>
                    <a:cubicBezTo>
                      <a:pt x="3566" y="95"/>
                      <a:pt x="3477" y="73"/>
                      <a:pt x="3382" y="73"/>
                    </a:cubicBezTo>
                    <a:cubicBezTo>
                      <a:pt x="2889" y="73"/>
                      <a:pt x="2226" y="665"/>
                      <a:pt x="2226" y="665"/>
                    </a:cubicBezTo>
                    <a:cubicBezTo>
                      <a:pt x="2226" y="665"/>
                      <a:pt x="1293" y="35"/>
                      <a:pt x="798" y="1"/>
                    </a:cubicBezTo>
                    <a:cubicBezTo>
                      <a:pt x="794" y="1"/>
                      <a:pt x="789" y="1"/>
                      <a:pt x="785" y="1"/>
                    </a:cubicBezTo>
                    <a:close/>
                  </a:path>
                </a:pathLst>
              </a:custGeom>
              <a:solidFill>
                <a:srgbClr val="FBD0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4369;p82">
                <a:extLst>
                  <a:ext uri="{FF2B5EF4-FFF2-40B4-BE49-F238E27FC236}">
                    <a16:creationId xmlns:a16="http://schemas.microsoft.com/office/drawing/2014/main" id="{DD2856CC-9CA6-F891-7DD1-DD794AB01305}"/>
                  </a:ext>
                </a:extLst>
              </p:cNvPr>
              <p:cNvSpPr/>
              <p:nvPr/>
            </p:nvSpPr>
            <p:spPr>
              <a:xfrm>
                <a:off x="-1537324" y="-618360"/>
                <a:ext cx="370197" cy="186081"/>
              </a:xfrm>
              <a:custGeom>
                <a:avLst/>
                <a:gdLst/>
                <a:ahLst/>
                <a:cxnLst/>
                <a:rect l="l" t="t" r="r" b="b"/>
                <a:pathLst>
                  <a:path w="1319" h="663" extrusionOk="0">
                    <a:moveTo>
                      <a:pt x="121" y="1"/>
                    </a:moveTo>
                    <a:cubicBezTo>
                      <a:pt x="28" y="1"/>
                      <a:pt x="0" y="138"/>
                      <a:pt x="87" y="170"/>
                    </a:cubicBezTo>
                    <a:cubicBezTo>
                      <a:pt x="177" y="215"/>
                      <a:pt x="267" y="237"/>
                      <a:pt x="368" y="271"/>
                    </a:cubicBezTo>
                    <a:cubicBezTo>
                      <a:pt x="458" y="294"/>
                      <a:pt x="548" y="327"/>
                      <a:pt x="627" y="361"/>
                    </a:cubicBezTo>
                    <a:cubicBezTo>
                      <a:pt x="717" y="406"/>
                      <a:pt x="818" y="440"/>
                      <a:pt x="908" y="474"/>
                    </a:cubicBezTo>
                    <a:cubicBezTo>
                      <a:pt x="998" y="519"/>
                      <a:pt x="1076" y="575"/>
                      <a:pt x="1144" y="642"/>
                    </a:cubicBezTo>
                    <a:cubicBezTo>
                      <a:pt x="1161" y="657"/>
                      <a:pt x="1179" y="663"/>
                      <a:pt x="1197" y="663"/>
                    </a:cubicBezTo>
                    <a:cubicBezTo>
                      <a:pt x="1262" y="663"/>
                      <a:pt x="1318" y="580"/>
                      <a:pt x="1256" y="519"/>
                    </a:cubicBezTo>
                    <a:cubicBezTo>
                      <a:pt x="1178" y="440"/>
                      <a:pt x="1099" y="384"/>
                      <a:pt x="998" y="339"/>
                    </a:cubicBezTo>
                    <a:cubicBezTo>
                      <a:pt x="908" y="282"/>
                      <a:pt x="807" y="260"/>
                      <a:pt x="717" y="215"/>
                    </a:cubicBezTo>
                    <a:cubicBezTo>
                      <a:pt x="627" y="170"/>
                      <a:pt x="537" y="136"/>
                      <a:pt x="436" y="114"/>
                    </a:cubicBezTo>
                    <a:cubicBezTo>
                      <a:pt x="334" y="80"/>
                      <a:pt x="233" y="46"/>
                      <a:pt x="132" y="1"/>
                    </a:cubicBezTo>
                    <a:cubicBezTo>
                      <a:pt x="128" y="1"/>
                      <a:pt x="125" y="1"/>
                      <a:pt x="12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4370;p82">
                <a:extLst>
                  <a:ext uri="{FF2B5EF4-FFF2-40B4-BE49-F238E27FC236}">
                    <a16:creationId xmlns:a16="http://schemas.microsoft.com/office/drawing/2014/main" id="{A5F433D9-B5B5-BF92-E401-BFBE8FEAC704}"/>
                  </a:ext>
                </a:extLst>
              </p:cNvPr>
              <p:cNvSpPr/>
              <p:nvPr/>
            </p:nvSpPr>
            <p:spPr>
              <a:xfrm>
                <a:off x="-1080683" y="-577945"/>
                <a:ext cx="277858" cy="161944"/>
              </a:xfrm>
              <a:custGeom>
                <a:avLst/>
                <a:gdLst/>
                <a:ahLst/>
                <a:cxnLst/>
                <a:rect l="l" t="t" r="r" b="b"/>
                <a:pathLst>
                  <a:path w="990" h="577" extrusionOk="0">
                    <a:moveTo>
                      <a:pt x="889" y="1"/>
                    </a:moveTo>
                    <a:cubicBezTo>
                      <a:pt x="881" y="1"/>
                      <a:pt x="874" y="2"/>
                      <a:pt x="866" y="4"/>
                    </a:cubicBezTo>
                    <a:cubicBezTo>
                      <a:pt x="798" y="26"/>
                      <a:pt x="720" y="48"/>
                      <a:pt x="652" y="82"/>
                    </a:cubicBezTo>
                    <a:cubicBezTo>
                      <a:pt x="585" y="116"/>
                      <a:pt x="517" y="138"/>
                      <a:pt x="439" y="161"/>
                    </a:cubicBezTo>
                    <a:cubicBezTo>
                      <a:pt x="371" y="195"/>
                      <a:pt x="304" y="228"/>
                      <a:pt x="248" y="273"/>
                    </a:cubicBezTo>
                    <a:lnTo>
                      <a:pt x="56" y="419"/>
                    </a:lnTo>
                    <a:cubicBezTo>
                      <a:pt x="11" y="442"/>
                      <a:pt x="0" y="487"/>
                      <a:pt x="23" y="532"/>
                    </a:cubicBezTo>
                    <a:cubicBezTo>
                      <a:pt x="38" y="562"/>
                      <a:pt x="68" y="577"/>
                      <a:pt x="99" y="577"/>
                    </a:cubicBezTo>
                    <a:cubicBezTo>
                      <a:pt x="115" y="577"/>
                      <a:pt x="131" y="573"/>
                      <a:pt x="146" y="566"/>
                    </a:cubicBezTo>
                    <a:lnTo>
                      <a:pt x="338" y="419"/>
                    </a:lnTo>
                    <a:cubicBezTo>
                      <a:pt x="394" y="386"/>
                      <a:pt x="450" y="352"/>
                      <a:pt x="517" y="318"/>
                    </a:cubicBezTo>
                    <a:cubicBezTo>
                      <a:pt x="540" y="307"/>
                      <a:pt x="574" y="296"/>
                      <a:pt x="607" y="273"/>
                    </a:cubicBezTo>
                    <a:lnTo>
                      <a:pt x="697" y="251"/>
                    </a:lnTo>
                    <a:cubicBezTo>
                      <a:pt x="765" y="217"/>
                      <a:pt x="843" y="183"/>
                      <a:pt x="911" y="172"/>
                    </a:cubicBezTo>
                    <a:cubicBezTo>
                      <a:pt x="956" y="150"/>
                      <a:pt x="990" y="105"/>
                      <a:pt x="978" y="60"/>
                    </a:cubicBezTo>
                    <a:cubicBezTo>
                      <a:pt x="960" y="22"/>
                      <a:pt x="926" y="1"/>
                      <a:pt x="88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4371;p82">
                <a:extLst>
                  <a:ext uri="{FF2B5EF4-FFF2-40B4-BE49-F238E27FC236}">
                    <a16:creationId xmlns:a16="http://schemas.microsoft.com/office/drawing/2014/main" id="{C7283E36-A77F-3062-3C5C-7361B5F9BCB8}"/>
                  </a:ext>
                </a:extLst>
              </p:cNvPr>
              <p:cNvSpPr/>
              <p:nvPr/>
            </p:nvSpPr>
            <p:spPr>
              <a:xfrm>
                <a:off x="-1705443" y="-100535"/>
                <a:ext cx="262141" cy="259615"/>
              </a:xfrm>
              <a:custGeom>
                <a:avLst/>
                <a:gdLst/>
                <a:ahLst/>
                <a:cxnLst/>
                <a:rect l="l" t="t" r="r" b="b"/>
                <a:pathLst>
                  <a:path w="934" h="925" extrusionOk="0">
                    <a:moveTo>
                      <a:pt x="838" y="0"/>
                    </a:moveTo>
                    <a:cubicBezTo>
                      <a:pt x="823" y="0"/>
                      <a:pt x="810" y="4"/>
                      <a:pt x="798" y="11"/>
                    </a:cubicBezTo>
                    <a:lnTo>
                      <a:pt x="562" y="191"/>
                    </a:lnTo>
                    <a:cubicBezTo>
                      <a:pt x="472" y="236"/>
                      <a:pt x="405" y="292"/>
                      <a:pt x="349" y="371"/>
                    </a:cubicBezTo>
                    <a:cubicBezTo>
                      <a:pt x="326" y="405"/>
                      <a:pt x="304" y="450"/>
                      <a:pt x="281" y="484"/>
                    </a:cubicBezTo>
                    <a:cubicBezTo>
                      <a:pt x="259" y="506"/>
                      <a:pt x="236" y="540"/>
                      <a:pt x="203" y="573"/>
                    </a:cubicBezTo>
                    <a:cubicBezTo>
                      <a:pt x="169" y="607"/>
                      <a:pt x="135" y="641"/>
                      <a:pt x="113" y="675"/>
                    </a:cubicBezTo>
                    <a:lnTo>
                      <a:pt x="68" y="731"/>
                    </a:lnTo>
                    <a:cubicBezTo>
                      <a:pt x="56" y="742"/>
                      <a:pt x="45" y="765"/>
                      <a:pt x="34" y="776"/>
                    </a:cubicBezTo>
                    <a:cubicBezTo>
                      <a:pt x="0" y="810"/>
                      <a:pt x="0" y="866"/>
                      <a:pt x="34" y="900"/>
                    </a:cubicBezTo>
                    <a:cubicBezTo>
                      <a:pt x="51" y="916"/>
                      <a:pt x="73" y="925"/>
                      <a:pt x="96" y="925"/>
                    </a:cubicBezTo>
                    <a:cubicBezTo>
                      <a:pt x="118" y="925"/>
                      <a:pt x="141" y="916"/>
                      <a:pt x="158" y="900"/>
                    </a:cubicBezTo>
                    <a:cubicBezTo>
                      <a:pt x="180" y="866"/>
                      <a:pt x="203" y="832"/>
                      <a:pt x="225" y="798"/>
                    </a:cubicBezTo>
                    <a:cubicBezTo>
                      <a:pt x="248" y="765"/>
                      <a:pt x="281" y="731"/>
                      <a:pt x="315" y="697"/>
                    </a:cubicBezTo>
                    <a:cubicBezTo>
                      <a:pt x="382" y="641"/>
                      <a:pt x="427" y="562"/>
                      <a:pt x="472" y="495"/>
                    </a:cubicBezTo>
                    <a:cubicBezTo>
                      <a:pt x="484" y="461"/>
                      <a:pt x="506" y="439"/>
                      <a:pt x="529" y="416"/>
                    </a:cubicBezTo>
                    <a:lnTo>
                      <a:pt x="641" y="337"/>
                    </a:lnTo>
                    <a:lnTo>
                      <a:pt x="877" y="158"/>
                    </a:lnTo>
                    <a:cubicBezTo>
                      <a:pt x="922" y="135"/>
                      <a:pt x="933" y="79"/>
                      <a:pt x="911" y="45"/>
                    </a:cubicBezTo>
                    <a:cubicBezTo>
                      <a:pt x="896" y="15"/>
                      <a:pt x="866" y="0"/>
                      <a:pt x="8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4372;p82">
                <a:extLst>
                  <a:ext uri="{FF2B5EF4-FFF2-40B4-BE49-F238E27FC236}">
                    <a16:creationId xmlns:a16="http://schemas.microsoft.com/office/drawing/2014/main" id="{D89C3052-1431-20E7-FA2A-365954A657A8}"/>
                  </a:ext>
                </a:extLst>
              </p:cNvPr>
              <p:cNvSpPr/>
              <p:nvPr/>
            </p:nvSpPr>
            <p:spPr>
              <a:xfrm>
                <a:off x="-1206982" y="313444"/>
                <a:ext cx="210499" cy="300031"/>
              </a:xfrm>
              <a:custGeom>
                <a:avLst/>
                <a:gdLst/>
                <a:ahLst/>
                <a:cxnLst/>
                <a:rect l="l" t="t" r="r" b="b"/>
                <a:pathLst>
                  <a:path w="750" h="1069" extrusionOk="0">
                    <a:moveTo>
                      <a:pt x="131" y="0"/>
                    </a:moveTo>
                    <a:cubicBezTo>
                      <a:pt x="110" y="0"/>
                      <a:pt x="87" y="9"/>
                      <a:pt x="68" y="32"/>
                    </a:cubicBezTo>
                    <a:lnTo>
                      <a:pt x="57" y="32"/>
                    </a:lnTo>
                    <a:cubicBezTo>
                      <a:pt x="12" y="122"/>
                      <a:pt x="1" y="223"/>
                      <a:pt x="34" y="313"/>
                    </a:cubicBezTo>
                    <a:cubicBezTo>
                      <a:pt x="57" y="414"/>
                      <a:pt x="90" y="515"/>
                      <a:pt x="147" y="594"/>
                    </a:cubicBezTo>
                    <a:cubicBezTo>
                      <a:pt x="203" y="672"/>
                      <a:pt x="270" y="751"/>
                      <a:pt x="338" y="819"/>
                    </a:cubicBezTo>
                    <a:cubicBezTo>
                      <a:pt x="383" y="852"/>
                      <a:pt x="417" y="897"/>
                      <a:pt x="450" y="931"/>
                    </a:cubicBezTo>
                    <a:cubicBezTo>
                      <a:pt x="495" y="976"/>
                      <a:pt x="540" y="998"/>
                      <a:pt x="574" y="1043"/>
                    </a:cubicBezTo>
                    <a:cubicBezTo>
                      <a:pt x="592" y="1061"/>
                      <a:pt x="611" y="1069"/>
                      <a:pt x="630" y="1069"/>
                    </a:cubicBezTo>
                    <a:cubicBezTo>
                      <a:pt x="694" y="1069"/>
                      <a:pt x="750" y="981"/>
                      <a:pt x="698" y="920"/>
                    </a:cubicBezTo>
                    <a:cubicBezTo>
                      <a:pt x="664" y="886"/>
                      <a:pt x="630" y="864"/>
                      <a:pt x="596" y="830"/>
                    </a:cubicBezTo>
                    <a:lnTo>
                      <a:pt x="495" y="740"/>
                    </a:lnTo>
                    <a:cubicBezTo>
                      <a:pt x="439" y="684"/>
                      <a:pt x="383" y="616"/>
                      <a:pt x="327" y="549"/>
                    </a:cubicBezTo>
                    <a:cubicBezTo>
                      <a:pt x="282" y="493"/>
                      <a:pt x="237" y="425"/>
                      <a:pt x="214" y="346"/>
                    </a:cubicBezTo>
                    <a:cubicBezTo>
                      <a:pt x="203" y="301"/>
                      <a:pt x="192" y="256"/>
                      <a:pt x="192" y="211"/>
                    </a:cubicBezTo>
                    <a:cubicBezTo>
                      <a:pt x="192" y="200"/>
                      <a:pt x="192" y="178"/>
                      <a:pt x="192" y="167"/>
                    </a:cubicBezTo>
                    <a:cubicBezTo>
                      <a:pt x="192" y="155"/>
                      <a:pt x="192" y="155"/>
                      <a:pt x="192" y="144"/>
                    </a:cubicBezTo>
                    <a:cubicBezTo>
                      <a:pt x="192" y="138"/>
                      <a:pt x="194" y="136"/>
                      <a:pt x="196" y="136"/>
                    </a:cubicBezTo>
                    <a:cubicBezTo>
                      <a:pt x="197" y="136"/>
                      <a:pt x="197" y="138"/>
                      <a:pt x="192" y="144"/>
                    </a:cubicBezTo>
                    <a:cubicBezTo>
                      <a:pt x="251" y="85"/>
                      <a:pt x="196" y="0"/>
                      <a:pt x="1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4373;p82">
              <a:extLst>
                <a:ext uri="{FF2B5EF4-FFF2-40B4-BE49-F238E27FC236}">
                  <a16:creationId xmlns:a16="http://schemas.microsoft.com/office/drawing/2014/main" id="{BFAD0405-0A7E-F11F-97F8-7255BE9BE3C8}"/>
                </a:ext>
              </a:extLst>
            </p:cNvPr>
            <p:cNvGrpSpPr/>
            <p:nvPr/>
          </p:nvGrpSpPr>
          <p:grpSpPr>
            <a:xfrm>
              <a:off x="965763" y="908517"/>
              <a:ext cx="198770" cy="258655"/>
              <a:chOff x="1011338" y="906267"/>
              <a:chExt cx="198770" cy="258655"/>
            </a:xfrm>
          </p:grpSpPr>
          <p:grpSp>
            <p:nvGrpSpPr>
              <p:cNvPr id="24" name="Google Shape;4374;p82">
                <a:extLst>
                  <a:ext uri="{FF2B5EF4-FFF2-40B4-BE49-F238E27FC236}">
                    <a16:creationId xmlns:a16="http://schemas.microsoft.com/office/drawing/2014/main" id="{DF4D536F-D094-6CD4-61ED-9A1527F9EBD7}"/>
                  </a:ext>
                </a:extLst>
              </p:cNvPr>
              <p:cNvGrpSpPr/>
              <p:nvPr/>
            </p:nvGrpSpPr>
            <p:grpSpPr>
              <a:xfrm rot="-464811">
                <a:off x="1026622" y="916517"/>
                <a:ext cx="168203" cy="238155"/>
                <a:chOff x="6083334" y="4589382"/>
                <a:chExt cx="168198" cy="238149"/>
              </a:xfrm>
            </p:grpSpPr>
            <p:sp>
              <p:nvSpPr>
                <p:cNvPr id="26" name="Google Shape;4375;p82">
                  <a:extLst>
                    <a:ext uri="{FF2B5EF4-FFF2-40B4-BE49-F238E27FC236}">
                      <a16:creationId xmlns:a16="http://schemas.microsoft.com/office/drawing/2014/main" id="{8F96EFBB-92D5-5C77-E741-C73463465D48}"/>
                    </a:ext>
                  </a:extLst>
                </p:cNvPr>
                <p:cNvSpPr/>
                <p:nvPr/>
              </p:nvSpPr>
              <p:spPr>
                <a:xfrm>
                  <a:off x="6083334" y="4706346"/>
                  <a:ext cx="168198" cy="1211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4" h="1062" extrusionOk="0">
                      <a:moveTo>
                        <a:pt x="182" y="0"/>
                      </a:moveTo>
                      <a:cubicBezTo>
                        <a:pt x="154" y="0"/>
                        <a:pt x="126" y="14"/>
                        <a:pt x="113" y="44"/>
                      </a:cubicBezTo>
                      <a:cubicBezTo>
                        <a:pt x="0" y="393"/>
                        <a:pt x="124" y="775"/>
                        <a:pt x="428" y="977"/>
                      </a:cubicBezTo>
                      <a:cubicBezTo>
                        <a:pt x="534" y="1034"/>
                        <a:pt x="648" y="1062"/>
                        <a:pt x="761" y="1062"/>
                      </a:cubicBezTo>
                      <a:cubicBezTo>
                        <a:pt x="980" y="1062"/>
                        <a:pt x="1193" y="957"/>
                        <a:pt x="1327" y="764"/>
                      </a:cubicBezTo>
                      <a:cubicBezTo>
                        <a:pt x="1428" y="595"/>
                        <a:pt x="1473" y="393"/>
                        <a:pt x="1451" y="202"/>
                      </a:cubicBezTo>
                      <a:cubicBezTo>
                        <a:pt x="1445" y="157"/>
                        <a:pt x="1406" y="134"/>
                        <a:pt x="1370" y="134"/>
                      </a:cubicBezTo>
                      <a:cubicBezTo>
                        <a:pt x="1335" y="134"/>
                        <a:pt x="1304" y="157"/>
                        <a:pt x="1316" y="202"/>
                      </a:cubicBezTo>
                      <a:cubicBezTo>
                        <a:pt x="1348" y="551"/>
                        <a:pt x="1126" y="922"/>
                        <a:pt x="753" y="922"/>
                      </a:cubicBezTo>
                      <a:cubicBezTo>
                        <a:pt x="742" y="922"/>
                        <a:pt x="731" y="922"/>
                        <a:pt x="720" y="921"/>
                      </a:cubicBezTo>
                      <a:cubicBezTo>
                        <a:pt x="326" y="899"/>
                        <a:pt x="146" y="426"/>
                        <a:pt x="248" y="89"/>
                      </a:cubicBezTo>
                      <a:cubicBezTo>
                        <a:pt x="268" y="34"/>
                        <a:pt x="226" y="0"/>
                        <a:pt x="182" y="0"/>
                      </a:cubicBezTo>
                      <a:close/>
                    </a:path>
                  </a:pathLst>
                </a:custGeom>
                <a:solidFill>
                  <a:srgbClr val="3F9CA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" name="Google Shape;4376;p82">
                  <a:extLst>
                    <a:ext uri="{FF2B5EF4-FFF2-40B4-BE49-F238E27FC236}">
                      <a16:creationId xmlns:a16="http://schemas.microsoft.com/office/drawing/2014/main" id="{5E31F6B9-6967-0D5B-50B8-EF3AC36B0FD0}"/>
                    </a:ext>
                  </a:extLst>
                </p:cNvPr>
                <p:cNvSpPr/>
                <p:nvPr/>
              </p:nvSpPr>
              <p:spPr>
                <a:xfrm>
                  <a:off x="6134570" y="4589382"/>
                  <a:ext cx="34804" cy="482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" h="423" extrusionOk="0">
                      <a:moveTo>
                        <a:pt x="109" y="1"/>
                      </a:moveTo>
                      <a:cubicBezTo>
                        <a:pt x="86" y="1"/>
                        <a:pt x="64" y="13"/>
                        <a:pt x="57" y="35"/>
                      </a:cubicBezTo>
                      <a:cubicBezTo>
                        <a:pt x="23" y="114"/>
                        <a:pt x="1" y="192"/>
                        <a:pt x="12" y="271"/>
                      </a:cubicBezTo>
                      <a:cubicBezTo>
                        <a:pt x="1" y="327"/>
                        <a:pt x="23" y="372"/>
                        <a:pt x="57" y="406"/>
                      </a:cubicBezTo>
                      <a:cubicBezTo>
                        <a:pt x="80" y="417"/>
                        <a:pt x="102" y="423"/>
                        <a:pt x="123" y="423"/>
                      </a:cubicBezTo>
                      <a:cubicBezTo>
                        <a:pt x="144" y="423"/>
                        <a:pt x="164" y="417"/>
                        <a:pt x="181" y="406"/>
                      </a:cubicBezTo>
                      <a:cubicBezTo>
                        <a:pt x="248" y="350"/>
                        <a:pt x="293" y="282"/>
                        <a:pt x="293" y="192"/>
                      </a:cubicBezTo>
                      <a:cubicBezTo>
                        <a:pt x="305" y="102"/>
                        <a:pt x="237" y="24"/>
                        <a:pt x="147" y="12"/>
                      </a:cubicBezTo>
                      <a:cubicBezTo>
                        <a:pt x="135" y="4"/>
                        <a:pt x="122" y="1"/>
                        <a:pt x="109" y="1"/>
                      </a:cubicBezTo>
                      <a:close/>
                    </a:path>
                  </a:pathLst>
                </a:custGeom>
                <a:solidFill>
                  <a:srgbClr val="3F9CA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" name="Google Shape;4377;p82">
                  <a:extLst>
                    <a:ext uri="{FF2B5EF4-FFF2-40B4-BE49-F238E27FC236}">
                      <a16:creationId xmlns:a16="http://schemas.microsoft.com/office/drawing/2014/main" id="{CB2EF13F-A03B-E157-23DE-FCCE64E501ED}"/>
                    </a:ext>
                  </a:extLst>
                </p:cNvPr>
                <p:cNvSpPr/>
                <p:nvPr/>
              </p:nvSpPr>
              <p:spPr>
                <a:xfrm>
                  <a:off x="6219354" y="4626696"/>
                  <a:ext cx="0" cy="1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h="1" extrusionOk="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0"/>
                      </a:ln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952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5" name="Google Shape;4378;p82">
                <a:extLst>
                  <a:ext uri="{FF2B5EF4-FFF2-40B4-BE49-F238E27FC236}">
                    <a16:creationId xmlns:a16="http://schemas.microsoft.com/office/drawing/2014/main" id="{F3683DCC-6BB0-373C-3AC6-FBB0335A1794}"/>
                  </a:ext>
                </a:extLst>
              </p:cNvPr>
              <p:cNvSpPr/>
              <p:nvPr/>
            </p:nvSpPr>
            <p:spPr>
              <a:xfrm rot="-464821">
                <a:off x="1150977" y="938618"/>
                <a:ext cx="34805" cy="48270"/>
              </a:xfrm>
              <a:custGeom>
                <a:avLst/>
                <a:gdLst/>
                <a:ahLst/>
                <a:cxnLst/>
                <a:rect l="l" t="t" r="r" b="b"/>
                <a:pathLst>
                  <a:path w="305" h="423" extrusionOk="0">
                    <a:moveTo>
                      <a:pt x="109" y="1"/>
                    </a:moveTo>
                    <a:cubicBezTo>
                      <a:pt x="86" y="1"/>
                      <a:pt x="64" y="13"/>
                      <a:pt x="57" y="35"/>
                    </a:cubicBezTo>
                    <a:cubicBezTo>
                      <a:pt x="23" y="114"/>
                      <a:pt x="1" y="192"/>
                      <a:pt x="12" y="271"/>
                    </a:cubicBezTo>
                    <a:cubicBezTo>
                      <a:pt x="1" y="327"/>
                      <a:pt x="23" y="372"/>
                      <a:pt x="57" y="406"/>
                    </a:cubicBezTo>
                    <a:cubicBezTo>
                      <a:pt x="80" y="417"/>
                      <a:pt x="102" y="423"/>
                      <a:pt x="123" y="423"/>
                    </a:cubicBezTo>
                    <a:cubicBezTo>
                      <a:pt x="144" y="423"/>
                      <a:pt x="164" y="417"/>
                      <a:pt x="181" y="406"/>
                    </a:cubicBezTo>
                    <a:cubicBezTo>
                      <a:pt x="248" y="350"/>
                      <a:pt x="293" y="282"/>
                      <a:pt x="293" y="192"/>
                    </a:cubicBezTo>
                    <a:cubicBezTo>
                      <a:pt x="305" y="102"/>
                      <a:pt x="237" y="24"/>
                      <a:pt x="147" y="12"/>
                    </a:cubicBezTo>
                    <a:cubicBezTo>
                      <a:pt x="135" y="4"/>
                      <a:pt x="122" y="1"/>
                      <a:pt x="109" y="1"/>
                    </a:cubicBezTo>
                    <a:close/>
                  </a:path>
                </a:pathLst>
              </a:custGeom>
              <a:solidFill>
                <a:srgbClr val="3F9CA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p56"/>
          <p:cNvSpPr txBox="1">
            <a:spLocks noGrp="1"/>
          </p:cNvSpPr>
          <p:nvPr>
            <p:ph type="title" idx="6"/>
          </p:nvPr>
        </p:nvSpPr>
        <p:spPr>
          <a:xfrm>
            <a:off x="720000" y="77128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RECOMENDACIONES</a:t>
            </a:r>
            <a:endParaRPr b="0" dirty="0"/>
          </a:p>
        </p:txBody>
      </p:sp>
      <p:sp>
        <p:nvSpPr>
          <p:cNvPr id="2576" name="Google Shape;2576;p56"/>
          <p:cNvSpPr txBox="1">
            <a:spLocks noGrp="1"/>
          </p:cNvSpPr>
          <p:nvPr>
            <p:ph type="title"/>
          </p:nvPr>
        </p:nvSpPr>
        <p:spPr>
          <a:xfrm>
            <a:off x="720000" y="2609572"/>
            <a:ext cx="2336400" cy="39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INTERFAZ</a:t>
            </a:r>
            <a:endParaRPr dirty="0"/>
          </a:p>
        </p:txBody>
      </p:sp>
      <p:sp>
        <p:nvSpPr>
          <p:cNvPr id="2577" name="Google Shape;2577;p56"/>
          <p:cNvSpPr txBox="1">
            <a:spLocks noGrp="1"/>
          </p:cNvSpPr>
          <p:nvPr>
            <p:ph type="subTitle" idx="1"/>
          </p:nvPr>
        </p:nvSpPr>
        <p:spPr>
          <a:xfrm>
            <a:off x="720000" y="2941950"/>
            <a:ext cx="2336400" cy="7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Optimizar la interfaz para mejorar la experiencia del usuario.</a:t>
            </a:r>
            <a:endParaRPr dirty="0"/>
          </a:p>
        </p:txBody>
      </p:sp>
      <p:sp>
        <p:nvSpPr>
          <p:cNvPr id="2578" name="Google Shape;2578;p56"/>
          <p:cNvSpPr txBox="1">
            <a:spLocks noGrp="1"/>
          </p:cNvSpPr>
          <p:nvPr>
            <p:ph type="title" idx="2"/>
          </p:nvPr>
        </p:nvSpPr>
        <p:spPr>
          <a:xfrm>
            <a:off x="3403800" y="2609572"/>
            <a:ext cx="2336400" cy="39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PRONÓSTICOS</a:t>
            </a:r>
            <a:endParaRPr sz="1600" dirty="0"/>
          </a:p>
        </p:txBody>
      </p:sp>
      <p:sp>
        <p:nvSpPr>
          <p:cNvPr id="2579" name="Google Shape;2579;p56"/>
          <p:cNvSpPr txBox="1">
            <a:spLocks noGrp="1"/>
          </p:cNvSpPr>
          <p:nvPr>
            <p:ph type="subTitle" idx="3"/>
          </p:nvPr>
        </p:nvSpPr>
        <p:spPr>
          <a:xfrm>
            <a:off x="3403800" y="2941950"/>
            <a:ext cx="2336400" cy="7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Implementar pronósticos a varios días como mejora futura.</a:t>
            </a:r>
            <a:endParaRPr dirty="0"/>
          </a:p>
        </p:txBody>
      </p:sp>
      <p:sp>
        <p:nvSpPr>
          <p:cNvPr id="2580" name="Google Shape;2580;p56"/>
          <p:cNvSpPr txBox="1">
            <a:spLocks noGrp="1"/>
          </p:cNvSpPr>
          <p:nvPr>
            <p:ph type="title" idx="4"/>
          </p:nvPr>
        </p:nvSpPr>
        <p:spPr>
          <a:xfrm>
            <a:off x="6087600" y="2609572"/>
            <a:ext cx="2336400" cy="39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NOTIFICACIONES</a:t>
            </a:r>
            <a:endParaRPr sz="1400" dirty="0"/>
          </a:p>
        </p:txBody>
      </p:sp>
      <p:sp>
        <p:nvSpPr>
          <p:cNvPr id="2581" name="Google Shape;2581;p56"/>
          <p:cNvSpPr txBox="1">
            <a:spLocks noGrp="1"/>
          </p:cNvSpPr>
          <p:nvPr>
            <p:ph type="subTitle" idx="5"/>
          </p:nvPr>
        </p:nvSpPr>
        <p:spPr>
          <a:xfrm>
            <a:off x="6087600" y="2941950"/>
            <a:ext cx="2336400" cy="71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Agregar notificaciones según cambios climáticos importantes.</a:t>
            </a:r>
            <a:endParaRPr dirty="0"/>
          </a:p>
        </p:txBody>
      </p:sp>
      <p:sp>
        <p:nvSpPr>
          <p:cNvPr id="2582" name="Google Shape;2582;p56"/>
          <p:cNvSpPr/>
          <p:nvPr/>
        </p:nvSpPr>
        <p:spPr>
          <a:xfrm>
            <a:off x="1550700" y="1859113"/>
            <a:ext cx="675000" cy="675000"/>
          </a:xfrm>
          <a:prstGeom prst="ellipse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3" name="Google Shape;2583;p56"/>
          <p:cNvSpPr/>
          <p:nvPr/>
        </p:nvSpPr>
        <p:spPr>
          <a:xfrm>
            <a:off x="6918300" y="1859113"/>
            <a:ext cx="675000" cy="675000"/>
          </a:xfrm>
          <a:prstGeom prst="ellipse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4" name="Google Shape;2584;p56"/>
          <p:cNvSpPr/>
          <p:nvPr/>
        </p:nvSpPr>
        <p:spPr>
          <a:xfrm>
            <a:off x="4234500" y="1859113"/>
            <a:ext cx="675000" cy="675000"/>
          </a:xfrm>
          <a:prstGeom prst="ellipse">
            <a:avLst/>
          </a:prstGeom>
          <a:noFill/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85" name="Google Shape;2585;p56"/>
          <p:cNvGrpSpPr/>
          <p:nvPr/>
        </p:nvGrpSpPr>
        <p:grpSpPr>
          <a:xfrm>
            <a:off x="7047418" y="2019020"/>
            <a:ext cx="416765" cy="355187"/>
            <a:chOff x="-19835275" y="3330250"/>
            <a:chExt cx="329250" cy="280625"/>
          </a:xfrm>
        </p:grpSpPr>
        <p:sp>
          <p:nvSpPr>
            <p:cNvPr id="2586" name="Google Shape;2586;p56"/>
            <p:cNvSpPr/>
            <p:nvPr/>
          </p:nvSpPr>
          <p:spPr>
            <a:xfrm>
              <a:off x="-19768325" y="3361750"/>
              <a:ext cx="197725" cy="249125"/>
            </a:xfrm>
            <a:custGeom>
              <a:avLst/>
              <a:gdLst/>
              <a:ahLst/>
              <a:cxnLst/>
              <a:rect l="l" t="t" r="r" b="b"/>
              <a:pathLst>
                <a:path w="7909" h="9965" extrusionOk="0">
                  <a:moveTo>
                    <a:pt x="3927" y="1"/>
                  </a:moveTo>
                  <a:cubicBezTo>
                    <a:pt x="3797" y="1"/>
                    <a:pt x="3671" y="56"/>
                    <a:pt x="3624" y="166"/>
                  </a:cubicBezTo>
                  <a:lnTo>
                    <a:pt x="1103" y="5302"/>
                  </a:lnTo>
                  <a:cubicBezTo>
                    <a:pt x="1" y="7412"/>
                    <a:pt x="1607" y="9964"/>
                    <a:pt x="3970" y="9964"/>
                  </a:cubicBezTo>
                  <a:cubicBezTo>
                    <a:pt x="6333" y="9964"/>
                    <a:pt x="7908" y="7412"/>
                    <a:pt x="6837" y="5302"/>
                  </a:cubicBezTo>
                  <a:lnTo>
                    <a:pt x="4254" y="166"/>
                  </a:lnTo>
                  <a:cubicBezTo>
                    <a:pt x="4191" y="56"/>
                    <a:pt x="4057" y="1"/>
                    <a:pt x="392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56"/>
            <p:cNvSpPr/>
            <p:nvPr/>
          </p:nvSpPr>
          <p:spPr>
            <a:xfrm>
              <a:off x="-19622625" y="3330250"/>
              <a:ext cx="116600" cy="189250"/>
            </a:xfrm>
            <a:custGeom>
              <a:avLst/>
              <a:gdLst/>
              <a:ahLst/>
              <a:cxnLst/>
              <a:rect l="l" t="t" r="r" b="b"/>
              <a:pathLst>
                <a:path w="4664" h="7570" extrusionOk="0">
                  <a:moveTo>
                    <a:pt x="1683" y="1"/>
                  </a:moveTo>
                  <a:cubicBezTo>
                    <a:pt x="1553" y="1"/>
                    <a:pt x="1419" y="56"/>
                    <a:pt x="1356" y="166"/>
                  </a:cubicBezTo>
                  <a:lnTo>
                    <a:pt x="1" y="2939"/>
                  </a:lnTo>
                  <a:lnTo>
                    <a:pt x="1608" y="6215"/>
                  </a:lnTo>
                  <a:cubicBezTo>
                    <a:pt x="1828" y="6625"/>
                    <a:pt x="1954" y="7097"/>
                    <a:pt x="1986" y="7570"/>
                  </a:cubicBezTo>
                  <a:cubicBezTo>
                    <a:pt x="3687" y="7381"/>
                    <a:pt x="4664" y="5585"/>
                    <a:pt x="3876" y="4010"/>
                  </a:cubicBezTo>
                  <a:lnTo>
                    <a:pt x="1986" y="166"/>
                  </a:lnTo>
                  <a:cubicBezTo>
                    <a:pt x="1938" y="56"/>
                    <a:pt x="1812" y="1"/>
                    <a:pt x="16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56"/>
            <p:cNvSpPr/>
            <p:nvPr/>
          </p:nvSpPr>
          <p:spPr>
            <a:xfrm>
              <a:off x="-19835275" y="3330250"/>
              <a:ext cx="116600" cy="189250"/>
            </a:xfrm>
            <a:custGeom>
              <a:avLst/>
              <a:gdLst/>
              <a:ahLst/>
              <a:cxnLst/>
              <a:rect l="l" t="t" r="r" b="b"/>
              <a:pathLst>
                <a:path w="4664" h="7570" extrusionOk="0">
                  <a:moveTo>
                    <a:pt x="2982" y="1"/>
                  </a:moveTo>
                  <a:cubicBezTo>
                    <a:pt x="2852" y="1"/>
                    <a:pt x="2726" y="56"/>
                    <a:pt x="2679" y="166"/>
                  </a:cubicBezTo>
                  <a:lnTo>
                    <a:pt x="788" y="4010"/>
                  </a:lnTo>
                  <a:cubicBezTo>
                    <a:pt x="1" y="5522"/>
                    <a:pt x="977" y="7381"/>
                    <a:pt x="2679" y="7570"/>
                  </a:cubicBezTo>
                  <a:cubicBezTo>
                    <a:pt x="2710" y="7097"/>
                    <a:pt x="2868" y="6593"/>
                    <a:pt x="3057" y="6152"/>
                  </a:cubicBezTo>
                  <a:lnTo>
                    <a:pt x="4663" y="2876"/>
                  </a:lnTo>
                  <a:lnTo>
                    <a:pt x="3309" y="166"/>
                  </a:lnTo>
                  <a:cubicBezTo>
                    <a:pt x="3246" y="56"/>
                    <a:pt x="3112" y="1"/>
                    <a:pt x="29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89" name="Google Shape;2589;p56"/>
          <p:cNvGrpSpPr/>
          <p:nvPr/>
        </p:nvGrpSpPr>
        <p:grpSpPr>
          <a:xfrm>
            <a:off x="4363626" y="2002709"/>
            <a:ext cx="416748" cy="387914"/>
            <a:chOff x="-21322300" y="4077125"/>
            <a:chExt cx="307200" cy="285925"/>
          </a:xfrm>
        </p:grpSpPr>
        <p:sp>
          <p:nvSpPr>
            <p:cNvPr id="2590" name="Google Shape;2590;p56"/>
            <p:cNvSpPr/>
            <p:nvPr/>
          </p:nvSpPr>
          <p:spPr>
            <a:xfrm>
              <a:off x="-21177375" y="4077125"/>
              <a:ext cx="17350" cy="52800"/>
            </a:xfrm>
            <a:custGeom>
              <a:avLst/>
              <a:gdLst/>
              <a:ahLst/>
              <a:cxnLst/>
              <a:rect l="l" t="t" r="r" b="b"/>
              <a:pathLst>
                <a:path w="694" h="2112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764"/>
                  </a:lnTo>
                  <a:cubicBezTo>
                    <a:pt x="0" y="1953"/>
                    <a:pt x="158" y="2111"/>
                    <a:pt x="347" y="2111"/>
                  </a:cubicBezTo>
                  <a:cubicBezTo>
                    <a:pt x="536" y="2111"/>
                    <a:pt x="693" y="1953"/>
                    <a:pt x="693" y="1764"/>
                  </a:cubicBez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56"/>
            <p:cNvSpPr/>
            <p:nvPr/>
          </p:nvSpPr>
          <p:spPr>
            <a:xfrm>
              <a:off x="-21279775" y="4117475"/>
              <a:ext cx="46500" cy="44525"/>
            </a:xfrm>
            <a:custGeom>
              <a:avLst/>
              <a:gdLst/>
              <a:ahLst/>
              <a:cxnLst/>
              <a:rect l="l" t="t" r="r" b="b"/>
              <a:pathLst>
                <a:path w="1860" h="1781" extrusionOk="0">
                  <a:moveTo>
                    <a:pt x="410" y="1"/>
                  </a:moveTo>
                  <a:cubicBezTo>
                    <a:pt x="323" y="1"/>
                    <a:pt x="237" y="40"/>
                    <a:pt x="158" y="119"/>
                  </a:cubicBezTo>
                  <a:cubicBezTo>
                    <a:pt x="0" y="276"/>
                    <a:pt x="0" y="466"/>
                    <a:pt x="158" y="623"/>
                  </a:cubicBezTo>
                  <a:lnTo>
                    <a:pt x="1166" y="1663"/>
                  </a:lnTo>
                  <a:cubicBezTo>
                    <a:pt x="1261" y="1741"/>
                    <a:pt x="1355" y="1781"/>
                    <a:pt x="1446" y="1781"/>
                  </a:cubicBezTo>
                  <a:cubicBezTo>
                    <a:pt x="1536" y="1781"/>
                    <a:pt x="1623" y="1741"/>
                    <a:pt x="1702" y="1663"/>
                  </a:cubicBezTo>
                  <a:cubicBezTo>
                    <a:pt x="1859" y="1505"/>
                    <a:pt x="1859" y="1285"/>
                    <a:pt x="1702" y="1127"/>
                  </a:cubicBezTo>
                  <a:lnTo>
                    <a:pt x="662" y="119"/>
                  </a:lnTo>
                  <a:cubicBezTo>
                    <a:pt x="583" y="40"/>
                    <a:pt x="497" y="1"/>
                    <a:pt x="4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56"/>
            <p:cNvSpPr/>
            <p:nvPr/>
          </p:nvSpPr>
          <p:spPr>
            <a:xfrm>
              <a:off x="-21103350" y="4117475"/>
              <a:ext cx="45700" cy="44525"/>
            </a:xfrm>
            <a:custGeom>
              <a:avLst/>
              <a:gdLst/>
              <a:ahLst/>
              <a:cxnLst/>
              <a:rect l="l" t="t" r="r" b="b"/>
              <a:pathLst>
                <a:path w="1828" h="1781" extrusionOk="0">
                  <a:moveTo>
                    <a:pt x="1418" y="1"/>
                  </a:moveTo>
                  <a:cubicBezTo>
                    <a:pt x="1332" y="1"/>
                    <a:pt x="1245" y="40"/>
                    <a:pt x="1166" y="119"/>
                  </a:cubicBezTo>
                  <a:lnTo>
                    <a:pt x="158" y="1127"/>
                  </a:lnTo>
                  <a:cubicBezTo>
                    <a:pt x="1" y="1285"/>
                    <a:pt x="1" y="1474"/>
                    <a:pt x="158" y="1663"/>
                  </a:cubicBezTo>
                  <a:cubicBezTo>
                    <a:pt x="237" y="1741"/>
                    <a:pt x="331" y="1781"/>
                    <a:pt x="422" y="1781"/>
                  </a:cubicBezTo>
                  <a:cubicBezTo>
                    <a:pt x="513" y="1781"/>
                    <a:pt x="599" y="1741"/>
                    <a:pt x="662" y="1663"/>
                  </a:cubicBezTo>
                  <a:lnTo>
                    <a:pt x="1670" y="623"/>
                  </a:lnTo>
                  <a:cubicBezTo>
                    <a:pt x="1828" y="466"/>
                    <a:pt x="1828" y="276"/>
                    <a:pt x="1670" y="119"/>
                  </a:cubicBezTo>
                  <a:cubicBezTo>
                    <a:pt x="1592" y="40"/>
                    <a:pt x="1505" y="1"/>
                    <a:pt x="14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56"/>
            <p:cNvSpPr/>
            <p:nvPr/>
          </p:nvSpPr>
          <p:spPr>
            <a:xfrm>
              <a:off x="-21137225" y="4103750"/>
              <a:ext cx="27600" cy="34975"/>
            </a:xfrm>
            <a:custGeom>
              <a:avLst/>
              <a:gdLst/>
              <a:ahLst/>
              <a:cxnLst/>
              <a:rect l="l" t="t" r="r" b="b"/>
              <a:pathLst>
                <a:path w="1104" h="1399" extrusionOk="0">
                  <a:moveTo>
                    <a:pt x="670" y="1"/>
                  </a:moveTo>
                  <a:cubicBezTo>
                    <a:pt x="536" y="1"/>
                    <a:pt x="417" y="89"/>
                    <a:pt x="347" y="227"/>
                  </a:cubicBezTo>
                  <a:lnTo>
                    <a:pt x="95" y="888"/>
                  </a:lnTo>
                  <a:cubicBezTo>
                    <a:pt x="1" y="1109"/>
                    <a:pt x="127" y="1298"/>
                    <a:pt x="284" y="1361"/>
                  </a:cubicBezTo>
                  <a:cubicBezTo>
                    <a:pt x="335" y="1386"/>
                    <a:pt x="386" y="1398"/>
                    <a:pt x="435" y="1398"/>
                  </a:cubicBezTo>
                  <a:cubicBezTo>
                    <a:pt x="568" y="1398"/>
                    <a:pt x="688" y="1310"/>
                    <a:pt x="757" y="1172"/>
                  </a:cubicBezTo>
                  <a:lnTo>
                    <a:pt x="1041" y="510"/>
                  </a:lnTo>
                  <a:cubicBezTo>
                    <a:pt x="1104" y="321"/>
                    <a:pt x="1041" y="101"/>
                    <a:pt x="820" y="38"/>
                  </a:cubicBezTo>
                  <a:cubicBezTo>
                    <a:pt x="769" y="13"/>
                    <a:pt x="719" y="1"/>
                    <a:pt x="6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56"/>
            <p:cNvSpPr/>
            <p:nvPr/>
          </p:nvSpPr>
          <p:spPr>
            <a:xfrm>
              <a:off x="-21227800" y="4103750"/>
              <a:ext cx="27600" cy="34975"/>
            </a:xfrm>
            <a:custGeom>
              <a:avLst/>
              <a:gdLst/>
              <a:ahLst/>
              <a:cxnLst/>
              <a:rect l="l" t="t" r="r" b="b"/>
              <a:pathLst>
                <a:path w="1104" h="1399" extrusionOk="0">
                  <a:moveTo>
                    <a:pt x="434" y="1"/>
                  </a:moveTo>
                  <a:cubicBezTo>
                    <a:pt x="386" y="1"/>
                    <a:pt x="335" y="13"/>
                    <a:pt x="284" y="38"/>
                  </a:cubicBezTo>
                  <a:cubicBezTo>
                    <a:pt x="95" y="101"/>
                    <a:pt x="1" y="321"/>
                    <a:pt x="95" y="510"/>
                  </a:cubicBezTo>
                  <a:lnTo>
                    <a:pt x="347" y="1172"/>
                  </a:lnTo>
                  <a:cubicBezTo>
                    <a:pt x="417" y="1310"/>
                    <a:pt x="536" y="1398"/>
                    <a:pt x="670" y="1398"/>
                  </a:cubicBezTo>
                  <a:cubicBezTo>
                    <a:pt x="719" y="1398"/>
                    <a:pt x="769" y="1386"/>
                    <a:pt x="820" y="1361"/>
                  </a:cubicBezTo>
                  <a:cubicBezTo>
                    <a:pt x="1040" y="1298"/>
                    <a:pt x="1103" y="1109"/>
                    <a:pt x="1040" y="888"/>
                  </a:cubicBezTo>
                  <a:lnTo>
                    <a:pt x="757" y="227"/>
                  </a:lnTo>
                  <a:cubicBezTo>
                    <a:pt x="688" y="89"/>
                    <a:pt x="568" y="1"/>
                    <a:pt x="4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56"/>
            <p:cNvSpPr/>
            <p:nvPr/>
          </p:nvSpPr>
          <p:spPr>
            <a:xfrm>
              <a:off x="-21319950" y="4219675"/>
              <a:ext cx="53600" cy="18150"/>
            </a:xfrm>
            <a:custGeom>
              <a:avLst/>
              <a:gdLst/>
              <a:ahLst/>
              <a:cxnLst/>
              <a:rect l="l" t="t" r="r" b="b"/>
              <a:pathLst>
                <a:path w="2144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797" y="725"/>
                  </a:lnTo>
                  <a:cubicBezTo>
                    <a:pt x="1986" y="725"/>
                    <a:pt x="2143" y="568"/>
                    <a:pt x="2143" y="347"/>
                  </a:cubicBezTo>
                  <a:cubicBezTo>
                    <a:pt x="2143" y="158"/>
                    <a:pt x="1986" y="1"/>
                    <a:pt x="17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56"/>
            <p:cNvSpPr/>
            <p:nvPr/>
          </p:nvSpPr>
          <p:spPr>
            <a:xfrm>
              <a:off x="-21070275" y="4219675"/>
              <a:ext cx="54375" cy="18150"/>
            </a:xfrm>
            <a:custGeom>
              <a:avLst/>
              <a:gdLst/>
              <a:ahLst/>
              <a:cxnLst/>
              <a:rect l="l" t="t" r="r" b="b"/>
              <a:pathLst>
                <a:path w="2175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828" y="725"/>
                  </a:lnTo>
                  <a:cubicBezTo>
                    <a:pt x="2017" y="725"/>
                    <a:pt x="2175" y="568"/>
                    <a:pt x="2175" y="347"/>
                  </a:cubicBezTo>
                  <a:cubicBezTo>
                    <a:pt x="2175" y="158"/>
                    <a:pt x="2017" y="1"/>
                    <a:pt x="182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56"/>
            <p:cNvSpPr/>
            <p:nvPr/>
          </p:nvSpPr>
          <p:spPr>
            <a:xfrm>
              <a:off x="-21078925" y="4171825"/>
              <a:ext cx="37025" cy="25175"/>
            </a:xfrm>
            <a:custGeom>
              <a:avLst/>
              <a:gdLst/>
              <a:ahLst/>
              <a:cxnLst/>
              <a:rect l="l" t="t" r="r" b="b"/>
              <a:pathLst>
                <a:path w="1481" h="1007" extrusionOk="0">
                  <a:moveTo>
                    <a:pt x="1086" y="1"/>
                  </a:moveTo>
                  <a:cubicBezTo>
                    <a:pt x="1040" y="1"/>
                    <a:pt x="993" y="9"/>
                    <a:pt x="945" y="24"/>
                  </a:cubicBezTo>
                  <a:lnTo>
                    <a:pt x="284" y="308"/>
                  </a:lnTo>
                  <a:cubicBezTo>
                    <a:pt x="63" y="371"/>
                    <a:pt x="0" y="623"/>
                    <a:pt x="63" y="780"/>
                  </a:cubicBezTo>
                  <a:cubicBezTo>
                    <a:pt x="132" y="919"/>
                    <a:pt x="252" y="1006"/>
                    <a:pt x="386" y="1006"/>
                  </a:cubicBezTo>
                  <a:cubicBezTo>
                    <a:pt x="435" y="1006"/>
                    <a:pt x="485" y="995"/>
                    <a:pt x="536" y="969"/>
                  </a:cubicBezTo>
                  <a:lnTo>
                    <a:pt x="1229" y="686"/>
                  </a:lnTo>
                  <a:cubicBezTo>
                    <a:pt x="1418" y="623"/>
                    <a:pt x="1481" y="434"/>
                    <a:pt x="1418" y="213"/>
                  </a:cubicBezTo>
                  <a:cubicBezTo>
                    <a:pt x="1347" y="72"/>
                    <a:pt x="1223" y="1"/>
                    <a:pt x="10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56"/>
            <p:cNvSpPr/>
            <p:nvPr/>
          </p:nvSpPr>
          <p:spPr>
            <a:xfrm>
              <a:off x="-21294750" y="4172625"/>
              <a:ext cx="37850" cy="25150"/>
            </a:xfrm>
            <a:custGeom>
              <a:avLst/>
              <a:gdLst/>
              <a:ahLst/>
              <a:cxnLst/>
              <a:rect l="l" t="t" r="r" b="b"/>
              <a:pathLst>
                <a:path w="1514" h="1006" extrusionOk="0">
                  <a:moveTo>
                    <a:pt x="414" y="1"/>
                  </a:moveTo>
                  <a:cubicBezTo>
                    <a:pt x="263" y="1"/>
                    <a:pt x="143" y="77"/>
                    <a:pt x="95" y="244"/>
                  </a:cubicBezTo>
                  <a:cubicBezTo>
                    <a:pt x="1" y="402"/>
                    <a:pt x="127" y="622"/>
                    <a:pt x="284" y="717"/>
                  </a:cubicBezTo>
                  <a:lnTo>
                    <a:pt x="946" y="969"/>
                  </a:lnTo>
                  <a:cubicBezTo>
                    <a:pt x="997" y="994"/>
                    <a:pt x="1050" y="1006"/>
                    <a:pt x="1101" y="1006"/>
                  </a:cubicBezTo>
                  <a:cubicBezTo>
                    <a:pt x="1242" y="1006"/>
                    <a:pt x="1372" y="918"/>
                    <a:pt x="1419" y="780"/>
                  </a:cubicBezTo>
                  <a:cubicBezTo>
                    <a:pt x="1513" y="591"/>
                    <a:pt x="1419" y="402"/>
                    <a:pt x="1230" y="307"/>
                  </a:cubicBezTo>
                  <a:lnTo>
                    <a:pt x="568" y="24"/>
                  </a:lnTo>
                  <a:cubicBezTo>
                    <a:pt x="514" y="8"/>
                    <a:pt x="463" y="1"/>
                    <a:pt x="4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56"/>
            <p:cNvSpPr/>
            <p:nvPr/>
          </p:nvSpPr>
          <p:spPr>
            <a:xfrm>
              <a:off x="-21321525" y="4328375"/>
              <a:ext cx="306425" cy="34675"/>
            </a:xfrm>
            <a:custGeom>
              <a:avLst/>
              <a:gdLst/>
              <a:ahLst/>
              <a:cxnLst/>
              <a:rect l="l" t="t" r="r" b="b"/>
              <a:pathLst>
                <a:path w="12257" h="1387" extrusionOk="0">
                  <a:moveTo>
                    <a:pt x="1844" y="0"/>
                  </a:moveTo>
                  <a:cubicBezTo>
                    <a:pt x="1403" y="0"/>
                    <a:pt x="962" y="126"/>
                    <a:pt x="568" y="378"/>
                  </a:cubicBezTo>
                  <a:cubicBezTo>
                    <a:pt x="473" y="410"/>
                    <a:pt x="379" y="504"/>
                    <a:pt x="284" y="536"/>
                  </a:cubicBezTo>
                  <a:cubicBezTo>
                    <a:pt x="95" y="630"/>
                    <a:pt x="1" y="819"/>
                    <a:pt x="95" y="1008"/>
                  </a:cubicBezTo>
                  <a:cubicBezTo>
                    <a:pt x="141" y="1147"/>
                    <a:pt x="272" y="1234"/>
                    <a:pt x="413" y="1234"/>
                  </a:cubicBezTo>
                  <a:cubicBezTo>
                    <a:pt x="464" y="1234"/>
                    <a:pt x="517" y="1223"/>
                    <a:pt x="568" y="1197"/>
                  </a:cubicBezTo>
                  <a:cubicBezTo>
                    <a:pt x="725" y="1166"/>
                    <a:pt x="883" y="1103"/>
                    <a:pt x="1009" y="1008"/>
                  </a:cubicBezTo>
                  <a:cubicBezTo>
                    <a:pt x="1261" y="835"/>
                    <a:pt x="1560" y="748"/>
                    <a:pt x="1863" y="748"/>
                  </a:cubicBezTo>
                  <a:cubicBezTo>
                    <a:pt x="2167" y="748"/>
                    <a:pt x="2474" y="835"/>
                    <a:pt x="2742" y="1008"/>
                  </a:cubicBezTo>
                  <a:cubicBezTo>
                    <a:pt x="3135" y="1260"/>
                    <a:pt x="3577" y="1386"/>
                    <a:pt x="4014" y="1386"/>
                  </a:cubicBezTo>
                  <a:cubicBezTo>
                    <a:pt x="4451" y="1386"/>
                    <a:pt x="4884" y="1260"/>
                    <a:pt x="5262" y="1008"/>
                  </a:cubicBezTo>
                  <a:cubicBezTo>
                    <a:pt x="5514" y="835"/>
                    <a:pt x="5813" y="748"/>
                    <a:pt x="6117" y="748"/>
                  </a:cubicBezTo>
                  <a:cubicBezTo>
                    <a:pt x="6420" y="748"/>
                    <a:pt x="6727" y="835"/>
                    <a:pt x="6995" y="1008"/>
                  </a:cubicBezTo>
                  <a:cubicBezTo>
                    <a:pt x="7389" y="1260"/>
                    <a:pt x="7830" y="1386"/>
                    <a:pt x="8267" y="1386"/>
                  </a:cubicBezTo>
                  <a:cubicBezTo>
                    <a:pt x="8704" y="1386"/>
                    <a:pt x="9137" y="1260"/>
                    <a:pt x="9515" y="1008"/>
                  </a:cubicBezTo>
                  <a:cubicBezTo>
                    <a:pt x="9767" y="835"/>
                    <a:pt x="10067" y="748"/>
                    <a:pt x="10374" y="748"/>
                  </a:cubicBezTo>
                  <a:cubicBezTo>
                    <a:pt x="10681" y="748"/>
                    <a:pt x="10996" y="835"/>
                    <a:pt x="11279" y="1008"/>
                  </a:cubicBezTo>
                  <a:cubicBezTo>
                    <a:pt x="11437" y="1103"/>
                    <a:pt x="11563" y="1166"/>
                    <a:pt x="11721" y="1260"/>
                  </a:cubicBezTo>
                  <a:cubicBezTo>
                    <a:pt x="11766" y="1276"/>
                    <a:pt x="11812" y="1284"/>
                    <a:pt x="11857" y="1284"/>
                  </a:cubicBezTo>
                  <a:cubicBezTo>
                    <a:pt x="11996" y="1284"/>
                    <a:pt x="12122" y="1207"/>
                    <a:pt x="12193" y="1040"/>
                  </a:cubicBezTo>
                  <a:cubicBezTo>
                    <a:pt x="12256" y="819"/>
                    <a:pt x="12193" y="567"/>
                    <a:pt x="11973" y="536"/>
                  </a:cubicBezTo>
                  <a:cubicBezTo>
                    <a:pt x="11878" y="504"/>
                    <a:pt x="11784" y="473"/>
                    <a:pt x="11658" y="378"/>
                  </a:cubicBezTo>
                  <a:cubicBezTo>
                    <a:pt x="11264" y="126"/>
                    <a:pt x="10823" y="0"/>
                    <a:pt x="10382" y="0"/>
                  </a:cubicBezTo>
                  <a:cubicBezTo>
                    <a:pt x="9941" y="0"/>
                    <a:pt x="9499" y="126"/>
                    <a:pt x="9106" y="378"/>
                  </a:cubicBezTo>
                  <a:cubicBezTo>
                    <a:pt x="8854" y="552"/>
                    <a:pt x="8546" y="638"/>
                    <a:pt x="8239" y="638"/>
                  </a:cubicBezTo>
                  <a:cubicBezTo>
                    <a:pt x="7932" y="638"/>
                    <a:pt x="7625" y="552"/>
                    <a:pt x="7373" y="378"/>
                  </a:cubicBezTo>
                  <a:cubicBezTo>
                    <a:pt x="6979" y="126"/>
                    <a:pt x="6538" y="0"/>
                    <a:pt x="6101" y="0"/>
                  </a:cubicBezTo>
                  <a:cubicBezTo>
                    <a:pt x="5664" y="0"/>
                    <a:pt x="5231" y="126"/>
                    <a:pt x="4852" y="378"/>
                  </a:cubicBezTo>
                  <a:cubicBezTo>
                    <a:pt x="4600" y="552"/>
                    <a:pt x="4293" y="638"/>
                    <a:pt x="3986" y="638"/>
                  </a:cubicBezTo>
                  <a:cubicBezTo>
                    <a:pt x="3679" y="638"/>
                    <a:pt x="3372" y="552"/>
                    <a:pt x="3120" y="378"/>
                  </a:cubicBezTo>
                  <a:cubicBezTo>
                    <a:pt x="2726" y="126"/>
                    <a:pt x="2285" y="0"/>
                    <a:pt x="18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56"/>
            <p:cNvSpPr/>
            <p:nvPr/>
          </p:nvSpPr>
          <p:spPr>
            <a:xfrm>
              <a:off x="-21321525" y="4292150"/>
              <a:ext cx="306425" cy="34675"/>
            </a:xfrm>
            <a:custGeom>
              <a:avLst/>
              <a:gdLst/>
              <a:ahLst/>
              <a:cxnLst/>
              <a:rect l="l" t="t" r="r" b="b"/>
              <a:pathLst>
                <a:path w="12257" h="1387" extrusionOk="0">
                  <a:moveTo>
                    <a:pt x="1844" y="0"/>
                  </a:moveTo>
                  <a:cubicBezTo>
                    <a:pt x="1403" y="0"/>
                    <a:pt x="962" y="126"/>
                    <a:pt x="568" y="378"/>
                  </a:cubicBezTo>
                  <a:cubicBezTo>
                    <a:pt x="473" y="410"/>
                    <a:pt x="379" y="504"/>
                    <a:pt x="284" y="536"/>
                  </a:cubicBezTo>
                  <a:cubicBezTo>
                    <a:pt x="95" y="599"/>
                    <a:pt x="1" y="819"/>
                    <a:pt x="95" y="1008"/>
                  </a:cubicBezTo>
                  <a:cubicBezTo>
                    <a:pt x="141" y="1147"/>
                    <a:pt x="272" y="1234"/>
                    <a:pt x="413" y="1234"/>
                  </a:cubicBezTo>
                  <a:cubicBezTo>
                    <a:pt x="464" y="1234"/>
                    <a:pt x="517" y="1223"/>
                    <a:pt x="568" y="1197"/>
                  </a:cubicBezTo>
                  <a:cubicBezTo>
                    <a:pt x="725" y="1166"/>
                    <a:pt x="883" y="1071"/>
                    <a:pt x="1009" y="1008"/>
                  </a:cubicBezTo>
                  <a:cubicBezTo>
                    <a:pt x="1261" y="835"/>
                    <a:pt x="1560" y="748"/>
                    <a:pt x="1863" y="748"/>
                  </a:cubicBezTo>
                  <a:cubicBezTo>
                    <a:pt x="2167" y="748"/>
                    <a:pt x="2474" y="835"/>
                    <a:pt x="2742" y="1008"/>
                  </a:cubicBezTo>
                  <a:cubicBezTo>
                    <a:pt x="3135" y="1260"/>
                    <a:pt x="3577" y="1386"/>
                    <a:pt x="4014" y="1386"/>
                  </a:cubicBezTo>
                  <a:cubicBezTo>
                    <a:pt x="4451" y="1386"/>
                    <a:pt x="4884" y="1260"/>
                    <a:pt x="5262" y="1008"/>
                  </a:cubicBezTo>
                  <a:cubicBezTo>
                    <a:pt x="5514" y="835"/>
                    <a:pt x="5813" y="748"/>
                    <a:pt x="6117" y="748"/>
                  </a:cubicBezTo>
                  <a:cubicBezTo>
                    <a:pt x="6420" y="748"/>
                    <a:pt x="6727" y="835"/>
                    <a:pt x="6995" y="1008"/>
                  </a:cubicBezTo>
                  <a:cubicBezTo>
                    <a:pt x="7389" y="1260"/>
                    <a:pt x="7830" y="1386"/>
                    <a:pt x="8267" y="1386"/>
                  </a:cubicBezTo>
                  <a:cubicBezTo>
                    <a:pt x="8704" y="1386"/>
                    <a:pt x="9137" y="1260"/>
                    <a:pt x="9515" y="1008"/>
                  </a:cubicBezTo>
                  <a:cubicBezTo>
                    <a:pt x="9767" y="835"/>
                    <a:pt x="10067" y="748"/>
                    <a:pt x="10374" y="748"/>
                  </a:cubicBezTo>
                  <a:cubicBezTo>
                    <a:pt x="10681" y="748"/>
                    <a:pt x="10996" y="835"/>
                    <a:pt x="11279" y="1008"/>
                  </a:cubicBezTo>
                  <a:cubicBezTo>
                    <a:pt x="11437" y="1071"/>
                    <a:pt x="11563" y="1166"/>
                    <a:pt x="11721" y="1229"/>
                  </a:cubicBezTo>
                  <a:cubicBezTo>
                    <a:pt x="11771" y="1254"/>
                    <a:pt x="11822" y="1266"/>
                    <a:pt x="11871" y="1266"/>
                  </a:cubicBezTo>
                  <a:cubicBezTo>
                    <a:pt x="12004" y="1266"/>
                    <a:pt x="12124" y="1178"/>
                    <a:pt x="12193" y="1040"/>
                  </a:cubicBezTo>
                  <a:cubicBezTo>
                    <a:pt x="12256" y="819"/>
                    <a:pt x="12193" y="599"/>
                    <a:pt x="11973" y="536"/>
                  </a:cubicBezTo>
                  <a:cubicBezTo>
                    <a:pt x="11878" y="504"/>
                    <a:pt x="11784" y="441"/>
                    <a:pt x="11658" y="378"/>
                  </a:cubicBezTo>
                  <a:cubicBezTo>
                    <a:pt x="11264" y="126"/>
                    <a:pt x="10823" y="0"/>
                    <a:pt x="10382" y="0"/>
                  </a:cubicBezTo>
                  <a:cubicBezTo>
                    <a:pt x="9941" y="0"/>
                    <a:pt x="9499" y="126"/>
                    <a:pt x="9106" y="378"/>
                  </a:cubicBezTo>
                  <a:cubicBezTo>
                    <a:pt x="8854" y="551"/>
                    <a:pt x="8546" y="638"/>
                    <a:pt x="8239" y="638"/>
                  </a:cubicBezTo>
                  <a:cubicBezTo>
                    <a:pt x="7932" y="638"/>
                    <a:pt x="7625" y="551"/>
                    <a:pt x="7373" y="378"/>
                  </a:cubicBezTo>
                  <a:cubicBezTo>
                    <a:pt x="6979" y="126"/>
                    <a:pt x="6538" y="0"/>
                    <a:pt x="6101" y="0"/>
                  </a:cubicBezTo>
                  <a:cubicBezTo>
                    <a:pt x="5664" y="0"/>
                    <a:pt x="5231" y="126"/>
                    <a:pt x="4852" y="378"/>
                  </a:cubicBezTo>
                  <a:cubicBezTo>
                    <a:pt x="4600" y="551"/>
                    <a:pt x="4293" y="638"/>
                    <a:pt x="3986" y="638"/>
                  </a:cubicBezTo>
                  <a:cubicBezTo>
                    <a:pt x="3679" y="638"/>
                    <a:pt x="3372" y="551"/>
                    <a:pt x="3120" y="378"/>
                  </a:cubicBezTo>
                  <a:cubicBezTo>
                    <a:pt x="2726" y="126"/>
                    <a:pt x="2285" y="0"/>
                    <a:pt x="184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56"/>
            <p:cNvSpPr/>
            <p:nvPr/>
          </p:nvSpPr>
          <p:spPr>
            <a:xfrm>
              <a:off x="-21322300" y="4148000"/>
              <a:ext cx="307200" cy="143375"/>
            </a:xfrm>
            <a:custGeom>
              <a:avLst/>
              <a:gdLst/>
              <a:ahLst/>
              <a:cxnLst/>
              <a:rect l="l" t="t" r="r" b="b"/>
              <a:pathLst>
                <a:path w="12288" h="5735" extrusionOk="0">
                  <a:moveTo>
                    <a:pt x="6175" y="1"/>
                  </a:moveTo>
                  <a:cubicBezTo>
                    <a:pt x="4411" y="1"/>
                    <a:pt x="2962" y="1450"/>
                    <a:pt x="2962" y="3214"/>
                  </a:cubicBezTo>
                  <a:cubicBezTo>
                    <a:pt x="2962" y="3813"/>
                    <a:pt x="3151" y="4380"/>
                    <a:pt x="3434" y="4884"/>
                  </a:cubicBezTo>
                  <a:cubicBezTo>
                    <a:pt x="3308" y="4852"/>
                    <a:pt x="3245" y="4789"/>
                    <a:pt x="3119" y="4726"/>
                  </a:cubicBezTo>
                  <a:cubicBezTo>
                    <a:pt x="2725" y="4474"/>
                    <a:pt x="2284" y="4348"/>
                    <a:pt x="1843" y="4348"/>
                  </a:cubicBezTo>
                  <a:cubicBezTo>
                    <a:pt x="1402" y="4348"/>
                    <a:pt x="961" y="4474"/>
                    <a:pt x="567" y="4726"/>
                  </a:cubicBezTo>
                  <a:cubicBezTo>
                    <a:pt x="473" y="4758"/>
                    <a:pt x="347" y="4852"/>
                    <a:pt x="284" y="4884"/>
                  </a:cubicBezTo>
                  <a:cubicBezTo>
                    <a:pt x="95" y="4947"/>
                    <a:pt x="0" y="5167"/>
                    <a:pt x="95" y="5356"/>
                  </a:cubicBezTo>
                  <a:cubicBezTo>
                    <a:pt x="141" y="5495"/>
                    <a:pt x="255" y="5583"/>
                    <a:pt x="399" y="5583"/>
                  </a:cubicBezTo>
                  <a:cubicBezTo>
                    <a:pt x="451" y="5583"/>
                    <a:pt x="508" y="5571"/>
                    <a:pt x="567" y="5545"/>
                  </a:cubicBezTo>
                  <a:cubicBezTo>
                    <a:pt x="725" y="5514"/>
                    <a:pt x="882" y="5419"/>
                    <a:pt x="977" y="5356"/>
                  </a:cubicBezTo>
                  <a:cubicBezTo>
                    <a:pt x="1245" y="5183"/>
                    <a:pt x="1552" y="5097"/>
                    <a:pt x="1855" y="5097"/>
                  </a:cubicBezTo>
                  <a:cubicBezTo>
                    <a:pt x="2158" y="5097"/>
                    <a:pt x="2458" y="5183"/>
                    <a:pt x="2710" y="5356"/>
                  </a:cubicBezTo>
                  <a:cubicBezTo>
                    <a:pt x="3103" y="5608"/>
                    <a:pt x="3552" y="5735"/>
                    <a:pt x="3993" y="5735"/>
                  </a:cubicBezTo>
                  <a:cubicBezTo>
                    <a:pt x="4435" y="5735"/>
                    <a:pt x="4868" y="5608"/>
                    <a:pt x="5230" y="5356"/>
                  </a:cubicBezTo>
                  <a:cubicBezTo>
                    <a:pt x="5498" y="5183"/>
                    <a:pt x="5805" y="5097"/>
                    <a:pt x="6108" y="5097"/>
                  </a:cubicBezTo>
                  <a:cubicBezTo>
                    <a:pt x="6411" y="5097"/>
                    <a:pt x="6711" y="5183"/>
                    <a:pt x="6963" y="5356"/>
                  </a:cubicBezTo>
                  <a:cubicBezTo>
                    <a:pt x="7341" y="5608"/>
                    <a:pt x="7790" y="5735"/>
                    <a:pt x="8235" y="5735"/>
                  </a:cubicBezTo>
                  <a:cubicBezTo>
                    <a:pt x="8680" y="5735"/>
                    <a:pt x="9121" y="5608"/>
                    <a:pt x="9483" y="5356"/>
                  </a:cubicBezTo>
                  <a:cubicBezTo>
                    <a:pt x="9751" y="5183"/>
                    <a:pt x="10058" y="5097"/>
                    <a:pt x="10369" y="5097"/>
                  </a:cubicBezTo>
                  <a:cubicBezTo>
                    <a:pt x="10680" y="5097"/>
                    <a:pt x="10995" y="5183"/>
                    <a:pt x="11279" y="5356"/>
                  </a:cubicBezTo>
                  <a:cubicBezTo>
                    <a:pt x="11437" y="5419"/>
                    <a:pt x="11531" y="5514"/>
                    <a:pt x="11689" y="5577"/>
                  </a:cubicBezTo>
                  <a:cubicBezTo>
                    <a:pt x="11748" y="5602"/>
                    <a:pt x="11804" y="5614"/>
                    <a:pt x="11857" y="5614"/>
                  </a:cubicBezTo>
                  <a:cubicBezTo>
                    <a:pt x="12001" y="5614"/>
                    <a:pt x="12115" y="5526"/>
                    <a:pt x="12161" y="5388"/>
                  </a:cubicBezTo>
                  <a:cubicBezTo>
                    <a:pt x="12287" y="5167"/>
                    <a:pt x="12224" y="4947"/>
                    <a:pt x="12004" y="4884"/>
                  </a:cubicBezTo>
                  <a:cubicBezTo>
                    <a:pt x="11909" y="4852"/>
                    <a:pt x="11815" y="4789"/>
                    <a:pt x="11689" y="4726"/>
                  </a:cubicBezTo>
                  <a:cubicBezTo>
                    <a:pt x="11295" y="4474"/>
                    <a:pt x="10854" y="4348"/>
                    <a:pt x="10413" y="4348"/>
                  </a:cubicBezTo>
                  <a:cubicBezTo>
                    <a:pt x="9972" y="4348"/>
                    <a:pt x="9530" y="4474"/>
                    <a:pt x="9137" y="4726"/>
                  </a:cubicBezTo>
                  <a:lnTo>
                    <a:pt x="8916" y="4852"/>
                  </a:lnTo>
                  <a:cubicBezTo>
                    <a:pt x="9168" y="4380"/>
                    <a:pt x="9389" y="3781"/>
                    <a:pt x="9389" y="3214"/>
                  </a:cubicBezTo>
                  <a:cubicBezTo>
                    <a:pt x="9389" y="1450"/>
                    <a:pt x="7971" y="1"/>
                    <a:pt x="61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02" name="Google Shape;2602;p56"/>
          <p:cNvGrpSpPr/>
          <p:nvPr/>
        </p:nvGrpSpPr>
        <p:grpSpPr>
          <a:xfrm>
            <a:off x="1679822" y="1988333"/>
            <a:ext cx="416757" cy="416787"/>
            <a:chOff x="-20571700" y="4066875"/>
            <a:chExt cx="304825" cy="304825"/>
          </a:xfrm>
        </p:grpSpPr>
        <p:sp>
          <p:nvSpPr>
            <p:cNvPr id="2603" name="Google Shape;2603;p56"/>
            <p:cNvSpPr/>
            <p:nvPr/>
          </p:nvSpPr>
          <p:spPr>
            <a:xfrm>
              <a:off x="-20385825" y="4211025"/>
              <a:ext cx="118950" cy="160675"/>
            </a:xfrm>
            <a:custGeom>
              <a:avLst/>
              <a:gdLst/>
              <a:ahLst/>
              <a:cxnLst/>
              <a:rect l="l" t="t" r="r" b="b"/>
              <a:pathLst>
                <a:path w="4758" h="6427" extrusionOk="0">
                  <a:moveTo>
                    <a:pt x="757" y="0"/>
                  </a:moveTo>
                  <a:cubicBezTo>
                    <a:pt x="473" y="0"/>
                    <a:pt x="221" y="63"/>
                    <a:pt x="1" y="189"/>
                  </a:cubicBezTo>
                  <a:lnTo>
                    <a:pt x="2836" y="6427"/>
                  </a:lnTo>
                  <a:lnTo>
                    <a:pt x="4380" y="6427"/>
                  </a:lnTo>
                  <a:cubicBezTo>
                    <a:pt x="4474" y="6427"/>
                    <a:pt x="4600" y="6332"/>
                    <a:pt x="4695" y="6269"/>
                  </a:cubicBezTo>
                  <a:cubicBezTo>
                    <a:pt x="4758" y="6143"/>
                    <a:pt x="4758" y="6017"/>
                    <a:pt x="4695" y="5891"/>
                  </a:cubicBezTo>
                  <a:lnTo>
                    <a:pt x="2111" y="819"/>
                  </a:lnTo>
                  <a:cubicBezTo>
                    <a:pt x="1891" y="315"/>
                    <a:pt x="1387" y="0"/>
                    <a:pt x="7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56"/>
            <p:cNvSpPr/>
            <p:nvPr/>
          </p:nvSpPr>
          <p:spPr>
            <a:xfrm>
              <a:off x="-20412600" y="4084875"/>
              <a:ext cx="109500" cy="89925"/>
            </a:xfrm>
            <a:custGeom>
              <a:avLst/>
              <a:gdLst/>
              <a:ahLst/>
              <a:cxnLst/>
              <a:rect l="l" t="t" r="r" b="b"/>
              <a:pathLst>
                <a:path w="4380" h="3597" extrusionOk="0">
                  <a:moveTo>
                    <a:pt x="2203" y="0"/>
                  </a:moveTo>
                  <a:cubicBezTo>
                    <a:pt x="2118" y="0"/>
                    <a:pt x="2029" y="10"/>
                    <a:pt x="1922" y="37"/>
                  </a:cubicBezTo>
                  <a:cubicBezTo>
                    <a:pt x="1261" y="194"/>
                    <a:pt x="788" y="824"/>
                    <a:pt x="788" y="1486"/>
                  </a:cubicBezTo>
                  <a:cubicBezTo>
                    <a:pt x="284" y="1707"/>
                    <a:pt x="0" y="2211"/>
                    <a:pt x="126" y="2715"/>
                  </a:cubicBezTo>
                  <a:cubicBezTo>
                    <a:pt x="252" y="3219"/>
                    <a:pt x="694" y="3597"/>
                    <a:pt x="1198" y="3597"/>
                  </a:cubicBezTo>
                  <a:lnTo>
                    <a:pt x="3308" y="3597"/>
                  </a:lnTo>
                  <a:cubicBezTo>
                    <a:pt x="3876" y="3597"/>
                    <a:pt x="4380" y="3124"/>
                    <a:pt x="4380" y="2526"/>
                  </a:cubicBezTo>
                  <a:cubicBezTo>
                    <a:pt x="4380" y="2179"/>
                    <a:pt x="4222" y="1801"/>
                    <a:pt x="3813" y="1580"/>
                  </a:cubicBezTo>
                  <a:cubicBezTo>
                    <a:pt x="3718" y="1549"/>
                    <a:pt x="3655" y="1423"/>
                    <a:pt x="3624" y="1297"/>
                  </a:cubicBezTo>
                  <a:cubicBezTo>
                    <a:pt x="3561" y="635"/>
                    <a:pt x="3119" y="194"/>
                    <a:pt x="2552" y="37"/>
                  </a:cubicBezTo>
                  <a:cubicBezTo>
                    <a:pt x="2425" y="19"/>
                    <a:pt x="2319" y="0"/>
                    <a:pt x="22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56"/>
            <p:cNvSpPr/>
            <p:nvPr/>
          </p:nvSpPr>
          <p:spPr>
            <a:xfrm>
              <a:off x="-20332275" y="4066875"/>
              <a:ext cx="64625" cy="80375"/>
            </a:xfrm>
            <a:custGeom>
              <a:avLst/>
              <a:gdLst/>
              <a:ahLst/>
              <a:cxnLst/>
              <a:rect l="l" t="t" r="r" b="b"/>
              <a:pathLst>
                <a:path w="2585" h="3215" extrusionOk="0">
                  <a:moveTo>
                    <a:pt x="820" y="1"/>
                  </a:moveTo>
                  <a:cubicBezTo>
                    <a:pt x="505" y="1"/>
                    <a:pt x="221" y="95"/>
                    <a:pt x="1" y="253"/>
                  </a:cubicBezTo>
                  <a:cubicBezTo>
                    <a:pt x="253" y="379"/>
                    <a:pt x="505" y="568"/>
                    <a:pt x="726" y="851"/>
                  </a:cubicBezTo>
                  <a:cubicBezTo>
                    <a:pt x="915" y="1103"/>
                    <a:pt x="1072" y="1418"/>
                    <a:pt x="1135" y="1733"/>
                  </a:cubicBezTo>
                  <a:cubicBezTo>
                    <a:pt x="1356" y="1891"/>
                    <a:pt x="1608" y="2174"/>
                    <a:pt x="1702" y="2490"/>
                  </a:cubicBezTo>
                  <a:cubicBezTo>
                    <a:pt x="1797" y="2679"/>
                    <a:pt x="1860" y="2962"/>
                    <a:pt x="1860" y="3214"/>
                  </a:cubicBezTo>
                  <a:cubicBezTo>
                    <a:pt x="2301" y="2899"/>
                    <a:pt x="2584" y="2363"/>
                    <a:pt x="2584" y="1796"/>
                  </a:cubicBezTo>
                  <a:cubicBezTo>
                    <a:pt x="2584" y="788"/>
                    <a:pt x="1797" y="1"/>
                    <a:pt x="8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56"/>
            <p:cNvSpPr/>
            <p:nvPr/>
          </p:nvSpPr>
          <p:spPr>
            <a:xfrm>
              <a:off x="-20553575" y="4103900"/>
              <a:ext cx="107925" cy="89025"/>
            </a:xfrm>
            <a:custGeom>
              <a:avLst/>
              <a:gdLst/>
              <a:ahLst/>
              <a:cxnLst/>
              <a:rect l="l" t="t" r="r" b="b"/>
              <a:pathLst>
                <a:path w="4317" h="3561" extrusionOk="0">
                  <a:moveTo>
                    <a:pt x="2174" y="0"/>
                  </a:moveTo>
                  <a:cubicBezTo>
                    <a:pt x="1386" y="0"/>
                    <a:pt x="756" y="630"/>
                    <a:pt x="756" y="1418"/>
                  </a:cubicBezTo>
                  <a:lnTo>
                    <a:pt x="756" y="1481"/>
                  </a:lnTo>
                  <a:cubicBezTo>
                    <a:pt x="284" y="1639"/>
                    <a:pt x="63" y="2048"/>
                    <a:pt x="63" y="2458"/>
                  </a:cubicBezTo>
                  <a:cubicBezTo>
                    <a:pt x="0" y="3088"/>
                    <a:pt x="473" y="3560"/>
                    <a:pt x="1071" y="3560"/>
                  </a:cubicBezTo>
                  <a:lnTo>
                    <a:pt x="3214" y="3560"/>
                  </a:lnTo>
                  <a:cubicBezTo>
                    <a:pt x="3686" y="3560"/>
                    <a:pt x="4159" y="3214"/>
                    <a:pt x="4253" y="2710"/>
                  </a:cubicBezTo>
                  <a:cubicBezTo>
                    <a:pt x="4253" y="2615"/>
                    <a:pt x="4316" y="2552"/>
                    <a:pt x="4316" y="2521"/>
                  </a:cubicBezTo>
                  <a:cubicBezTo>
                    <a:pt x="4316" y="2080"/>
                    <a:pt x="4033" y="1670"/>
                    <a:pt x="3592" y="1481"/>
                  </a:cubicBezTo>
                  <a:cubicBezTo>
                    <a:pt x="3592" y="1135"/>
                    <a:pt x="3529" y="819"/>
                    <a:pt x="3308" y="536"/>
                  </a:cubicBezTo>
                  <a:cubicBezTo>
                    <a:pt x="3056" y="189"/>
                    <a:pt x="2646" y="0"/>
                    <a:pt x="21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56"/>
            <p:cNvSpPr/>
            <p:nvPr/>
          </p:nvSpPr>
          <p:spPr>
            <a:xfrm>
              <a:off x="-20515000" y="4168475"/>
              <a:ext cx="119750" cy="91400"/>
            </a:xfrm>
            <a:custGeom>
              <a:avLst/>
              <a:gdLst/>
              <a:ahLst/>
              <a:cxnLst/>
              <a:rect l="l" t="t" r="r" b="b"/>
              <a:pathLst>
                <a:path w="4790" h="3656" extrusionOk="0">
                  <a:moveTo>
                    <a:pt x="3435" y="1"/>
                  </a:moveTo>
                  <a:cubicBezTo>
                    <a:pt x="3435" y="316"/>
                    <a:pt x="3372" y="599"/>
                    <a:pt x="3151" y="914"/>
                  </a:cubicBezTo>
                  <a:cubicBezTo>
                    <a:pt x="2773" y="1450"/>
                    <a:pt x="2206" y="1702"/>
                    <a:pt x="1671" y="1702"/>
                  </a:cubicBezTo>
                  <a:lnTo>
                    <a:pt x="473" y="1702"/>
                  </a:lnTo>
                  <a:lnTo>
                    <a:pt x="1" y="2710"/>
                  </a:lnTo>
                  <a:lnTo>
                    <a:pt x="946" y="3655"/>
                  </a:lnTo>
                  <a:lnTo>
                    <a:pt x="2143" y="2490"/>
                  </a:lnTo>
                  <a:cubicBezTo>
                    <a:pt x="2222" y="2411"/>
                    <a:pt x="2309" y="2371"/>
                    <a:pt x="2395" y="2371"/>
                  </a:cubicBezTo>
                  <a:cubicBezTo>
                    <a:pt x="2482" y="2371"/>
                    <a:pt x="2568" y="2411"/>
                    <a:pt x="2647" y="2490"/>
                  </a:cubicBezTo>
                  <a:lnTo>
                    <a:pt x="3844" y="3655"/>
                  </a:lnTo>
                  <a:lnTo>
                    <a:pt x="4790" y="2710"/>
                  </a:lnTo>
                  <a:lnTo>
                    <a:pt x="3718" y="410"/>
                  </a:lnTo>
                  <a:cubicBezTo>
                    <a:pt x="3624" y="253"/>
                    <a:pt x="3561" y="127"/>
                    <a:pt x="34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56"/>
            <p:cNvSpPr/>
            <p:nvPr/>
          </p:nvSpPr>
          <p:spPr>
            <a:xfrm>
              <a:off x="-20571700" y="4250400"/>
              <a:ext cx="233950" cy="120525"/>
            </a:xfrm>
            <a:custGeom>
              <a:avLst/>
              <a:gdLst/>
              <a:ahLst/>
              <a:cxnLst/>
              <a:rect l="l" t="t" r="r" b="b"/>
              <a:pathLst>
                <a:path w="9358" h="4821" extrusionOk="0">
                  <a:moveTo>
                    <a:pt x="4695" y="0"/>
                  </a:moveTo>
                  <a:lnTo>
                    <a:pt x="3497" y="1166"/>
                  </a:lnTo>
                  <a:cubicBezTo>
                    <a:pt x="3419" y="1245"/>
                    <a:pt x="3332" y="1284"/>
                    <a:pt x="3245" y="1284"/>
                  </a:cubicBezTo>
                  <a:cubicBezTo>
                    <a:pt x="3159" y="1284"/>
                    <a:pt x="3072" y="1245"/>
                    <a:pt x="2993" y="1166"/>
                  </a:cubicBezTo>
                  <a:lnTo>
                    <a:pt x="1954" y="158"/>
                  </a:lnTo>
                  <a:lnTo>
                    <a:pt x="32" y="4316"/>
                  </a:lnTo>
                  <a:cubicBezTo>
                    <a:pt x="0" y="4442"/>
                    <a:pt x="0" y="4568"/>
                    <a:pt x="63" y="4694"/>
                  </a:cubicBezTo>
                  <a:cubicBezTo>
                    <a:pt x="158" y="4789"/>
                    <a:pt x="252" y="4820"/>
                    <a:pt x="379" y="4820"/>
                  </a:cubicBezTo>
                  <a:lnTo>
                    <a:pt x="8979" y="4820"/>
                  </a:lnTo>
                  <a:cubicBezTo>
                    <a:pt x="9105" y="4820"/>
                    <a:pt x="9200" y="4757"/>
                    <a:pt x="9294" y="4694"/>
                  </a:cubicBezTo>
                  <a:cubicBezTo>
                    <a:pt x="9357" y="4568"/>
                    <a:pt x="9357" y="4442"/>
                    <a:pt x="9326" y="4316"/>
                  </a:cubicBezTo>
                  <a:lnTo>
                    <a:pt x="7341" y="158"/>
                  </a:lnTo>
                  <a:lnTo>
                    <a:pt x="6333" y="1166"/>
                  </a:lnTo>
                  <a:cubicBezTo>
                    <a:pt x="6270" y="1260"/>
                    <a:pt x="6175" y="1292"/>
                    <a:pt x="6112" y="1292"/>
                  </a:cubicBezTo>
                  <a:cubicBezTo>
                    <a:pt x="6018" y="1292"/>
                    <a:pt x="5892" y="1260"/>
                    <a:pt x="5860" y="1166"/>
                  </a:cubicBezTo>
                  <a:lnTo>
                    <a:pt x="469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09" name="Google Shape;2609;p56"/>
          <p:cNvGrpSpPr/>
          <p:nvPr/>
        </p:nvGrpSpPr>
        <p:grpSpPr>
          <a:xfrm flipH="1">
            <a:off x="6918300" y="156631"/>
            <a:ext cx="2230118" cy="1149482"/>
            <a:chOff x="-52625" y="696244"/>
            <a:chExt cx="2230118" cy="1149482"/>
          </a:xfrm>
        </p:grpSpPr>
        <p:grpSp>
          <p:nvGrpSpPr>
            <p:cNvPr id="2610" name="Google Shape;2610;p56"/>
            <p:cNvGrpSpPr/>
            <p:nvPr/>
          </p:nvGrpSpPr>
          <p:grpSpPr>
            <a:xfrm>
              <a:off x="-52625" y="696244"/>
              <a:ext cx="1944170" cy="1085852"/>
              <a:chOff x="-167550" y="-6"/>
              <a:chExt cx="1944170" cy="1085852"/>
            </a:xfrm>
          </p:grpSpPr>
          <p:sp>
            <p:nvSpPr>
              <p:cNvPr id="2611" name="Google Shape;2611;p56"/>
              <p:cNvSpPr/>
              <p:nvPr/>
            </p:nvSpPr>
            <p:spPr>
              <a:xfrm>
                <a:off x="-167550" y="-6"/>
                <a:ext cx="1944170" cy="1085852"/>
              </a:xfrm>
              <a:custGeom>
                <a:avLst/>
                <a:gdLst/>
                <a:ahLst/>
                <a:cxnLst/>
                <a:rect l="l" t="t" r="r" b="b"/>
                <a:pathLst>
                  <a:path w="20900" h="11673" extrusionOk="0">
                    <a:moveTo>
                      <a:pt x="11993" y="0"/>
                    </a:moveTo>
                    <a:cubicBezTo>
                      <a:pt x="9503" y="0"/>
                      <a:pt x="7724" y="2512"/>
                      <a:pt x="7724" y="2512"/>
                    </a:cubicBezTo>
                    <a:cubicBezTo>
                      <a:pt x="7267" y="1937"/>
                      <a:pt x="6152" y="1212"/>
                      <a:pt x="4885" y="1212"/>
                    </a:cubicBezTo>
                    <a:cubicBezTo>
                      <a:pt x="4219" y="1212"/>
                      <a:pt x="3511" y="1412"/>
                      <a:pt x="2833" y="1938"/>
                    </a:cubicBezTo>
                    <a:cubicBezTo>
                      <a:pt x="877" y="3467"/>
                      <a:pt x="1923" y="6604"/>
                      <a:pt x="1923" y="6604"/>
                    </a:cubicBezTo>
                    <a:cubicBezTo>
                      <a:pt x="1923" y="6604"/>
                      <a:pt x="0" y="8313"/>
                      <a:pt x="1574" y="9966"/>
                    </a:cubicBezTo>
                    <a:cubicBezTo>
                      <a:pt x="1962" y="10374"/>
                      <a:pt x="2446" y="10515"/>
                      <a:pt x="2927" y="10515"/>
                    </a:cubicBezTo>
                    <a:cubicBezTo>
                      <a:pt x="3982" y="10515"/>
                      <a:pt x="5025" y="9842"/>
                      <a:pt x="5025" y="9842"/>
                    </a:cubicBezTo>
                    <a:cubicBezTo>
                      <a:pt x="5025" y="9842"/>
                      <a:pt x="6856" y="11673"/>
                      <a:pt x="9356" y="11673"/>
                    </a:cubicBezTo>
                    <a:cubicBezTo>
                      <a:pt x="9661" y="11673"/>
                      <a:pt x="9976" y="11646"/>
                      <a:pt x="10298" y="11584"/>
                    </a:cubicBezTo>
                    <a:cubicBezTo>
                      <a:pt x="13277" y="11011"/>
                      <a:pt x="13840" y="9887"/>
                      <a:pt x="13840" y="9887"/>
                    </a:cubicBezTo>
                    <a:cubicBezTo>
                      <a:pt x="14391" y="10830"/>
                      <a:pt x="15933" y="11503"/>
                      <a:pt x="17424" y="11503"/>
                    </a:cubicBezTo>
                    <a:cubicBezTo>
                      <a:pt x="19097" y="11503"/>
                      <a:pt x="20705" y="10656"/>
                      <a:pt x="20776" y="8392"/>
                    </a:cubicBezTo>
                    <a:cubicBezTo>
                      <a:pt x="20900" y="4119"/>
                      <a:pt x="16369" y="4074"/>
                      <a:pt x="16369" y="4074"/>
                    </a:cubicBezTo>
                    <a:cubicBezTo>
                      <a:pt x="16144" y="3029"/>
                      <a:pt x="15492" y="589"/>
                      <a:pt x="12659" y="61"/>
                    </a:cubicBezTo>
                    <a:cubicBezTo>
                      <a:pt x="12432" y="20"/>
                      <a:pt x="12210" y="0"/>
                      <a:pt x="1199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Google Shape;2612;p56"/>
              <p:cNvSpPr/>
              <p:nvPr/>
            </p:nvSpPr>
            <p:spPr>
              <a:xfrm>
                <a:off x="21656" y="354684"/>
                <a:ext cx="33581" cy="170882"/>
              </a:xfrm>
              <a:custGeom>
                <a:avLst/>
                <a:gdLst/>
                <a:ahLst/>
                <a:cxnLst/>
                <a:rect l="l" t="t" r="r" b="b"/>
                <a:pathLst>
                  <a:path w="361" h="1837" extrusionOk="0">
                    <a:moveTo>
                      <a:pt x="280" y="0"/>
                    </a:moveTo>
                    <a:cubicBezTo>
                      <a:pt x="256" y="0"/>
                      <a:pt x="231" y="12"/>
                      <a:pt x="215" y="37"/>
                    </a:cubicBezTo>
                    <a:cubicBezTo>
                      <a:pt x="46" y="599"/>
                      <a:pt x="1" y="1195"/>
                      <a:pt x="80" y="1779"/>
                    </a:cubicBezTo>
                    <a:cubicBezTo>
                      <a:pt x="84" y="1819"/>
                      <a:pt x="109" y="1836"/>
                      <a:pt x="137" y="1836"/>
                    </a:cubicBezTo>
                    <a:cubicBezTo>
                      <a:pt x="180" y="1836"/>
                      <a:pt x="228" y="1796"/>
                      <a:pt x="215" y="1734"/>
                    </a:cubicBezTo>
                    <a:cubicBezTo>
                      <a:pt x="147" y="1183"/>
                      <a:pt x="192" y="610"/>
                      <a:pt x="361" y="82"/>
                    </a:cubicBezTo>
                    <a:cubicBezTo>
                      <a:pt x="361" y="32"/>
                      <a:pt x="321" y="0"/>
                      <a:pt x="28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Google Shape;2613;p56"/>
              <p:cNvSpPr/>
              <p:nvPr/>
            </p:nvSpPr>
            <p:spPr>
              <a:xfrm>
                <a:off x="71794" y="218036"/>
                <a:ext cx="68092" cy="66976"/>
              </a:xfrm>
              <a:custGeom>
                <a:avLst/>
                <a:gdLst/>
                <a:ahLst/>
                <a:cxnLst/>
                <a:rect l="l" t="t" r="r" b="b"/>
                <a:pathLst>
                  <a:path w="732" h="720" extrusionOk="0">
                    <a:moveTo>
                      <a:pt x="624" y="1"/>
                    </a:moveTo>
                    <a:cubicBezTo>
                      <a:pt x="612" y="1"/>
                      <a:pt x="600" y="4"/>
                      <a:pt x="586" y="10"/>
                    </a:cubicBezTo>
                    <a:cubicBezTo>
                      <a:pt x="350" y="157"/>
                      <a:pt x="159" y="359"/>
                      <a:pt x="24" y="606"/>
                    </a:cubicBezTo>
                    <a:cubicBezTo>
                      <a:pt x="1" y="668"/>
                      <a:pt x="47" y="720"/>
                      <a:pt x="97" y="720"/>
                    </a:cubicBezTo>
                    <a:cubicBezTo>
                      <a:pt x="119" y="720"/>
                      <a:pt x="142" y="709"/>
                      <a:pt x="159" y="685"/>
                    </a:cubicBezTo>
                    <a:cubicBezTo>
                      <a:pt x="283" y="460"/>
                      <a:pt x="451" y="269"/>
                      <a:pt x="665" y="145"/>
                    </a:cubicBezTo>
                    <a:cubicBezTo>
                      <a:pt x="732" y="97"/>
                      <a:pt x="693" y="1"/>
                      <a:pt x="62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Google Shape;2614;p56"/>
              <p:cNvSpPr/>
              <p:nvPr/>
            </p:nvSpPr>
            <p:spPr>
              <a:xfrm>
                <a:off x="211326" y="169200"/>
                <a:ext cx="183626" cy="35069"/>
              </a:xfrm>
              <a:custGeom>
                <a:avLst/>
                <a:gdLst/>
                <a:ahLst/>
                <a:cxnLst/>
                <a:rect l="l" t="t" r="r" b="b"/>
                <a:pathLst>
                  <a:path w="1974" h="377" extrusionOk="0">
                    <a:moveTo>
                      <a:pt x="817" y="0"/>
                    </a:moveTo>
                    <a:cubicBezTo>
                      <a:pt x="568" y="0"/>
                      <a:pt x="318" y="36"/>
                      <a:pt x="76" y="108"/>
                    </a:cubicBezTo>
                    <a:cubicBezTo>
                      <a:pt x="1" y="140"/>
                      <a:pt x="28" y="244"/>
                      <a:pt x="98" y="244"/>
                    </a:cubicBezTo>
                    <a:cubicBezTo>
                      <a:pt x="102" y="244"/>
                      <a:pt x="106" y="244"/>
                      <a:pt x="109" y="243"/>
                    </a:cubicBezTo>
                    <a:cubicBezTo>
                      <a:pt x="338" y="176"/>
                      <a:pt x="572" y="143"/>
                      <a:pt x="804" y="143"/>
                    </a:cubicBezTo>
                    <a:cubicBezTo>
                      <a:pt x="1154" y="143"/>
                      <a:pt x="1501" y="218"/>
                      <a:pt x="1818" y="367"/>
                    </a:cubicBezTo>
                    <a:cubicBezTo>
                      <a:pt x="1832" y="374"/>
                      <a:pt x="1845" y="376"/>
                      <a:pt x="1857" y="376"/>
                    </a:cubicBezTo>
                    <a:cubicBezTo>
                      <a:pt x="1928" y="376"/>
                      <a:pt x="1973" y="281"/>
                      <a:pt x="1897" y="243"/>
                    </a:cubicBezTo>
                    <a:cubicBezTo>
                      <a:pt x="1560" y="81"/>
                      <a:pt x="1190" y="0"/>
                      <a:pt x="8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Google Shape;2615;p56"/>
              <p:cNvSpPr/>
              <p:nvPr/>
            </p:nvSpPr>
            <p:spPr>
              <a:xfrm>
                <a:off x="444159" y="226315"/>
                <a:ext cx="36372" cy="26139"/>
              </a:xfrm>
              <a:custGeom>
                <a:avLst/>
                <a:gdLst/>
                <a:ahLst/>
                <a:cxnLst/>
                <a:rect l="l" t="t" r="r" b="b"/>
                <a:pathLst>
                  <a:path w="391" h="281" extrusionOk="0">
                    <a:moveTo>
                      <a:pt x="102" y="0"/>
                    </a:moveTo>
                    <a:cubicBezTo>
                      <a:pt x="80" y="0"/>
                      <a:pt x="57" y="0"/>
                      <a:pt x="46" y="11"/>
                    </a:cubicBezTo>
                    <a:cubicBezTo>
                      <a:pt x="23" y="23"/>
                      <a:pt x="12" y="34"/>
                      <a:pt x="12" y="56"/>
                    </a:cubicBezTo>
                    <a:cubicBezTo>
                      <a:pt x="1" y="101"/>
                      <a:pt x="23" y="135"/>
                      <a:pt x="57" y="146"/>
                    </a:cubicBezTo>
                    <a:lnTo>
                      <a:pt x="80" y="157"/>
                    </a:lnTo>
                    <a:cubicBezTo>
                      <a:pt x="113" y="180"/>
                      <a:pt x="158" y="191"/>
                      <a:pt x="192" y="225"/>
                    </a:cubicBezTo>
                    <a:lnTo>
                      <a:pt x="226" y="259"/>
                    </a:lnTo>
                    <a:cubicBezTo>
                      <a:pt x="241" y="274"/>
                      <a:pt x="259" y="281"/>
                      <a:pt x="277" y="281"/>
                    </a:cubicBezTo>
                    <a:cubicBezTo>
                      <a:pt x="335" y="281"/>
                      <a:pt x="390" y="207"/>
                      <a:pt x="338" y="146"/>
                    </a:cubicBezTo>
                    <a:cubicBezTo>
                      <a:pt x="271" y="79"/>
                      <a:pt x="192" y="34"/>
                      <a:pt x="1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Google Shape;2616;p56"/>
              <p:cNvSpPr/>
              <p:nvPr/>
            </p:nvSpPr>
            <p:spPr>
              <a:xfrm>
                <a:off x="617086" y="168269"/>
                <a:ext cx="74883" cy="73674"/>
              </a:xfrm>
              <a:custGeom>
                <a:avLst/>
                <a:gdLst/>
                <a:ahLst/>
                <a:cxnLst/>
                <a:rect l="l" t="t" r="r" b="b"/>
                <a:pathLst>
                  <a:path w="805" h="792" extrusionOk="0">
                    <a:moveTo>
                      <a:pt x="682" y="1"/>
                    </a:moveTo>
                    <a:cubicBezTo>
                      <a:pt x="667" y="1"/>
                      <a:pt x="651" y="6"/>
                      <a:pt x="638" y="17"/>
                    </a:cubicBezTo>
                    <a:lnTo>
                      <a:pt x="53" y="658"/>
                    </a:lnTo>
                    <a:cubicBezTo>
                      <a:pt x="0" y="711"/>
                      <a:pt x="51" y="791"/>
                      <a:pt x="108" y="791"/>
                    </a:cubicBezTo>
                    <a:cubicBezTo>
                      <a:pt x="123" y="791"/>
                      <a:pt x="140" y="785"/>
                      <a:pt x="154" y="770"/>
                    </a:cubicBezTo>
                    <a:lnTo>
                      <a:pt x="750" y="141"/>
                    </a:lnTo>
                    <a:cubicBezTo>
                      <a:pt x="804" y="78"/>
                      <a:pt x="743" y="1"/>
                      <a:pt x="68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Google Shape;2617;p56"/>
              <p:cNvSpPr/>
              <p:nvPr/>
            </p:nvSpPr>
            <p:spPr>
              <a:xfrm>
                <a:off x="731037" y="47248"/>
                <a:ext cx="167534" cy="92185"/>
              </a:xfrm>
              <a:custGeom>
                <a:avLst/>
                <a:gdLst/>
                <a:ahLst/>
                <a:cxnLst/>
                <a:rect l="l" t="t" r="r" b="b"/>
                <a:pathLst>
                  <a:path w="1801" h="991" extrusionOk="0">
                    <a:moveTo>
                      <a:pt x="1691" y="0"/>
                    </a:moveTo>
                    <a:cubicBezTo>
                      <a:pt x="1685" y="0"/>
                      <a:pt x="1679" y="1"/>
                      <a:pt x="1672" y="3"/>
                    </a:cubicBezTo>
                    <a:cubicBezTo>
                      <a:pt x="1077" y="183"/>
                      <a:pt x="537" y="475"/>
                      <a:pt x="54" y="868"/>
                    </a:cubicBezTo>
                    <a:cubicBezTo>
                      <a:pt x="1" y="912"/>
                      <a:pt x="51" y="990"/>
                      <a:pt x="113" y="990"/>
                    </a:cubicBezTo>
                    <a:cubicBezTo>
                      <a:pt x="130" y="990"/>
                      <a:pt x="149" y="984"/>
                      <a:pt x="166" y="969"/>
                    </a:cubicBezTo>
                    <a:cubicBezTo>
                      <a:pt x="616" y="598"/>
                      <a:pt x="1144" y="317"/>
                      <a:pt x="1706" y="149"/>
                    </a:cubicBezTo>
                    <a:cubicBezTo>
                      <a:pt x="1800" y="128"/>
                      <a:pt x="1768" y="0"/>
                      <a:pt x="169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Google Shape;2618;p56"/>
              <p:cNvSpPr/>
              <p:nvPr/>
            </p:nvSpPr>
            <p:spPr>
              <a:xfrm>
                <a:off x="970196" y="44551"/>
                <a:ext cx="160557" cy="63906"/>
              </a:xfrm>
              <a:custGeom>
                <a:avLst/>
                <a:gdLst/>
                <a:ahLst/>
                <a:cxnLst/>
                <a:rect l="l" t="t" r="r" b="b"/>
                <a:pathLst>
                  <a:path w="1726" h="687" extrusionOk="0">
                    <a:moveTo>
                      <a:pt x="368" y="1"/>
                    </a:moveTo>
                    <a:cubicBezTo>
                      <a:pt x="267" y="1"/>
                      <a:pt x="166" y="14"/>
                      <a:pt x="68" y="43"/>
                    </a:cubicBezTo>
                    <a:cubicBezTo>
                      <a:pt x="1" y="77"/>
                      <a:pt x="23" y="178"/>
                      <a:pt x="102" y="178"/>
                    </a:cubicBezTo>
                    <a:cubicBezTo>
                      <a:pt x="192" y="155"/>
                      <a:pt x="283" y="144"/>
                      <a:pt x="374" y="144"/>
                    </a:cubicBezTo>
                    <a:cubicBezTo>
                      <a:pt x="556" y="144"/>
                      <a:pt x="735" y="189"/>
                      <a:pt x="900" y="279"/>
                    </a:cubicBezTo>
                    <a:cubicBezTo>
                      <a:pt x="1024" y="346"/>
                      <a:pt x="1136" y="425"/>
                      <a:pt x="1249" y="504"/>
                    </a:cubicBezTo>
                    <a:cubicBezTo>
                      <a:pt x="1350" y="594"/>
                      <a:pt x="1462" y="650"/>
                      <a:pt x="1597" y="684"/>
                    </a:cubicBezTo>
                    <a:cubicBezTo>
                      <a:pt x="1605" y="685"/>
                      <a:pt x="1611" y="686"/>
                      <a:pt x="1618" y="686"/>
                    </a:cubicBezTo>
                    <a:cubicBezTo>
                      <a:pt x="1703" y="686"/>
                      <a:pt x="1726" y="558"/>
                      <a:pt x="1642" y="538"/>
                    </a:cubicBezTo>
                    <a:cubicBezTo>
                      <a:pt x="1496" y="493"/>
                      <a:pt x="1372" y="425"/>
                      <a:pt x="1260" y="335"/>
                    </a:cubicBezTo>
                    <a:cubicBezTo>
                      <a:pt x="1148" y="245"/>
                      <a:pt x="1013" y="178"/>
                      <a:pt x="878" y="122"/>
                    </a:cubicBezTo>
                    <a:cubicBezTo>
                      <a:pt x="720" y="43"/>
                      <a:pt x="545" y="1"/>
                      <a:pt x="36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Google Shape;2619;p56"/>
              <p:cNvSpPr/>
              <p:nvPr/>
            </p:nvSpPr>
            <p:spPr>
              <a:xfrm>
                <a:off x="1183029" y="163153"/>
                <a:ext cx="88278" cy="168464"/>
              </a:xfrm>
              <a:custGeom>
                <a:avLst/>
                <a:gdLst/>
                <a:ahLst/>
                <a:cxnLst/>
                <a:rect l="l" t="t" r="r" b="b"/>
                <a:pathLst>
                  <a:path w="949" h="1811" extrusionOk="0">
                    <a:moveTo>
                      <a:pt x="110" y="0"/>
                    </a:moveTo>
                    <a:cubicBezTo>
                      <a:pt x="52" y="0"/>
                      <a:pt x="0" y="77"/>
                      <a:pt x="51" y="128"/>
                    </a:cubicBezTo>
                    <a:cubicBezTo>
                      <a:pt x="265" y="353"/>
                      <a:pt x="434" y="600"/>
                      <a:pt x="557" y="881"/>
                    </a:cubicBezTo>
                    <a:cubicBezTo>
                      <a:pt x="613" y="1016"/>
                      <a:pt x="658" y="1151"/>
                      <a:pt x="692" y="1297"/>
                    </a:cubicBezTo>
                    <a:cubicBezTo>
                      <a:pt x="737" y="1455"/>
                      <a:pt x="737" y="1612"/>
                      <a:pt x="782" y="1758"/>
                    </a:cubicBezTo>
                    <a:cubicBezTo>
                      <a:pt x="796" y="1794"/>
                      <a:pt x="827" y="1811"/>
                      <a:pt x="858" y="1811"/>
                    </a:cubicBezTo>
                    <a:cubicBezTo>
                      <a:pt x="904" y="1811"/>
                      <a:pt x="948" y="1774"/>
                      <a:pt x="928" y="1713"/>
                    </a:cubicBezTo>
                    <a:cubicBezTo>
                      <a:pt x="883" y="1567"/>
                      <a:pt x="883" y="1399"/>
                      <a:pt x="838" y="1241"/>
                    </a:cubicBezTo>
                    <a:cubicBezTo>
                      <a:pt x="805" y="1095"/>
                      <a:pt x="748" y="949"/>
                      <a:pt x="681" y="803"/>
                    </a:cubicBezTo>
                    <a:cubicBezTo>
                      <a:pt x="557" y="510"/>
                      <a:pt x="377" y="252"/>
                      <a:pt x="164" y="27"/>
                    </a:cubicBezTo>
                    <a:cubicBezTo>
                      <a:pt x="147" y="8"/>
                      <a:pt x="128" y="0"/>
                      <a:pt x="11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Google Shape;2620;p56"/>
              <p:cNvSpPr/>
              <p:nvPr/>
            </p:nvSpPr>
            <p:spPr>
              <a:xfrm>
                <a:off x="-21134" y="685097"/>
                <a:ext cx="60744" cy="129859"/>
              </a:xfrm>
              <a:custGeom>
                <a:avLst/>
                <a:gdLst/>
                <a:ahLst/>
                <a:cxnLst/>
                <a:rect l="l" t="t" r="r" b="b"/>
                <a:pathLst>
                  <a:path w="653" h="1396" extrusionOk="0">
                    <a:moveTo>
                      <a:pt x="570" y="1"/>
                    </a:moveTo>
                    <a:cubicBezTo>
                      <a:pt x="563" y="1"/>
                      <a:pt x="557" y="2"/>
                      <a:pt x="551" y="4"/>
                    </a:cubicBezTo>
                    <a:cubicBezTo>
                      <a:pt x="292" y="127"/>
                      <a:pt x="112" y="375"/>
                      <a:pt x="67" y="667"/>
                    </a:cubicBezTo>
                    <a:cubicBezTo>
                      <a:pt x="34" y="802"/>
                      <a:pt x="11" y="948"/>
                      <a:pt x="11" y="1094"/>
                    </a:cubicBezTo>
                    <a:cubicBezTo>
                      <a:pt x="0" y="1206"/>
                      <a:pt x="56" y="1319"/>
                      <a:pt x="169" y="1386"/>
                    </a:cubicBezTo>
                    <a:cubicBezTo>
                      <a:pt x="180" y="1393"/>
                      <a:pt x="191" y="1395"/>
                      <a:pt x="201" y="1395"/>
                    </a:cubicBezTo>
                    <a:cubicBezTo>
                      <a:pt x="266" y="1395"/>
                      <a:pt x="313" y="1290"/>
                      <a:pt x="236" y="1251"/>
                    </a:cubicBezTo>
                    <a:cubicBezTo>
                      <a:pt x="157" y="1206"/>
                      <a:pt x="157" y="1117"/>
                      <a:pt x="157" y="1038"/>
                    </a:cubicBezTo>
                    <a:cubicBezTo>
                      <a:pt x="169" y="914"/>
                      <a:pt x="191" y="802"/>
                      <a:pt x="214" y="678"/>
                    </a:cubicBezTo>
                    <a:cubicBezTo>
                      <a:pt x="270" y="464"/>
                      <a:pt x="371" y="240"/>
                      <a:pt x="596" y="138"/>
                    </a:cubicBezTo>
                    <a:cubicBezTo>
                      <a:pt x="630" y="127"/>
                      <a:pt x="652" y="93"/>
                      <a:pt x="641" y="49"/>
                    </a:cubicBezTo>
                    <a:cubicBezTo>
                      <a:pt x="632" y="21"/>
                      <a:pt x="600" y="1"/>
                      <a:pt x="57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Google Shape;2621;p56"/>
              <p:cNvSpPr/>
              <p:nvPr/>
            </p:nvSpPr>
            <p:spPr>
              <a:xfrm>
                <a:off x="18586" y="874395"/>
                <a:ext cx="59441" cy="44465"/>
              </a:xfrm>
              <a:custGeom>
                <a:avLst/>
                <a:gdLst/>
                <a:ahLst/>
                <a:cxnLst/>
                <a:rect l="l" t="t" r="r" b="b"/>
                <a:pathLst>
                  <a:path w="639" h="478" extrusionOk="0">
                    <a:moveTo>
                      <a:pt x="79" y="1"/>
                    </a:moveTo>
                    <a:cubicBezTo>
                      <a:pt x="72" y="1"/>
                      <a:pt x="64" y="1"/>
                      <a:pt x="56" y="3"/>
                    </a:cubicBezTo>
                    <a:cubicBezTo>
                      <a:pt x="23" y="15"/>
                      <a:pt x="0" y="60"/>
                      <a:pt x="0" y="105"/>
                    </a:cubicBezTo>
                    <a:cubicBezTo>
                      <a:pt x="63" y="326"/>
                      <a:pt x="274" y="478"/>
                      <a:pt x="504" y="478"/>
                    </a:cubicBezTo>
                    <a:cubicBezTo>
                      <a:pt x="520" y="478"/>
                      <a:pt x="535" y="477"/>
                      <a:pt x="551" y="476"/>
                    </a:cubicBezTo>
                    <a:cubicBezTo>
                      <a:pt x="554" y="476"/>
                      <a:pt x="557" y="476"/>
                      <a:pt x="560" y="476"/>
                    </a:cubicBezTo>
                    <a:cubicBezTo>
                      <a:pt x="638" y="476"/>
                      <a:pt x="638" y="329"/>
                      <a:pt x="560" y="329"/>
                    </a:cubicBezTo>
                    <a:cubicBezTo>
                      <a:pt x="557" y="329"/>
                      <a:pt x="554" y="329"/>
                      <a:pt x="551" y="329"/>
                    </a:cubicBezTo>
                    <a:lnTo>
                      <a:pt x="529" y="307"/>
                    </a:lnTo>
                    <a:lnTo>
                      <a:pt x="405" y="307"/>
                    </a:lnTo>
                    <a:cubicBezTo>
                      <a:pt x="382" y="307"/>
                      <a:pt x="371" y="307"/>
                      <a:pt x="360" y="296"/>
                    </a:cubicBezTo>
                    <a:lnTo>
                      <a:pt x="349" y="296"/>
                    </a:lnTo>
                    <a:cubicBezTo>
                      <a:pt x="326" y="284"/>
                      <a:pt x="304" y="273"/>
                      <a:pt x="281" y="262"/>
                    </a:cubicBezTo>
                    <a:lnTo>
                      <a:pt x="270" y="251"/>
                    </a:lnTo>
                    <a:lnTo>
                      <a:pt x="236" y="217"/>
                    </a:lnTo>
                    <a:lnTo>
                      <a:pt x="214" y="195"/>
                    </a:lnTo>
                    <a:lnTo>
                      <a:pt x="203" y="183"/>
                    </a:lnTo>
                    <a:cubicBezTo>
                      <a:pt x="180" y="161"/>
                      <a:pt x="169" y="138"/>
                      <a:pt x="158" y="116"/>
                    </a:cubicBezTo>
                    <a:cubicBezTo>
                      <a:pt x="158" y="116"/>
                      <a:pt x="158" y="116"/>
                      <a:pt x="158" y="105"/>
                    </a:cubicBezTo>
                    <a:cubicBezTo>
                      <a:pt x="158" y="105"/>
                      <a:pt x="158" y="105"/>
                      <a:pt x="158" y="93"/>
                    </a:cubicBezTo>
                    <a:lnTo>
                      <a:pt x="146" y="60"/>
                    </a:lnTo>
                    <a:cubicBezTo>
                      <a:pt x="137" y="22"/>
                      <a:pt x="112" y="1"/>
                      <a:pt x="7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Google Shape;2622;p56"/>
              <p:cNvSpPr/>
              <p:nvPr/>
            </p:nvSpPr>
            <p:spPr>
              <a:xfrm>
                <a:off x="587691" y="1014951"/>
                <a:ext cx="217394" cy="34511"/>
              </a:xfrm>
              <a:custGeom>
                <a:avLst/>
                <a:gdLst/>
                <a:ahLst/>
                <a:cxnLst/>
                <a:rect l="l" t="t" r="r" b="b"/>
                <a:pathLst>
                  <a:path w="2337" h="371" extrusionOk="0">
                    <a:moveTo>
                      <a:pt x="116" y="0"/>
                    </a:moveTo>
                    <a:cubicBezTo>
                      <a:pt x="46" y="0"/>
                      <a:pt x="0" y="96"/>
                      <a:pt x="77" y="134"/>
                    </a:cubicBezTo>
                    <a:cubicBezTo>
                      <a:pt x="372" y="260"/>
                      <a:pt x="676" y="337"/>
                      <a:pt x="1000" y="337"/>
                    </a:cubicBezTo>
                    <a:cubicBezTo>
                      <a:pt x="1022" y="337"/>
                      <a:pt x="1044" y="337"/>
                      <a:pt x="1066" y="336"/>
                    </a:cubicBezTo>
                    <a:cubicBezTo>
                      <a:pt x="1460" y="347"/>
                      <a:pt x="1853" y="359"/>
                      <a:pt x="2247" y="370"/>
                    </a:cubicBezTo>
                    <a:cubicBezTo>
                      <a:pt x="2250" y="370"/>
                      <a:pt x="2253" y="370"/>
                      <a:pt x="2256" y="370"/>
                    </a:cubicBezTo>
                    <a:cubicBezTo>
                      <a:pt x="2336" y="370"/>
                      <a:pt x="2333" y="224"/>
                      <a:pt x="2235" y="224"/>
                    </a:cubicBezTo>
                    <a:lnTo>
                      <a:pt x="1122" y="190"/>
                    </a:lnTo>
                    <a:cubicBezTo>
                      <a:pt x="1098" y="191"/>
                      <a:pt x="1074" y="191"/>
                      <a:pt x="1050" y="191"/>
                    </a:cubicBezTo>
                    <a:cubicBezTo>
                      <a:pt x="738" y="191"/>
                      <a:pt x="437" y="125"/>
                      <a:pt x="156" y="10"/>
                    </a:cubicBezTo>
                    <a:cubicBezTo>
                      <a:pt x="142" y="3"/>
                      <a:pt x="129" y="0"/>
                      <a:pt x="1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Google Shape;2623;p56"/>
              <p:cNvSpPr/>
              <p:nvPr/>
            </p:nvSpPr>
            <p:spPr>
              <a:xfrm>
                <a:off x="892802" y="919139"/>
                <a:ext cx="198417" cy="104092"/>
              </a:xfrm>
              <a:custGeom>
                <a:avLst/>
                <a:gdLst/>
                <a:ahLst/>
                <a:cxnLst/>
                <a:rect l="l" t="t" r="r" b="b"/>
                <a:pathLst>
                  <a:path w="2133" h="1119" extrusionOk="0">
                    <a:moveTo>
                      <a:pt x="2018" y="1"/>
                    </a:moveTo>
                    <a:cubicBezTo>
                      <a:pt x="2002" y="1"/>
                      <a:pt x="1985" y="6"/>
                      <a:pt x="1968" y="17"/>
                    </a:cubicBezTo>
                    <a:cubicBezTo>
                      <a:pt x="1417" y="467"/>
                      <a:pt x="765" y="804"/>
                      <a:pt x="68" y="973"/>
                    </a:cubicBezTo>
                    <a:cubicBezTo>
                      <a:pt x="1" y="1018"/>
                      <a:pt x="23" y="1119"/>
                      <a:pt x="102" y="1119"/>
                    </a:cubicBezTo>
                    <a:cubicBezTo>
                      <a:pt x="822" y="928"/>
                      <a:pt x="1496" y="590"/>
                      <a:pt x="2070" y="118"/>
                    </a:cubicBezTo>
                    <a:cubicBezTo>
                      <a:pt x="2132" y="74"/>
                      <a:pt x="2081" y="1"/>
                      <a:pt x="20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Google Shape;2624;p56"/>
              <p:cNvSpPr/>
              <p:nvPr/>
            </p:nvSpPr>
            <p:spPr>
              <a:xfrm>
                <a:off x="1388885" y="418590"/>
                <a:ext cx="148185" cy="50232"/>
              </a:xfrm>
              <a:custGeom>
                <a:avLst/>
                <a:gdLst/>
                <a:ahLst/>
                <a:cxnLst/>
                <a:rect l="l" t="t" r="r" b="b"/>
                <a:pathLst>
                  <a:path w="1593" h="540" extrusionOk="0">
                    <a:moveTo>
                      <a:pt x="283" y="1"/>
                    </a:moveTo>
                    <a:cubicBezTo>
                      <a:pt x="222" y="1"/>
                      <a:pt x="160" y="5"/>
                      <a:pt x="98" y="13"/>
                    </a:cubicBezTo>
                    <a:cubicBezTo>
                      <a:pt x="1" y="35"/>
                      <a:pt x="38" y="160"/>
                      <a:pt x="121" y="160"/>
                    </a:cubicBezTo>
                    <a:cubicBezTo>
                      <a:pt x="125" y="160"/>
                      <a:pt x="128" y="160"/>
                      <a:pt x="132" y="159"/>
                    </a:cubicBezTo>
                    <a:cubicBezTo>
                      <a:pt x="188" y="151"/>
                      <a:pt x="244" y="147"/>
                      <a:pt x="299" y="147"/>
                    </a:cubicBezTo>
                    <a:cubicBezTo>
                      <a:pt x="708" y="147"/>
                      <a:pt x="1091" y="352"/>
                      <a:pt x="1447" y="530"/>
                    </a:cubicBezTo>
                    <a:cubicBezTo>
                      <a:pt x="1459" y="537"/>
                      <a:pt x="1471" y="540"/>
                      <a:pt x="1482" y="540"/>
                    </a:cubicBezTo>
                    <a:cubicBezTo>
                      <a:pt x="1546" y="540"/>
                      <a:pt x="1593" y="445"/>
                      <a:pt x="1526" y="406"/>
                    </a:cubicBezTo>
                    <a:cubicBezTo>
                      <a:pt x="1131" y="199"/>
                      <a:pt x="719" y="1"/>
                      <a:pt x="28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Google Shape;2625;p56"/>
              <p:cNvSpPr/>
              <p:nvPr/>
            </p:nvSpPr>
            <p:spPr>
              <a:xfrm>
                <a:off x="1587207" y="500263"/>
                <a:ext cx="59720" cy="37209"/>
              </a:xfrm>
              <a:custGeom>
                <a:avLst/>
                <a:gdLst/>
                <a:ahLst/>
                <a:cxnLst/>
                <a:rect l="l" t="t" r="r" b="b"/>
                <a:pathLst>
                  <a:path w="642" h="400" extrusionOk="0">
                    <a:moveTo>
                      <a:pt x="68" y="1"/>
                    </a:moveTo>
                    <a:cubicBezTo>
                      <a:pt x="35" y="1"/>
                      <a:pt x="1" y="34"/>
                      <a:pt x="1" y="79"/>
                    </a:cubicBezTo>
                    <a:cubicBezTo>
                      <a:pt x="1" y="124"/>
                      <a:pt x="35" y="158"/>
                      <a:pt x="68" y="158"/>
                    </a:cubicBezTo>
                    <a:lnTo>
                      <a:pt x="125" y="158"/>
                    </a:lnTo>
                    <a:lnTo>
                      <a:pt x="192" y="169"/>
                    </a:lnTo>
                    <a:cubicBezTo>
                      <a:pt x="237" y="180"/>
                      <a:pt x="271" y="192"/>
                      <a:pt x="316" y="214"/>
                    </a:cubicBezTo>
                    <a:cubicBezTo>
                      <a:pt x="394" y="248"/>
                      <a:pt x="462" y="304"/>
                      <a:pt x="518" y="383"/>
                    </a:cubicBezTo>
                    <a:cubicBezTo>
                      <a:pt x="529" y="394"/>
                      <a:pt x="546" y="400"/>
                      <a:pt x="564" y="400"/>
                    </a:cubicBezTo>
                    <a:cubicBezTo>
                      <a:pt x="583" y="400"/>
                      <a:pt x="602" y="394"/>
                      <a:pt x="619" y="383"/>
                    </a:cubicBezTo>
                    <a:cubicBezTo>
                      <a:pt x="642" y="349"/>
                      <a:pt x="642" y="304"/>
                      <a:pt x="619" y="270"/>
                    </a:cubicBezTo>
                    <a:cubicBezTo>
                      <a:pt x="484" y="113"/>
                      <a:pt x="282" y="12"/>
                      <a:pt x="6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Google Shape;2626;p56"/>
              <p:cNvSpPr/>
              <p:nvPr/>
            </p:nvSpPr>
            <p:spPr>
              <a:xfrm>
                <a:off x="1251306" y="951510"/>
                <a:ext cx="224184" cy="71720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771" extrusionOk="0">
                    <a:moveTo>
                      <a:pt x="109" y="0"/>
                    </a:moveTo>
                    <a:cubicBezTo>
                      <a:pt x="44" y="0"/>
                      <a:pt x="0" y="92"/>
                      <a:pt x="59" y="141"/>
                    </a:cubicBezTo>
                    <a:cubicBezTo>
                      <a:pt x="745" y="546"/>
                      <a:pt x="1532" y="760"/>
                      <a:pt x="2330" y="771"/>
                    </a:cubicBezTo>
                    <a:cubicBezTo>
                      <a:pt x="2409" y="760"/>
                      <a:pt x="2409" y="625"/>
                      <a:pt x="2330" y="613"/>
                    </a:cubicBezTo>
                    <a:cubicBezTo>
                      <a:pt x="1555" y="602"/>
                      <a:pt x="801" y="400"/>
                      <a:pt x="138" y="6"/>
                    </a:cubicBezTo>
                    <a:cubicBezTo>
                      <a:pt x="128" y="2"/>
                      <a:pt x="118" y="0"/>
                      <a:pt x="10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Google Shape;2627;p56"/>
              <p:cNvSpPr/>
              <p:nvPr/>
            </p:nvSpPr>
            <p:spPr>
              <a:xfrm>
                <a:off x="717177" y="443241"/>
                <a:ext cx="36651" cy="50604"/>
              </a:xfrm>
              <a:custGeom>
                <a:avLst/>
                <a:gdLst/>
                <a:ahLst/>
                <a:cxnLst/>
                <a:rect l="l" t="t" r="r" b="b"/>
                <a:pathLst>
                  <a:path w="394" h="544" extrusionOk="0">
                    <a:moveTo>
                      <a:pt x="242" y="1"/>
                    </a:moveTo>
                    <a:cubicBezTo>
                      <a:pt x="217" y="1"/>
                      <a:pt x="191" y="7"/>
                      <a:pt x="169" y="18"/>
                    </a:cubicBezTo>
                    <a:lnTo>
                      <a:pt x="146" y="29"/>
                    </a:lnTo>
                    <a:lnTo>
                      <a:pt x="113" y="29"/>
                    </a:lnTo>
                    <a:cubicBezTo>
                      <a:pt x="68" y="29"/>
                      <a:pt x="34" y="63"/>
                      <a:pt x="34" y="96"/>
                    </a:cubicBezTo>
                    <a:cubicBezTo>
                      <a:pt x="23" y="153"/>
                      <a:pt x="23" y="220"/>
                      <a:pt x="11" y="276"/>
                    </a:cubicBezTo>
                    <a:cubicBezTo>
                      <a:pt x="0" y="321"/>
                      <a:pt x="0" y="366"/>
                      <a:pt x="11" y="411"/>
                    </a:cubicBezTo>
                    <a:cubicBezTo>
                      <a:pt x="23" y="467"/>
                      <a:pt x="56" y="524"/>
                      <a:pt x="113" y="535"/>
                    </a:cubicBezTo>
                    <a:cubicBezTo>
                      <a:pt x="128" y="541"/>
                      <a:pt x="145" y="544"/>
                      <a:pt x="162" y="544"/>
                    </a:cubicBezTo>
                    <a:cubicBezTo>
                      <a:pt x="205" y="544"/>
                      <a:pt x="249" y="526"/>
                      <a:pt x="281" y="501"/>
                    </a:cubicBezTo>
                    <a:cubicBezTo>
                      <a:pt x="326" y="456"/>
                      <a:pt x="349" y="411"/>
                      <a:pt x="360" y="355"/>
                    </a:cubicBezTo>
                    <a:cubicBezTo>
                      <a:pt x="360" y="299"/>
                      <a:pt x="371" y="243"/>
                      <a:pt x="371" y="186"/>
                    </a:cubicBezTo>
                    <a:cubicBezTo>
                      <a:pt x="394" y="119"/>
                      <a:pt x="360" y="63"/>
                      <a:pt x="315" y="18"/>
                    </a:cubicBezTo>
                    <a:cubicBezTo>
                      <a:pt x="293" y="7"/>
                      <a:pt x="267" y="1"/>
                      <a:pt x="24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Google Shape;2628;p56"/>
              <p:cNvSpPr/>
              <p:nvPr/>
            </p:nvSpPr>
            <p:spPr>
              <a:xfrm>
                <a:off x="799780" y="446962"/>
                <a:ext cx="29395" cy="46790"/>
              </a:xfrm>
              <a:custGeom>
                <a:avLst/>
                <a:gdLst/>
                <a:ahLst/>
                <a:cxnLst/>
                <a:rect l="l" t="t" r="r" b="b"/>
                <a:pathLst>
                  <a:path w="316" h="503" extrusionOk="0">
                    <a:moveTo>
                      <a:pt x="135" y="0"/>
                    </a:moveTo>
                    <a:cubicBezTo>
                      <a:pt x="102" y="0"/>
                      <a:pt x="79" y="23"/>
                      <a:pt x="68" y="45"/>
                    </a:cubicBezTo>
                    <a:cubicBezTo>
                      <a:pt x="34" y="101"/>
                      <a:pt x="23" y="158"/>
                      <a:pt x="12" y="225"/>
                    </a:cubicBezTo>
                    <a:cubicBezTo>
                      <a:pt x="0" y="281"/>
                      <a:pt x="0" y="349"/>
                      <a:pt x="12" y="416"/>
                    </a:cubicBezTo>
                    <a:cubicBezTo>
                      <a:pt x="23" y="427"/>
                      <a:pt x="34" y="450"/>
                      <a:pt x="45" y="461"/>
                    </a:cubicBezTo>
                    <a:lnTo>
                      <a:pt x="57" y="461"/>
                    </a:lnTo>
                    <a:cubicBezTo>
                      <a:pt x="68" y="472"/>
                      <a:pt x="68" y="484"/>
                      <a:pt x="79" y="484"/>
                    </a:cubicBezTo>
                    <a:cubicBezTo>
                      <a:pt x="99" y="497"/>
                      <a:pt x="122" y="502"/>
                      <a:pt x="145" y="502"/>
                    </a:cubicBezTo>
                    <a:cubicBezTo>
                      <a:pt x="162" y="502"/>
                      <a:pt x="178" y="500"/>
                      <a:pt x="191" y="495"/>
                    </a:cubicBezTo>
                    <a:cubicBezTo>
                      <a:pt x="259" y="472"/>
                      <a:pt x="304" y="405"/>
                      <a:pt x="304" y="326"/>
                    </a:cubicBezTo>
                    <a:cubicBezTo>
                      <a:pt x="304" y="315"/>
                      <a:pt x="304" y="304"/>
                      <a:pt x="304" y="293"/>
                    </a:cubicBezTo>
                    <a:cubicBezTo>
                      <a:pt x="304" y="259"/>
                      <a:pt x="304" y="214"/>
                      <a:pt x="304" y="180"/>
                    </a:cubicBezTo>
                    <a:cubicBezTo>
                      <a:pt x="315" y="135"/>
                      <a:pt x="293" y="90"/>
                      <a:pt x="259" y="79"/>
                    </a:cubicBezTo>
                    <a:lnTo>
                      <a:pt x="225" y="79"/>
                    </a:lnTo>
                    <a:lnTo>
                      <a:pt x="214" y="68"/>
                    </a:lnTo>
                    <a:lnTo>
                      <a:pt x="191" y="56"/>
                    </a:lnTo>
                    <a:cubicBezTo>
                      <a:pt x="191" y="45"/>
                      <a:pt x="191" y="45"/>
                      <a:pt x="191" y="45"/>
                    </a:cubicBezTo>
                    <a:cubicBezTo>
                      <a:pt x="180" y="23"/>
                      <a:pt x="158" y="11"/>
                      <a:pt x="13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629" name="Google Shape;2629;p56"/>
            <p:cNvSpPr/>
            <p:nvPr/>
          </p:nvSpPr>
          <p:spPr>
            <a:xfrm>
              <a:off x="851967" y="1243078"/>
              <a:ext cx="81425" cy="102033"/>
            </a:xfrm>
            <a:custGeom>
              <a:avLst/>
              <a:gdLst/>
              <a:ahLst/>
              <a:cxnLst/>
              <a:rect l="l" t="t" r="r" b="b"/>
              <a:pathLst>
                <a:path w="327" h="410" extrusionOk="0">
                  <a:moveTo>
                    <a:pt x="196" y="1"/>
                  </a:moveTo>
                  <a:cubicBezTo>
                    <a:pt x="171" y="1"/>
                    <a:pt x="145" y="9"/>
                    <a:pt x="124" y="25"/>
                  </a:cubicBezTo>
                  <a:cubicBezTo>
                    <a:pt x="117" y="23"/>
                    <a:pt x="109" y="22"/>
                    <a:pt x="102" y="22"/>
                  </a:cubicBezTo>
                  <a:cubicBezTo>
                    <a:pt x="69" y="22"/>
                    <a:pt x="44" y="44"/>
                    <a:pt x="35" y="81"/>
                  </a:cubicBezTo>
                  <a:lnTo>
                    <a:pt x="12" y="193"/>
                  </a:lnTo>
                  <a:cubicBezTo>
                    <a:pt x="1" y="216"/>
                    <a:pt x="1" y="250"/>
                    <a:pt x="1" y="283"/>
                  </a:cubicBezTo>
                  <a:cubicBezTo>
                    <a:pt x="1" y="317"/>
                    <a:pt x="12" y="351"/>
                    <a:pt x="35" y="384"/>
                  </a:cubicBezTo>
                  <a:cubicBezTo>
                    <a:pt x="57" y="401"/>
                    <a:pt x="85" y="410"/>
                    <a:pt x="113" y="410"/>
                  </a:cubicBezTo>
                  <a:cubicBezTo>
                    <a:pt x="141" y="410"/>
                    <a:pt x="169" y="401"/>
                    <a:pt x="192" y="384"/>
                  </a:cubicBezTo>
                  <a:cubicBezTo>
                    <a:pt x="214" y="351"/>
                    <a:pt x="237" y="317"/>
                    <a:pt x="248" y="283"/>
                  </a:cubicBezTo>
                  <a:cubicBezTo>
                    <a:pt x="271" y="250"/>
                    <a:pt x="293" y="216"/>
                    <a:pt x="304" y="182"/>
                  </a:cubicBezTo>
                  <a:cubicBezTo>
                    <a:pt x="327" y="126"/>
                    <a:pt x="304" y="70"/>
                    <a:pt x="271" y="36"/>
                  </a:cubicBezTo>
                  <a:cubicBezTo>
                    <a:pt x="253" y="12"/>
                    <a:pt x="225" y="1"/>
                    <a:pt x="196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30" name="Google Shape;2630;p56"/>
            <p:cNvGrpSpPr/>
            <p:nvPr/>
          </p:nvGrpSpPr>
          <p:grpSpPr>
            <a:xfrm>
              <a:off x="823292" y="1077525"/>
              <a:ext cx="1354201" cy="768200"/>
              <a:chOff x="823283" y="1077534"/>
              <a:chExt cx="1172265" cy="768200"/>
            </a:xfrm>
          </p:grpSpPr>
          <p:sp>
            <p:nvSpPr>
              <p:cNvPr id="2631" name="Google Shape;2631;p56"/>
              <p:cNvSpPr/>
              <p:nvPr/>
            </p:nvSpPr>
            <p:spPr>
              <a:xfrm rot="1082506">
                <a:off x="894203" y="1215922"/>
                <a:ext cx="935469" cy="263341"/>
              </a:xfrm>
              <a:custGeom>
                <a:avLst/>
                <a:gdLst/>
                <a:ahLst/>
                <a:cxnLst/>
                <a:rect l="l" t="t" r="r" b="b"/>
                <a:pathLst>
                  <a:path w="37420" h="10534" extrusionOk="0">
                    <a:moveTo>
                      <a:pt x="31278" y="1"/>
                    </a:moveTo>
                    <a:cubicBezTo>
                      <a:pt x="30621" y="1"/>
                      <a:pt x="29968" y="116"/>
                      <a:pt x="29362" y="375"/>
                    </a:cubicBezTo>
                    <a:cubicBezTo>
                      <a:pt x="28614" y="690"/>
                      <a:pt x="28000" y="1272"/>
                      <a:pt x="27667" y="2003"/>
                    </a:cubicBezTo>
                    <a:cubicBezTo>
                      <a:pt x="27302" y="2850"/>
                      <a:pt x="27385" y="3830"/>
                      <a:pt x="27900" y="4595"/>
                    </a:cubicBezTo>
                    <a:cubicBezTo>
                      <a:pt x="28448" y="5442"/>
                      <a:pt x="29329" y="5990"/>
                      <a:pt x="30326" y="6140"/>
                    </a:cubicBezTo>
                    <a:cubicBezTo>
                      <a:pt x="30425" y="6152"/>
                      <a:pt x="30526" y="6158"/>
                      <a:pt x="30628" y="6158"/>
                    </a:cubicBezTo>
                    <a:cubicBezTo>
                      <a:pt x="31383" y="6158"/>
                      <a:pt x="32188" y="5832"/>
                      <a:pt x="32569" y="5159"/>
                    </a:cubicBezTo>
                    <a:cubicBezTo>
                      <a:pt x="32784" y="4794"/>
                      <a:pt x="32801" y="4362"/>
                      <a:pt x="32635" y="3996"/>
                    </a:cubicBezTo>
                    <a:cubicBezTo>
                      <a:pt x="32615" y="3929"/>
                      <a:pt x="32562" y="3900"/>
                      <a:pt x="32510" y="3900"/>
                    </a:cubicBezTo>
                    <a:cubicBezTo>
                      <a:pt x="32433" y="3900"/>
                      <a:pt x="32356" y="3964"/>
                      <a:pt x="32386" y="4063"/>
                    </a:cubicBezTo>
                    <a:cubicBezTo>
                      <a:pt x="32784" y="5027"/>
                      <a:pt x="31788" y="5807"/>
                      <a:pt x="30907" y="5890"/>
                    </a:cubicBezTo>
                    <a:cubicBezTo>
                      <a:pt x="30857" y="5893"/>
                      <a:pt x="30807" y="5894"/>
                      <a:pt x="30757" y="5894"/>
                    </a:cubicBezTo>
                    <a:cubicBezTo>
                      <a:pt x="29749" y="5894"/>
                      <a:pt x="28801" y="5418"/>
                      <a:pt x="28216" y="4611"/>
                    </a:cubicBezTo>
                    <a:cubicBezTo>
                      <a:pt x="27634" y="3847"/>
                      <a:pt x="27551" y="2817"/>
                      <a:pt x="27983" y="1953"/>
                    </a:cubicBezTo>
                    <a:cubicBezTo>
                      <a:pt x="28382" y="1239"/>
                      <a:pt x="29046" y="724"/>
                      <a:pt x="29827" y="491"/>
                    </a:cubicBezTo>
                    <a:cubicBezTo>
                      <a:pt x="30310" y="333"/>
                      <a:pt x="30817" y="260"/>
                      <a:pt x="31329" y="260"/>
                    </a:cubicBezTo>
                    <a:cubicBezTo>
                      <a:pt x="32544" y="260"/>
                      <a:pt x="33784" y="672"/>
                      <a:pt x="34778" y="1338"/>
                    </a:cubicBezTo>
                    <a:cubicBezTo>
                      <a:pt x="36423" y="2451"/>
                      <a:pt x="37403" y="4628"/>
                      <a:pt x="36739" y="6555"/>
                    </a:cubicBezTo>
                    <a:cubicBezTo>
                      <a:pt x="36157" y="8266"/>
                      <a:pt x="34446" y="9230"/>
                      <a:pt x="32834" y="9745"/>
                    </a:cubicBezTo>
                    <a:cubicBezTo>
                      <a:pt x="31573" y="10131"/>
                      <a:pt x="30269" y="10275"/>
                      <a:pt x="28963" y="10275"/>
                    </a:cubicBezTo>
                    <a:cubicBezTo>
                      <a:pt x="28135" y="10275"/>
                      <a:pt x="27306" y="10217"/>
                      <a:pt x="26488" y="10127"/>
                    </a:cubicBezTo>
                    <a:cubicBezTo>
                      <a:pt x="24145" y="9845"/>
                      <a:pt x="21836" y="9363"/>
                      <a:pt x="19577" y="8698"/>
                    </a:cubicBezTo>
                    <a:cubicBezTo>
                      <a:pt x="17334" y="8083"/>
                      <a:pt x="15107" y="7352"/>
                      <a:pt x="12831" y="6821"/>
                    </a:cubicBezTo>
                    <a:cubicBezTo>
                      <a:pt x="11248" y="6440"/>
                      <a:pt x="9600" y="6159"/>
                      <a:pt x="7957" y="6159"/>
                    </a:cubicBezTo>
                    <a:cubicBezTo>
                      <a:pt x="7376" y="6159"/>
                      <a:pt x="6796" y="6194"/>
                      <a:pt x="6219" y="6273"/>
                    </a:cubicBezTo>
                    <a:cubicBezTo>
                      <a:pt x="4408" y="6522"/>
                      <a:pt x="2481" y="7186"/>
                      <a:pt x="1036" y="8316"/>
                    </a:cubicBezTo>
                    <a:cubicBezTo>
                      <a:pt x="687" y="8582"/>
                      <a:pt x="354" y="8898"/>
                      <a:pt x="89" y="9246"/>
                    </a:cubicBezTo>
                    <a:cubicBezTo>
                      <a:pt x="1" y="9347"/>
                      <a:pt x="83" y="9475"/>
                      <a:pt x="179" y="9475"/>
                    </a:cubicBezTo>
                    <a:cubicBezTo>
                      <a:pt x="210" y="9475"/>
                      <a:pt x="243" y="9462"/>
                      <a:pt x="271" y="9429"/>
                    </a:cubicBezTo>
                    <a:cubicBezTo>
                      <a:pt x="1517" y="7834"/>
                      <a:pt x="3661" y="7020"/>
                      <a:pt x="5588" y="6638"/>
                    </a:cubicBezTo>
                    <a:cubicBezTo>
                      <a:pt x="6378" y="6477"/>
                      <a:pt x="7178" y="6408"/>
                      <a:pt x="7980" y="6408"/>
                    </a:cubicBezTo>
                    <a:cubicBezTo>
                      <a:pt x="9657" y="6408"/>
                      <a:pt x="11340" y="6710"/>
                      <a:pt x="12948" y="7103"/>
                    </a:cubicBezTo>
                    <a:cubicBezTo>
                      <a:pt x="17799" y="8283"/>
                      <a:pt x="22501" y="10127"/>
                      <a:pt x="27518" y="10476"/>
                    </a:cubicBezTo>
                    <a:cubicBezTo>
                      <a:pt x="27992" y="10513"/>
                      <a:pt x="28471" y="10534"/>
                      <a:pt x="28952" y="10534"/>
                    </a:cubicBezTo>
                    <a:cubicBezTo>
                      <a:pt x="30608" y="10534"/>
                      <a:pt x="32278" y="10289"/>
                      <a:pt x="33798" y="9645"/>
                    </a:cubicBezTo>
                    <a:cubicBezTo>
                      <a:pt x="35476" y="8947"/>
                      <a:pt x="36955" y="7651"/>
                      <a:pt x="37171" y="5758"/>
                    </a:cubicBezTo>
                    <a:cubicBezTo>
                      <a:pt x="37420" y="3714"/>
                      <a:pt x="36140" y="1737"/>
                      <a:pt x="34363" y="790"/>
                    </a:cubicBezTo>
                    <a:cubicBezTo>
                      <a:pt x="33436" y="306"/>
                      <a:pt x="32350" y="1"/>
                      <a:pt x="3127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Google Shape;2632;p56"/>
              <p:cNvSpPr/>
              <p:nvPr/>
            </p:nvSpPr>
            <p:spPr>
              <a:xfrm rot="1082506">
                <a:off x="833822" y="1422816"/>
                <a:ext cx="1151187" cy="250817"/>
              </a:xfrm>
              <a:custGeom>
                <a:avLst/>
                <a:gdLst/>
                <a:ahLst/>
                <a:cxnLst/>
                <a:rect l="l" t="t" r="r" b="b"/>
                <a:pathLst>
                  <a:path w="46049" h="10033" extrusionOk="0">
                    <a:moveTo>
                      <a:pt x="7669" y="0"/>
                    </a:moveTo>
                    <a:cubicBezTo>
                      <a:pt x="5621" y="0"/>
                      <a:pt x="3599" y="387"/>
                      <a:pt x="1690" y="1139"/>
                    </a:cubicBezTo>
                    <a:cubicBezTo>
                      <a:pt x="1158" y="1355"/>
                      <a:pt x="627" y="1605"/>
                      <a:pt x="128" y="1887"/>
                    </a:cubicBezTo>
                    <a:cubicBezTo>
                      <a:pt x="1" y="1944"/>
                      <a:pt x="78" y="2121"/>
                      <a:pt x="197" y="2121"/>
                    </a:cubicBezTo>
                    <a:cubicBezTo>
                      <a:pt x="217" y="2121"/>
                      <a:pt x="239" y="2115"/>
                      <a:pt x="261" y="2103"/>
                    </a:cubicBezTo>
                    <a:cubicBezTo>
                      <a:pt x="2540" y="890"/>
                      <a:pt x="5062" y="275"/>
                      <a:pt x="7634" y="275"/>
                    </a:cubicBezTo>
                    <a:cubicBezTo>
                      <a:pt x="7669" y="275"/>
                      <a:pt x="7703" y="275"/>
                      <a:pt x="7737" y="275"/>
                    </a:cubicBezTo>
                    <a:cubicBezTo>
                      <a:pt x="10396" y="275"/>
                      <a:pt x="12921" y="940"/>
                      <a:pt x="15380" y="1953"/>
                    </a:cubicBezTo>
                    <a:cubicBezTo>
                      <a:pt x="16609" y="2452"/>
                      <a:pt x="17805" y="3033"/>
                      <a:pt x="19018" y="3598"/>
                    </a:cubicBezTo>
                    <a:cubicBezTo>
                      <a:pt x="20297" y="4230"/>
                      <a:pt x="21610" y="4811"/>
                      <a:pt x="22906" y="5426"/>
                    </a:cubicBezTo>
                    <a:lnTo>
                      <a:pt x="26843" y="7270"/>
                    </a:lnTo>
                    <a:cubicBezTo>
                      <a:pt x="28039" y="7818"/>
                      <a:pt x="29219" y="8383"/>
                      <a:pt x="30448" y="8865"/>
                    </a:cubicBezTo>
                    <a:cubicBezTo>
                      <a:pt x="32421" y="9640"/>
                      <a:pt x="34525" y="10032"/>
                      <a:pt x="36639" y="10032"/>
                    </a:cubicBezTo>
                    <a:cubicBezTo>
                      <a:pt x="37018" y="10032"/>
                      <a:pt x="37397" y="10020"/>
                      <a:pt x="37775" y="9995"/>
                    </a:cubicBezTo>
                    <a:cubicBezTo>
                      <a:pt x="38971" y="9928"/>
                      <a:pt x="40151" y="9695"/>
                      <a:pt x="41297" y="9330"/>
                    </a:cubicBezTo>
                    <a:cubicBezTo>
                      <a:pt x="42311" y="9031"/>
                      <a:pt x="43224" y="8499"/>
                      <a:pt x="43972" y="7785"/>
                    </a:cubicBezTo>
                    <a:cubicBezTo>
                      <a:pt x="45351" y="6406"/>
                      <a:pt x="46049" y="4263"/>
                      <a:pt x="45052" y="2468"/>
                    </a:cubicBezTo>
                    <a:cubicBezTo>
                      <a:pt x="44304" y="1139"/>
                      <a:pt x="42759" y="259"/>
                      <a:pt x="41281" y="93"/>
                    </a:cubicBezTo>
                    <a:cubicBezTo>
                      <a:pt x="41126" y="71"/>
                      <a:pt x="40971" y="60"/>
                      <a:pt x="40817" y="60"/>
                    </a:cubicBezTo>
                    <a:cubicBezTo>
                      <a:pt x="40255" y="60"/>
                      <a:pt x="39699" y="201"/>
                      <a:pt x="39204" y="475"/>
                    </a:cubicBezTo>
                    <a:cubicBezTo>
                      <a:pt x="38523" y="874"/>
                      <a:pt x="38041" y="1521"/>
                      <a:pt x="37858" y="2286"/>
                    </a:cubicBezTo>
                    <a:cubicBezTo>
                      <a:pt x="37642" y="3183"/>
                      <a:pt x="37941" y="4113"/>
                      <a:pt x="38656" y="4695"/>
                    </a:cubicBezTo>
                    <a:cubicBezTo>
                      <a:pt x="38978" y="4927"/>
                      <a:pt x="39352" y="5041"/>
                      <a:pt x="39724" y="5041"/>
                    </a:cubicBezTo>
                    <a:cubicBezTo>
                      <a:pt x="40176" y="5041"/>
                      <a:pt x="40626" y="4873"/>
                      <a:pt x="40981" y="4545"/>
                    </a:cubicBezTo>
                    <a:cubicBezTo>
                      <a:pt x="41281" y="4263"/>
                      <a:pt x="41463" y="3881"/>
                      <a:pt x="41496" y="3482"/>
                    </a:cubicBezTo>
                    <a:cubicBezTo>
                      <a:pt x="41505" y="3393"/>
                      <a:pt x="41445" y="3351"/>
                      <a:pt x="41381" y="3351"/>
                    </a:cubicBezTo>
                    <a:cubicBezTo>
                      <a:pt x="41313" y="3351"/>
                      <a:pt x="41239" y="3397"/>
                      <a:pt x="41231" y="3482"/>
                    </a:cubicBezTo>
                    <a:cubicBezTo>
                      <a:pt x="41175" y="4255"/>
                      <a:pt x="40409" y="4798"/>
                      <a:pt x="39656" y="4798"/>
                    </a:cubicBezTo>
                    <a:cubicBezTo>
                      <a:pt x="39503" y="4798"/>
                      <a:pt x="39350" y="4776"/>
                      <a:pt x="39204" y="4728"/>
                    </a:cubicBezTo>
                    <a:cubicBezTo>
                      <a:pt x="38290" y="4396"/>
                      <a:pt x="37891" y="3266"/>
                      <a:pt x="38107" y="2369"/>
                    </a:cubicBezTo>
                    <a:cubicBezTo>
                      <a:pt x="38273" y="1621"/>
                      <a:pt x="38772" y="990"/>
                      <a:pt x="39453" y="624"/>
                    </a:cubicBezTo>
                    <a:cubicBezTo>
                      <a:pt x="39901" y="423"/>
                      <a:pt x="40380" y="319"/>
                      <a:pt x="40864" y="319"/>
                    </a:cubicBezTo>
                    <a:cubicBezTo>
                      <a:pt x="41097" y="319"/>
                      <a:pt x="41331" y="343"/>
                      <a:pt x="41563" y="392"/>
                    </a:cubicBezTo>
                    <a:cubicBezTo>
                      <a:pt x="43042" y="674"/>
                      <a:pt x="44537" y="1688"/>
                      <a:pt x="45068" y="3150"/>
                    </a:cubicBezTo>
                    <a:cubicBezTo>
                      <a:pt x="45733" y="5010"/>
                      <a:pt x="44653" y="7070"/>
                      <a:pt x="43141" y="8167"/>
                    </a:cubicBezTo>
                    <a:cubicBezTo>
                      <a:pt x="42277" y="8798"/>
                      <a:pt x="41214" y="9131"/>
                      <a:pt x="40201" y="9380"/>
                    </a:cubicBezTo>
                    <a:cubicBezTo>
                      <a:pt x="39054" y="9646"/>
                      <a:pt x="37891" y="9779"/>
                      <a:pt x="36728" y="9779"/>
                    </a:cubicBezTo>
                    <a:cubicBezTo>
                      <a:pt x="36656" y="9780"/>
                      <a:pt x="36584" y="9780"/>
                      <a:pt x="36512" y="9780"/>
                    </a:cubicBezTo>
                    <a:cubicBezTo>
                      <a:pt x="35440" y="9780"/>
                      <a:pt x="34382" y="9665"/>
                      <a:pt x="33339" y="9463"/>
                    </a:cubicBezTo>
                    <a:cubicBezTo>
                      <a:pt x="32076" y="9180"/>
                      <a:pt x="30847" y="8782"/>
                      <a:pt x="29667" y="8267"/>
                    </a:cubicBezTo>
                    <a:cubicBezTo>
                      <a:pt x="27258" y="7237"/>
                      <a:pt x="24883" y="6057"/>
                      <a:pt x="22524" y="4961"/>
                    </a:cubicBezTo>
                    <a:cubicBezTo>
                      <a:pt x="20231" y="3881"/>
                      <a:pt x="17955" y="2734"/>
                      <a:pt x="15612" y="1771"/>
                    </a:cubicBezTo>
                    <a:cubicBezTo>
                      <a:pt x="13369" y="824"/>
                      <a:pt x="11027" y="159"/>
                      <a:pt x="8585" y="26"/>
                    </a:cubicBezTo>
                    <a:cubicBezTo>
                      <a:pt x="8279" y="9"/>
                      <a:pt x="7974" y="0"/>
                      <a:pt x="76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33" name="Google Shape;2633;p56"/>
          <p:cNvSpPr/>
          <p:nvPr/>
        </p:nvSpPr>
        <p:spPr>
          <a:xfrm flipH="1">
            <a:off x="5251900" y="4131586"/>
            <a:ext cx="109663" cy="114482"/>
          </a:xfrm>
          <a:custGeom>
            <a:avLst/>
            <a:gdLst/>
            <a:ahLst/>
            <a:cxnLst/>
            <a:rect l="l" t="t" r="r" b="b"/>
            <a:pathLst>
              <a:path w="1024" h="1069" extrusionOk="0">
                <a:moveTo>
                  <a:pt x="630" y="1"/>
                </a:moveTo>
                <a:lnTo>
                  <a:pt x="371" y="270"/>
                </a:lnTo>
                <a:lnTo>
                  <a:pt x="0" y="203"/>
                </a:lnTo>
                <a:lnTo>
                  <a:pt x="180" y="540"/>
                </a:lnTo>
                <a:lnTo>
                  <a:pt x="0" y="866"/>
                </a:lnTo>
                <a:lnTo>
                  <a:pt x="0" y="866"/>
                </a:lnTo>
                <a:lnTo>
                  <a:pt x="371" y="810"/>
                </a:lnTo>
                <a:lnTo>
                  <a:pt x="630" y="1069"/>
                </a:lnTo>
                <a:lnTo>
                  <a:pt x="686" y="698"/>
                </a:lnTo>
                <a:lnTo>
                  <a:pt x="1023" y="540"/>
                </a:lnTo>
                <a:lnTo>
                  <a:pt x="686" y="372"/>
                </a:lnTo>
                <a:lnTo>
                  <a:pt x="63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4" name="Google Shape;2634;p56"/>
          <p:cNvSpPr/>
          <p:nvPr/>
        </p:nvSpPr>
        <p:spPr>
          <a:xfrm flipH="1">
            <a:off x="6087605" y="1526003"/>
            <a:ext cx="113197" cy="108485"/>
          </a:xfrm>
          <a:custGeom>
            <a:avLst/>
            <a:gdLst/>
            <a:ahLst/>
            <a:cxnLst/>
            <a:rect l="l" t="t" r="r" b="b"/>
            <a:pathLst>
              <a:path w="1057" h="1013" extrusionOk="0">
                <a:moveTo>
                  <a:pt x="203" y="1"/>
                </a:moveTo>
                <a:lnTo>
                  <a:pt x="259" y="372"/>
                </a:lnTo>
                <a:lnTo>
                  <a:pt x="0" y="630"/>
                </a:lnTo>
                <a:lnTo>
                  <a:pt x="360" y="687"/>
                </a:lnTo>
                <a:lnTo>
                  <a:pt x="529" y="1013"/>
                </a:lnTo>
                <a:lnTo>
                  <a:pt x="697" y="687"/>
                </a:lnTo>
                <a:lnTo>
                  <a:pt x="1057" y="630"/>
                </a:lnTo>
                <a:lnTo>
                  <a:pt x="798" y="372"/>
                </a:lnTo>
                <a:lnTo>
                  <a:pt x="855" y="1"/>
                </a:lnTo>
                <a:lnTo>
                  <a:pt x="529" y="181"/>
                </a:lnTo>
                <a:lnTo>
                  <a:pt x="20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5" name="Google Shape;2635;p56"/>
          <p:cNvSpPr/>
          <p:nvPr/>
        </p:nvSpPr>
        <p:spPr>
          <a:xfrm flipH="1">
            <a:off x="2867199" y="4066782"/>
            <a:ext cx="66397" cy="69931"/>
          </a:xfrm>
          <a:custGeom>
            <a:avLst/>
            <a:gdLst/>
            <a:ahLst/>
            <a:cxnLst/>
            <a:rect l="l" t="t" r="r" b="b"/>
            <a:pathLst>
              <a:path w="620" h="653" extrusionOk="0">
                <a:moveTo>
                  <a:pt x="226" y="0"/>
                </a:moveTo>
                <a:lnTo>
                  <a:pt x="203" y="225"/>
                </a:lnTo>
                <a:lnTo>
                  <a:pt x="1" y="337"/>
                </a:lnTo>
                <a:lnTo>
                  <a:pt x="203" y="427"/>
                </a:lnTo>
                <a:lnTo>
                  <a:pt x="248" y="652"/>
                </a:lnTo>
                <a:lnTo>
                  <a:pt x="394" y="483"/>
                </a:lnTo>
                <a:lnTo>
                  <a:pt x="619" y="517"/>
                </a:lnTo>
                <a:lnTo>
                  <a:pt x="619" y="517"/>
                </a:lnTo>
                <a:lnTo>
                  <a:pt x="507" y="326"/>
                </a:lnTo>
                <a:lnTo>
                  <a:pt x="608" y="112"/>
                </a:lnTo>
                <a:lnTo>
                  <a:pt x="608" y="112"/>
                </a:lnTo>
                <a:lnTo>
                  <a:pt x="383" y="157"/>
                </a:lnTo>
                <a:lnTo>
                  <a:pt x="22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6" name="Google Shape;2636;p56"/>
          <p:cNvSpPr/>
          <p:nvPr/>
        </p:nvSpPr>
        <p:spPr>
          <a:xfrm flipH="1">
            <a:off x="994120" y="1739294"/>
            <a:ext cx="80748" cy="85567"/>
          </a:xfrm>
          <a:custGeom>
            <a:avLst/>
            <a:gdLst/>
            <a:ahLst/>
            <a:cxnLst/>
            <a:rect l="l" t="t" r="r" b="b"/>
            <a:pathLst>
              <a:path w="754" h="799" extrusionOk="0">
                <a:moveTo>
                  <a:pt x="282" y="0"/>
                </a:moveTo>
                <a:lnTo>
                  <a:pt x="248" y="281"/>
                </a:lnTo>
                <a:lnTo>
                  <a:pt x="1" y="405"/>
                </a:lnTo>
                <a:lnTo>
                  <a:pt x="248" y="517"/>
                </a:lnTo>
                <a:lnTo>
                  <a:pt x="293" y="798"/>
                </a:lnTo>
                <a:lnTo>
                  <a:pt x="484" y="596"/>
                </a:lnTo>
                <a:lnTo>
                  <a:pt x="754" y="641"/>
                </a:lnTo>
                <a:lnTo>
                  <a:pt x="619" y="394"/>
                </a:lnTo>
                <a:lnTo>
                  <a:pt x="743" y="146"/>
                </a:lnTo>
                <a:lnTo>
                  <a:pt x="473" y="203"/>
                </a:lnTo>
                <a:lnTo>
                  <a:pt x="28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8" name="Google Shape;2638;p56"/>
          <p:cNvSpPr/>
          <p:nvPr/>
        </p:nvSpPr>
        <p:spPr>
          <a:xfrm flipH="1">
            <a:off x="7999039" y="4066194"/>
            <a:ext cx="68646" cy="71109"/>
          </a:xfrm>
          <a:custGeom>
            <a:avLst/>
            <a:gdLst/>
            <a:ahLst/>
            <a:cxnLst/>
            <a:rect l="l" t="t" r="r" b="b"/>
            <a:pathLst>
              <a:path w="641" h="664" extrusionOk="0">
                <a:moveTo>
                  <a:pt x="225" y="1"/>
                </a:moveTo>
                <a:lnTo>
                  <a:pt x="202" y="225"/>
                </a:lnTo>
                <a:lnTo>
                  <a:pt x="0" y="338"/>
                </a:lnTo>
                <a:lnTo>
                  <a:pt x="214" y="439"/>
                </a:lnTo>
                <a:lnTo>
                  <a:pt x="259" y="664"/>
                </a:lnTo>
                <a:lnTo>
                  <a:pt x="416" y="484"/>
                </a:lnTo>
                <a:lnTo>
                  <a:pt x="641" y="518"/>
                </a:lnTo>
                <a:lnTo>
                  <a:pt x="529" y="315"/>
                </a:lnTo>
                <a:lnTo>
                  <a:pt x="630" y="102"/>
                </a:lnTo>
                <a:lnTo>
                  <a:pt x="394" y="158"/>
                </a:lnTo>
                <a:lnTo>
                  <a:pt x="22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2" name="Google Shape;2312;p49"/>
          <p:cNvSpPr/>
          <p:nvPr/>
        </p:nvSpPr>
        <p:spPr>
          <a:xfrm>
            <a:off x="4906885" y="1167186"/>
            <a:ext cx="109663" cy="114482"/>
          </a:xfrm>
          <a:custGeom>
            <a:avLst/>
            <a:gdLst/>
            <a:ahLst/>
            <a:cxnLst/>
            <a:rect l="l" t="t" r="r" b="b"/>
            <a:pathLst>
              <a:path w="1024" h="1069" extrusionOk="0">
                <a:moveTo>
                  <a:pt x="630" y="1"/>
                </a:moveTo>
                <a:lnTo>
                  <a:pt x="371" y="270"/>
                </a:lnTo>
                <a:lnTo>
                  <a:pt x="0" y="203"/>
                </a:lnTo>
                <a:lnTo>
                  <a:pt x="180" y="540"/>
                </a:lnTo>
                <a:lnTo>
                  <a:pt x="0" y="866"/>
                </a:lnTo>
                <a:lnTo>
                  <a:pt x="0" y="866"/>
                </a:lnTo>
                <a:lnTo>
                  <a:pt x="371" y="810"/>
                </a:lnTo>
                <a:lnTo>
                  <a:pt x="630" y="1069"/>
                </a:lnTo>
                <a:lnTo>
                  <a:pt x="686" y="698"/>
                </a:lnTo>
                <a:lnTo>
                  <a:pt x="1023" y="540"/>
                </a:lnTo>
                <a:lnTo>
                  <a:pt x="686" y="372"/>
                </a:lnTo>
                <a:lnTo>
                  <a:pt x="63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3" name="Google Shape;2313;p49"/>
          <p:cNvSpPr/>
          <p:nvPr/>
        </p:nvSpPr>
        <p:spPr>
          <a:xfrm>
            <a:off x="1932850" y="3165859"/>
            <a:ext cx="84389" cy="88030"/>
          </a:xfrm>
          <a:custGeom>
            <a:avLst/>
            <a:gdLst/>
            <a:ahLst/>
            <a:cxnLst/>
            <a:rect l="l" t="t" r="r" b="b"/>
            <a:pathLst>
              <a:path w="788" h="822" extrusionOk="0">
                <a:moveTo>
                  <a:pt x="281" y="1"/>
                </a:moveTo>
                <a:lnTo>
                  <a:pt x="247" y="282"/>
                </a:lnTo>
                <a:lnTo>
                  <a:pt x="0" y="428"/>
                </a:lnTo>
                <a:lnTo>
                  <a:pt x="259" y="540"/>
                </a:lnTo>
                <a:lnTo>
                  <a:pt x="304" y="821"/>
                </a:lnTo>
                <a:lnTo>
                  <a:pt x="506" y="608"/>
                </a:lnTo>
                <a:lnTo>
                  <a:pt x="787" y="653"/>
                </a:lnTo>
                <a:lnTo>
                  <a:pt x="641" y="405"/>
                </a:lnTo>
                <a:lnTo>
                  <a:pt x="765" y="147"/>
                </a:lnTo>
                <a:lnTo>
                  <a:pt x="483" y="203"/>
                </a:lnTo>
                <a:lnTo>
                  <a:pt x="2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14" name="Google Shape;2314;p49"/>
          <p:cNvGrpSpPr/>
          <p:nvPr/>
        </p:nvGrpSpPr>
        <p:grpSpPr>
          <a:xfrm>
            <a:off x="553957" y="118432"/>
            <a:ext cx="2291805" cy="1938950"/>
            <a:chOff x="-2600773" y="-1271122"/>
            <a:chExt cx="2600777" cy="2200351"/>
          </a:xfrm>
        </p:grpSpPr>
        <p:sp>
          <p:nvSpPr>
            <p:cNvPr id="2315" name="Google Shape;2315;p49"/>
            <p:cNvSpPr/>
            <p:nvPr/>
          </p:nvSpPr>
          <p:spPr>
            <a:xfrm>
              <a:off x="-1736690" y="-679752"/>
              <a:ext cx="1042062" cy="924698"/>
            </a:xfrm>
            <a:custGeom>
              <a:avLst/>
              <a:gdLst/>
              <a:ahLst/>
              <a:cxnLst/>
              <a:rect l="l" t="t" r="r" b="b"/>
              <a:pathLst>
                <a:path w="9163" h="8131" extrusionOk="0">
                  <a:moveTo>
                    <a:pt x="4580" y="0"/>
                  </a:moveTo>
                  <a:cubicBezTo>
                    <a:pt x="2902" y="0"/>
                    <a:pt x="1336" y="1038"/>
                    <a:pt x="742" y="2705"/>
                  </a:cubicBezTo>
                  <a:cubicBezTo>
                    <a:pt x="0" y="4830"/>
                    <a:pt x="1113" y="7146"/>
                    <a:pt x="3227" y="7899"/>
                  </a:cubicBezTo>
                  <a:cubicBezTo>
                    <a:pt x="3673" y="8056"/>
                    <a:pt x="4129" y="8130"/>
                    <a:pt x="4577" y="8130"/>
                  </a:cubicBezTo>
                  <a:cubicBezTo>
                    <a:pt x="6252" y="8130"/>
                    <a:pt x="7824" y="7091"/>
                    <a:pt x="8410" y="5414"/>
                  </a:cubicBezTo>
                  <a:cubicBezTo>
                    <a:pt x="9163" y="3301"/>
                    <a:pt x="8050" y="985"/>
                    <a:pt x="5936" y="232"/>
                  </a:cubicBezTo>
                  <a:cubicBezTo>
                    <a:pt x="5487" y="75"/>
                    <a:pt x="5030" y="0"/>
                    <a:pt x="458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49"/>
            <p:cNvSpPr/>
            <p:nvPr/>
          </p:nvSpPr>
          <p:spPr>
            <a:xfrm>
              <a:off x="-798232" y="-1104628"/>
              <a:ext cx="359712" cy="392010"/>
            </a:xfrm>
            <a:custGeom>
              <a:avLst/>
              <a:gdLst/>
              <a:ahLst/>
              <a:cxnLst/>
              <a:rect l="l" t="t" r="r" b="b"/>
              <a:pathLst>
                <a:path w="3163" h="3447" extrusionOk="0">
                  <a:moveTo>
                    <a:pt x="2962" y="1"/>
                  </a:moveTo>
                  <a:cubicBezTo>
                    <a:pt x="2931" y="1"/>
                    <a:pt x="2897" y="14"/>
                    <a:pt x="2867" y="44"/>
                  </a:cubicBezTo>
                  <a:cubicBezTo>
                    <a:pt x="1754" y="943"/>
                    <a:pt x="798" y="2023"/>
                    <a:pt x="34" y="3226"/>
                  </a:cubicBezTo>
                  <a:cubicBezTo>
                    <a:pt x="0" y="3259"/>
                    <a:pt x="0" y="3304"/>
                    <a:pt x="23" y="3349"/>
                  </a:cubicBezTo>
                  <a:cubicBezTo>
                    <a:pt x="38" y="3403"/>
                    <a:pt x="80" y="3447"/>
                    <a:pt x="130" y="3447"/>
                  </a:cubicBezTo>
                  <a:cubicBezTo>
                    <a:pt x="153" y="3447"/>
                    <a:pt x="178" y="3438"/>
                    <a:pt x="203" y="3417"/>
                  </a:cubicBezTo>
                  <a:lnTo>
                    <a:pt x="236" y="3405"/>
                  </a:lnTo>
                  <a:cubicBezTo>
                    <a:pt x="304" y="3361"/>
                    <a:pt x="360" y="3304"/>
                    <a:pt x="405" y="3259"/>
                  </a:cubicBezTo>
                  <a:cubicBezTo>
                    <a:pt x="439" y="3259"/>
                    <a:pt x="461" y="3248"/>
                    <a:pt x="484" y="3226"/>
                  </a:cubicBezTo>
                  <a:cubicBezTo>
                    <a:pt x="1271" y="2382"/>
                    <a:pt x="2024" y="1506"/>
                    <a:pt x="2755" y="606"/>
                  </a:cubicBezTo>
                  <a:lnTo>
                    <a:pt x="2788" y="584"/>
                  </a:lnTo>
                  <a:cubicBezTo>
                    <a:pt x="2800" y="561"/>
                    <a:pt x="2811" y="550"/>
                    <a:pt x="2822" y="527"/>
                  </a:cubicBezTo>
                  <a:cubicBezTo>
                    <a:pt x="2901" y="426"/>
                    <a:pt x="2979" y="336"/>
                    <a:pt x="3058" y="246"/>
                  </a:cubicBezTo>
                  <a:cubicBezTo>
                    <a:pt x="3163" y="151"/>
                    <a:pt x="3072" y="1"/>
                    <a:pt x="296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49"/>
            <p:cNvSpPr/>
            <p:nvPr/>
          </p:nvSpPr>
          <p:spPr>
            <a:xfrm>
              <a:off x="-739095" y="-671336"/>
              <a:ext cx="247807" cy="161262"/>
            </a:xfrm>
            <a:custGeom>
              <a:avLst/>
              <a:gdLst/>
              <a:ahLst/>
              <a:cxnLst/>
              <a:rect l="l" t="t" r="r" b="b"/>
              <a:pathLst>
                <a:path w="2179" h="1418" extrusionOk="0">
                  <a:moveTo>
                    <a:pt x="2032" y="0"/>
                  </a:moveTo>
                  <a:cubicBezTo>
                    <a:pt x="1864" y="34"/>
                    <a:pt x="1706" y="90"/>
                    <a:pt x="1571" y="180"/>
                  </a:cubicBezTo>
                  <a:cubicBezTo>
                    <a:pt x="1414" y="259"/>
                    <a:pt x="1245" y="349"/>
                    <a:pt x="1088" y="439"/>
                  </a:cubicBezTo>
                  <a:cubicBezTo>
                    <a:pt x="773" y="607"/>
                    <a:pt x="481" y="798"/>
                    <a:pt x="200" y="1023"/>
                  </a:cubicBezTo>
                  <a:cubicBezTo>
                    <a:pt x="166" y="1046"/>
                    <a:pt x="155" y="1091"/>
                    <a:pt x="166" y="1136"/>
                  </a:cubicBezTo>
                  <a:lnTo>
                    <a:pt x="110" y="1169"/>
                  </a:lnTo>
                  <a:cubicBezTo>
                    <a:pt x="0" y="1224"/>
                    <a:pt x="40" y="1417"/>
                    <a:pt x="167" y="1417"/>
                  </a:cubicBezTo>
                  <a:cubicBezTo>
                    <a:pt x="170" y="1417"/>
                    <a:pt x="174" y="1417"/>
                    <a:pt x="177" y="1417"/>
                  </a:cubicBezTo>
                  <a:cubicBezTo>
                    <a:pt x="582" y="1338"/>
                    <a:pt x="975" y="1192"/>
                    <a:pt x="1324" y="967"/>
                  </a:cubicBezTo>
                  <a:cubicBezTo>
                    <a:pt x="1493" y="866"/>
                    <a:pt x="1672" y="765"/>
                    <a:pt x="1830" y="652"/>
                  </a:cubicBezTo>
                  <a:cubicBezTo>
                    <a:pt x="2021" y="540"/>
                    <a:pt x="2145" y="349"/>
                    <a:pt x="2178" y="135"/>
                  </a:cubicBezTo>
                  <a:cubicBezTo>
                    <a:pt x="2167" y="56"/>
                    <a:pt x="2111" y="0"/>
                    <a:pt x="203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49"/>
            <p:cNvSpPr/>
            <p:nvPr/>
          </p:nvSpPr>
          <p:spPr>
            <a:xfrm>
              <a:off x="-988266" y="-954284"/>
              <a:ext cx="112133" cy="198109"/>
            </a:xfrm>
            <a:custGeom>
              <a:avLst/>
              <a:gdLst/>
              <a:ahLst/>
              <a:cxnLst/>
              <a:rect l="l" t="t" r="r" b="b"/>
              <a:pathLst>
                <a:path w="986" h="1742" extrusionOk="0">
                  <a:moveTo>
                    <a:pt x="732" y="1"/>
                  </a:moveTo>
                  <a:cubicBezTo>
                    <a:pt x="687" y="1"/>
                    <a:pt x="642" y="21"/>
                    <a:pt x="614" y="60"/>
                  </a:cubicBezTo>
                  <a:cubicBezTo>
                    <a:pt x="322" y="476"/>
                    <a:pt x="142" y="970"/>
                    <a:pt x="97" y="1476"/>
                  </a:cubicBezTo>
                  <a:lnTo>
                    <a:pt x="64" y="1544"/>
                  </a:lnTo>
                  <a:cubicBezTo>
                    <a:pt x="1" y="1645"/>
                    <a:pt x="96" y="1742"/>
                    <a:pt x="186" y="1742"/>
                  </a:cubicBezTo>
                  <a:cubicBezTo>
                    <a:pt x="226" y="1742"/>
                    <a:pt x="264" y="1723"/>
                    <a:pt x="288" y="1679"/>
                  </a:cubicBezTo>
                  <a:lnTo>
                    <a:pt x="761" y="779"/>
                  </a:lnTo>
                  <a:cubicBezTo>
                    <a:pt x="873" y="566"/>
                    <a:pt x="985" y="296"/>
                    <a:pt x="850" y="60"/>
                  </a:cubicBezTo>
                  <a:cubicBezTo>
                    <a:pt x="822" y="21"/>
                    <a:pt x="777" y="1"/>
                    <a:pt x="73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49"/>
            <p:cNvSpPr/>
            <p:nvPr/>
          </p:nvSpPr>
          <p:spPr>
            <a:xfrm>
              <a:off x="-1224701" y="-1271122"/>
              <a:ext cx="175933" cy="465931"/>
            </a:xfrm>
            <a:custGeom>
              <a:avLst/>
              <a:gdLst/>
              <a:ahLst/>
              <a:cxnLst/>
              <a:rect l="l" t="t" r="r" b="b"/>
              <a:pathLst>
                <a:path w="1547" h="4097" extrusionOk="0">
                  <a:moveTo>
                    <a:pt x="1127" y="0"/>
                  </a:moveTo>
                  <a:cubicBezTo>
                    <a:pt x="1106" y="0"/>
                    <a:pt x="1085" y="4"/>
                    <a:pt x="1063" y="13"/>
                  </a:cubicBezTo>
                  <a:cubicBezTo>
                    <a:pt x="940" y="58"/>
                    <a:pt x="895" y="193"/>
                    <a:pt x="850" y="294"/>
                  </a:cubicBezTo>
                  <a:cubicBezTo>
                    <a:pt x="782" y="462"/>
                    <a:pt x="726" y="631"/>
                    <a:pt x="692" y="800"/>
                  </a:cubicBezTo>
                  <a:cubicBezTo>
                    <a:pt x="670" y="856"/>
                    <a:pt x="659" y="912"/>
                    <a:pt x="647" y="968"/>
                  </a:cubicBezTo>
                  <a:cubicBezTo>
                    <a:pt x="535" y="1328"/>
                    <a:pt x="445" y="1688"/>
                    <a:pt x="355" y="2048"/>
                  </a:cubicBezTo>
                  <a:cubicBezTo>
                    <a:pt x="186" y="2677"/>
                    <a:pt x="74" y="3318"/>
                    <a:pt x="6" y="3970"/>
                  </a:cubicBezTo>
                  <a:cubicBezTo>
                    <a:pt x="1" y="4054"/>
                    <a:pt x="65" y="4097"/>
                    <a:pt x="133" y="4097"/>
                  </a:cubicBezTo>
                  <a:cubicBezTo>
                    <a:pt x="200" y="4097"/>
                    <a:pt x="271" y="4054"/>
                    <a:pt x="276" y="3970"/>
                  </a:cubicBezTo>
                  <a:cubicBezTo>
                    <a:pt x="276" y="3970"/>
                    <a:pt x="276" y="3959"/>
                    <a:pt x="276" y="3959"/>
                  </a:cubicBezTo>
                  <a:cubicBezTo>
                    <a:pt x="288" y="3936"/>
                    <a:pt x="299" y="3925"/>
                    <a:pt x="299" y="3903"/>
                  </a:cubicBezTo>
                  <a:cubicBezTo>
                    <a:pt x="670" y="2767"/>
                    <a:pt x="1052" y="1620"/>
                    <a:pt x="1423" y="474"/>
                  </a:cubicBezTo>
                  <a:cubicBezTo>
                    <a:pt x="1468" y="316"/>
                    <a:pt x="1547" y="46"/>
                    <a:pt x="1299" y="24"/>
                  </a:cubicBezTo>
                  <a:lnTo>
                    <a:pt x="1221" y="24"/>
                  </a:lnTo>
                  <a:cubicBezTo>
                    <a:pt x="1193" y="10"/>
                    <a:pt x="1161" y="0"/>
                    <a:pt x="112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49"/>
            <p:cNvSpPr/>
            <p:nvPr/>
          </p:nvSpPr>
          <p:spPr>
            <a:xfrm>
              <a:off x="-1431111" y="-925056"/>
              <a:ext cx="58910" cy="162968"/>
            </a:xfrm>
            <a:custGeom>
              <a:avLst/>
              <a:gdLst/>
              <a:ahLst/>
              <a:cxnLst/>
              <a:rect l="l" t="t" r="r" b="b"/>
              <a:pathLst>
                <a:path w="518" h="1433" extrusionOk="0">
                  <a:moveTo>
                    <a:pt x="160" y="1"/>
                  </a:moveTo>
                  <a:cubicBezTo>
                    <a:pt x="92" y="1"/>
                    <a:pt x="31" y="52"/>
                    <a:pt x="23" y="129"/>
                  </a:cubicBezTo>
                  <a:cubicBezTo>
                    <a:pt x="0" y="545"/>
                    <a:pt x="90" y="950"/>
                    <a:pt x="270" y="1332"/>
                  </a:cubicBezTo>
                  <a:cubicBezTo>
                    <a:pt x="281" y="1388"/>
                    <a:pt x="337" y="1433"/>
                    <a:pt x="394" y="1433"/>
                  </a:cubicBezTo>
                  <a:cubicBezTo>
                    <a:pt x="427" y="1433"/>
                    <a:pt x="450" y="1422"/>
                    <a:pt x="461" y="1411"/>
                  </a:cubicBezTo>
                  <a:cubicBezTo>
                    <a:pt x="472" y="1411"/>
                    <a:pt x="484" y="1399"/>
                    <a:pt x="495" y="1388"/>
                  </a:cubicBezTo>
                  <a:lnTo>
                    <a:pt x="506" y="1366"/>
                  </a:lnTo>
                  <a:cubicBezTo>
                    <a:pt x="506" y="1354"/>
                    <a:pt x="506" y="1343"/>
                    <a:pt x="517" y="1332"/>
                  </a:cubicBezTo>
                  <a:cubicBezTo>
                    <a:pt x="517" y="1321"/>
                    <a:pt x="517" y="1309"/>
                    <a:pt x="517" y="1298"/>
                  </a:cubicBezTo>
                  <a:lnTo>
                    <a:pt x="517" y="1287"/>
                  </a:lnTo>
                  <a:cubicBezTo>
                    <a:pt x="517" y="1287"/>
                    <a:pt x="517" y="1276"/>
                    <a:pt x="517" y="1264"/>
                  </a:cubicBezTo>
                  <a:cubicBezTo>
                    <a:pt x="517" y="1174"/>
                    <a:pt x="495" y="1096"/>
                    <a:pt x="495" y="1017"/>
                  </a:cubicBezTo>
                  <a:cubicBezTo>
                    <a:pt x="472" y="725"/>
                    <a:pt x="450" y="432"/>
                    <a:pt x="405" y="151"/>
                  </a:cubicBezTo>
                  <a:cubicBezTo>
                    <a:pt x="405" y="140"/>
                    <a:pt x="405" y="118"/>
                    <a:pt x="405" y="118"/>
                  </a:cubicBezTo>
                  <a:cubicBezTo>
                    <a:pt x="382" y="50"/>
                    <a:pt x="326" y="16"/>
                    <a:pt x="270" y="16"/>
                  </a:cubicBezTo>
                  <a:cubicBezTo>
                    <a:pt x="259" y="16"/>
                    <a:pt x="247" y="28"/>
                    <a:pt x="247" y="28"/>
                  </a:cubicBezTo>
                  <a:lnTo>
                    <a:pt x="225" y="16"/>
                  </a:lnTo>
                  <a:cubicBezTo>
                    <a:pt x="204" y="6"/>
                    <a:pt x="182" y="1"/>
                    <a:pt x="16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49"/>
            <p:cNvSpPr/>
            <p:nvPr/>
          </p:nvSpPr>
          <p:spPr>
            <a:xfrm>
              <a:off x="-1946399" y="-1224040"/>
              <a:ext cx="349136" cy="561460"/>
            </a:xfrm>
            <a:custGeom>
              <a:avLst/>
              <a:gdLst/>
              <a:ahLst/>
              <a:cxnLst/>
              <a:rect l="l" t="t" r="r" b="b"/>
              <a:pathLst>
                <a:path w="3070" h="4937" extrusionOk="0">
                  <a:moveTo>
                    <a:pt x="331" y="1"/>
                  </a:moveTo>
                  <a:cubicBezTo>
                    <a:pt x="285" y="1"/>
                    <a:pt x="242" y="22"/>
                    <a:pt x="214" y="60"/>
                  </a:cubicBezTo>
                  <a:cubicBezTo>
                    <a:pt x="0" y="464"/>
                    <a:pt x="349" y="925"/>
                    <a:pt x="529" y="1274"/>
                  </a:cubicBezTo>
                  <a:lnTo>
                    <a:pt x="1260" y="2702"/>
                  </a:lnTo>
                  <a:cubicBezTo>
                    <a:pt x="1676" y="3500"/>
                    <a:pt x="2092" y="4309"/>
                    <a:pt x="2800" y="4905"/>
                  </a:cubicBezTo>
                  <a:cubicBezTo>
                    <a:pt x="2821" y="4927"/>
                    <a:pt x="2851" y="4937"/>
                    <a:pt x="2882" y="4937"/>
                  </a:cubicBezTo>
                  <a:cubicBezTo>
                    <a:pt x="2965" y="4937"/>
                    <a:pt x="3054" y="4868"/>
                    <a:pt x="3013" y="4770"/>
                  </a:cubicBezTo>
                  <a:cubicBezTo>
                    <a:pt x="3013" y="4759"/>
                    <a:pt x="3002" y="4748"/>
                    <a:pt x="2991" y="4725"/>
                  </a:cubicBezTo>
                  <a:cubicBezTo>
                    <a:pt x="3058" y="4692"/>
                    <a:pt x="3070" y="4613"/>
                    <a:pt x="3036" y="4557"/>
                  </a:cubicBezTo>
                  <a:cubicBezTo>
                    <a:pt x="2519" y="3770"/>
                    <a:pt x="2092" y="2927"/>
                    <a:pt x="1743" y="2050"/>
                  </a:cubicBezTo>
                  <a:cubicBezTo>
                    <a:pt x="1428" y="1285"/>
                    <a:pt x="1226" y="330"/>
                    <a:pt x="360" y="3"/>
                  </a:cubicBezTo>
                  <a:cubicBezTo>
                    <a:pt x="351" y="2"/>
                    <a:pt x="341" y="1"/>
                    <a:pt x="33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49"/>
            <p:cNvSpPr/>
            <p:nvPr/>
          </p:nvSpPr>
          <p:spPr>
            <a:xfrm>
              <a:off x="-646068" y="-413294"/>
              <a:ext cx="593303" cy="100533"/>
            </a:xfrm>
            <a:custGeom>
              <a:avLst/>
              <a:gdLst/>
              <a:ahLst/>
              <a:cxnLst/>
              <a:rect l="l" t="t" r="r" b="b"/>
              <a:pathLst>
                <a:path w="5217" h="884" extrusionOk="0">
                  <a:moveTo>
                    <a:pt x="3818" y="0"/>
                  </a:moveTo>
                  <a:cubicBezTo>
                    <a:pt x="2571" y="0"/>
                    <a:pt x="1328" y="266"/>
                    <a:pt x="124" y="576"/>
                  </a:cubicBezTo>
                  <a:cubicBezTo>
                    <a:pt x="0" y="621"/>
                    <a:pt x="0" y="789"/>
                    <a:pt x="124" y="823"/>
                  </a:cubicBezTo>
                  <a:cubicBezTo>
                    <a:pt x="146" y="857"/>
                    <a:pt x="180" y="879"/>
                    <a:pt x="225" y="879"/>
                  </a:cubicBezTo>
                  <a:cubicBezTo>
                    <a:pt x="361" y="882"/>
                    <a:pt x="498" y="883"/>
                    <a:pt x="634" y="883"/>
                  </a:cubicBezTo>
                  <a:cubicBezTo>
                    <a:pt x="2139" y="883"/>
                    <a:pt x="3641" y="712"/>
                    <a:pt x="5115" y="362"/>
                  </a:cubicBezTo>
                  <a:cubicBezTo>
                    <a:pt x="5217" y="306"/>
                    <a:pt x="5217" y="148"/>
                    <a:pt x="5104" y="103"/>
                  </a:cubicBezTo>
                  <a:cubicBezTo>
                    <a:pt x="4676" y="31"/>
                    <a:pt x="4246" y="0"/>
                    <a:pt x="381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49"/>
            <p:cNvSpPr/>
            <p:nvPr/>
          </p:nvSpPr>
          <p:spPr>
            <a:xfrm>
              <a:off x="-615476" y="-198354"/>
              <a:ext cx="168882" cy="70964"/>
            </a:xfrm>
            <a:custGeom>
              <a:avLst/>
              <a:gdLst/>
              <a:ahLst/>
              <a:cxnLst/>
              <a:rect l="l" t="t" r="r" b="b"/>
              <a:pathLst>
                <a:path w="1485" h="624" extrusionOk="0">
                  <a:moveTo>
                    <a:pt x="136" y="1"/>
                  </a:moveTo>
                  <a:cubicBezTo>
                    <a:pt x="68" y="1"/>
                    <a:pt x="1" y="57"/>
                    <a:pt x="12" y="136"/>
                  </a:cubicBezTo>
                  <a:cubicBezTo>
                    <a:pt x="12" y="158"/>
                    <a:pt x="12" y="181"/>
                    <a:pt x="23" y="192"/>
                  </a:cubicBezTo>
                  <a:cubicBezTo>
                    <a:pt x="12" y="259"/>
                    <a:pt x="35" y="316"/>
                    <a:pt x="80" y="361"/>
                  </a:cubicBezTo>
                  <a:cubicBezTo>
                    <a:pt x="343" y="508"/>
                    <a:pt x="636" y="587"/>
                    <a:pt x="931" y="587"/>
                  </a:cubicBezTo>
                  <a:cubicBezTo>
                    <a:pt x="951" y="587"/>
                    <a:pt x="970" y="586"/>
                    <a:pt x="990" y="586"/>
                  </a:cubicBezTo>
                  <a:lnTo>
                    <a:pt x="1046" y="608"/>
                  </a:lnTo>
                  <a:cubicBezTo>
                    <a:pt x="1064" y="619"/>
                    <a:pt x="1085" y="624"/>
                    <a:pt x="1106" y="624"/>
                  </a:cubicBezTo>
                  <a:cubicBezTo>
                    <a:pt x="1150" y="624"/>
                    <a:pt x="1196" y="601"/>
                    <a:pt x="1226" y="563"/>
                  </a:cubicBezTo>
                  <a:cubicBezTo>
                    <a:pt x="1282" y="563"/>
                    <a:pt x="1327" y="541"/>
                    <a:pt x="1384" y="529"/>
                  </a:cubicBezTo>
                  <a:cubicBezTo>
                    <a:pt x="1440" y="507"/>
                    <a:pt x="1485" y="462"/>
                    <a:pt x="1485" y="394"/>
                  </a:cubicBezTo>
                  <a:cubicBezTo>
                    <a:pt x="1474" y="338"/>
                    <a:pt x="1440" y="282"/>
                    <a:pt x="1384" y="271"/>
                  </a:cubicBezTo>
                  <a:cubicBezTo>
                    <a:pt x="979" y="125"/>
                    <a:pt x="563" y="35"/>
                    <a:pt x="13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49"/>
            <p:cNvSpPr/>
            <p:nvPr/>
          </p:nvSpPr>
          <p:spPr>
            <a:xfrm>
              <a:off x="-1988591" y="-751626"/>
              <a:ext cx="269756" cy="186964"/>
            </a:xfrm>
            <a:custGeom>
              <a:avLst/>
              <a:gdLst/>
              <a:ahLst/>
              <a:cxnLst/>
              <a:rect l="l" t="t" r="r" b="b"/>
              <a:pathLst>
                <a:path w="2372" h="1644" extrusionOk="0">
                  <a:moveTo>
                    <a:pt x="309" y="1"/>
                  </a:moveTo>
                  <a:cubicBezTo>
                    <a:pt x="274" y="1"/>
                    <a:pt x="238" y="4"/>
                    <a:pt x="203" y="9"/>
                  </a:cubicBezTo>
                  <a:cubicBezTo>
                    <a:pt x="79" y="54"/>
                    <a:pt x="0" y="200"/>
                    <a:pt x="45" y="335"/>
                  </a:cubicBezTo>
                  <a:cubicBezTo>
                    <a:pt x="90" y="493"/>
                    <a:pt x="248" y="571"/>
                    <a:pt x="383" y="650"/>
                  </a:cubicBezTo>
                  <a:lnTo>
                    <a:pt x="585" y="762"/>
                  </a:lnTo>
                  <a:cubicBezTo>
                    <a:pt x="754" y="897"/>
                    <a:pt x="945" y="1010"/>
                    <a:pt x="1125" y="1122"/>
                  </a:cubicBezTo>
                  <a:lnTo>
                    <a:pt x="1732" y="1504"/>
                  </a:lnTo>
                  <a:cubicBezTo>
                    <a:pt x="1826" y="1564"/>
                    <a:pt x="1939" y="1644"/>
                    <a:pt x="2043" y="1644"/>
                  </a:cubicBezTo>
                  <a:cubicBezTo>
                    <a:pt x="2075" y="1644"/>
                    <a:pt x="2107" y="1636"/>
                    <a:pt x="2137" y="1617"/>
                  </a:cubicBezTo>
                  <a:cubicBezTo>
                    <a:pt x="2151" y="1621"/>
                    <a:pt x="2165" y="1623"/>
                    <a:pt x="2179" y="1623"/>
                  </a:cubicBezTo>
                  <a:cubicBezTo>
                    <a:pt x="2309" y="1623"/>
                    <a:pt x="2371" y="1441"/>
                    <a:pt x="2249" y="1370"/>
                  </a:cubicBezTo>
                  <a:cubicBezTo>
                    <a:pt x="1934" y="1190"/>
                    <a:pt x="1653" y="987"/>
                    <a:pt x="1383" y="740"/>
                  </a:cubicBezTo>
                  <a:cubicBezTo>
                    <a:pt x="1136" y="515"/>
                    <a:pt x="922" y="245"/>
                    <a:pt x="619" y="88"/>
                  </a:cubicBezTo>
                  <a:cubicBezTo>
                    <a:pt x="525" y="28"/>
                    <a:pt x="419" y="1"/>
                    <a:pt x="30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49"/>
            <p:cNvSpPr/>
            <p:nvPr/>
          </p:nvSpPr>
          <p:spPr>
            <a:xfrm>
              <a:off x="-2600773" y="-567846"/>
              <a:ext cx="867949" cy="197085"/>
            </a:xfrm>
            <a:custGeom>
              <a:avLst/>
              <a:gdLst/>
              <a:ahLst/>
              <a:cxnLst/>
              <a:rect l="l" t="t" r="r" b="b"/>
              <a:pathLst>
                <a:path w="7632" h="1733" extrusionOk="0">
                  <a:moveTo>
                    <a:pt x="5271" y="1159"/>
                  </a:moveTo>
                  <a:lnTo>
                    <a:pt x="5799" y="1238"/>
                  </a:lnTo>
                  <a:cubicBezTo>
                    <a:pt x="6047" y="1271"/>
                    <a:pt x="6305" y="1305"/>
                    <a:pt x="6553" y="1372"/>
                  </a:cubicBezTo>
                  <a:cubicBezTo>
                    <a:pt x="6170" y="1316"/>
                    <a:pt x="5811" y="1260"/>
                    <a:pt x="5428" y="1193"/>
                  </a:cubicBezTo>
                  <a:lnTo>
                    <a:pt x="5440" y="1193"/>
                  </a:lnTo>
                  <a:lnTo>
                    <a:pt x="5271" y="1159"/>
                  </a:lnTo>
                  <a:close/>
                  <a:moveTo>
                    <a:pt x="144" y="0"/>
                  </a:moveTo>
                  <a:cubicBezTo>
                    <a:pt x="9" y="0"/>
                    <a:pt x="1" y="183"/>
                    <a:pt x="88" y="248"/>
                  </a:cubicBezTo>
                  <a:cubicBezTo>
                    <a:pt x="1089" y="1013"/>
                    <a:pt x="2393" y="923"/>
                    <a:pt x="3562" y="1080"/>
                  </a:cubicBezTo>
                  <a:cubicBezTo>
                    <a:pt x="4192" y="1170"/>
                    <a:pt x="4810" y="1339"/>
                    <a:pt x="5428" y="1462"/>
                  </a:cubicBezTo>
                  <a:cubicBezTo>
                    <a:pt x="6058" y="1575"/>
                    <a:pt x="6699" y="1665"/>
                    <a:pt x="7340" y="1732"/>
                  </a:cubicBezTo>
                  <a:cubicBezTo>
                    <a:pt x="7418" y="1721"/>
                    <a:pt x="7475" y="1653"/>
                    <a:pt x="7463" y="1575"/>
                  </a:cubicBezTo>
                  <a:cubicBezTo>
                    <a:pt x="7609" y="1564"/>
                    <a:pt x="7632" y="1361"/>
                    <a:pt x="7497" y="1316"/>
                  </a:cubicBezTo>
                  <a:cubicBezTo>
                    <a:pt x="5080" y="698"/>
                    <a:pt x="2629" y="248"/>
                    <a:pt x="156" y="1"/>
                  </a:cubicBezTo>
                  <a:cubicBezTo>
                    <a:pt x="152" y="1"/>
                    <a:pt x="147" y="0"/>
                    <a:pt x="14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49"/>
            <p:cNvSpPr/>
            <p:nvPr/>
          </p:nvSpPr>
          <p:spPr>
            <a:xfrm>
              <a:off x="-1945148" y="-264314"/>
              <a:ext cx="197085" cy="74149"/>
            </a:xfrm>
            <a:custGeom>
              <a:avLst/>
              <a:gdLst/>
              <a:ahLst/>
              <a:cxnLst/>
              <a:rect l="l" t="t" r="r" b="b"/>
              <a:pathLst>
                <a:path w="1733" h="652" extrusionOk="0">
                  <a:moveTo>
                    <a:pt x="1047" y="1"/>
                  </a:moveTo>
                  <a:cubicBezTo>
                    <a:pt x="998" y="1"/>
                    <a:pt x="949" y="3"/>
                    <a:pt x="900" y="8"/>
                  </a:cubicBezTo>
                  <a:cubicBezTo>
                    <a:pt x="788" y="19"/>
                    <a:pt x="664" y="41"/>
                    <a:pt x="540" y="64"/>
                  </a:cubicBezTo>
                  <a:cubicBezTo>
                    <a:pt x="428" y="75"/>
                    <a:pt x="315" y="109"/>
                    <a:pt x="203" y="142"/>
                  </a:cubicBezTo>
                  <a:cubicBezTo>
                    <a:pt x="79" y="176"/>
                    <a:pt x="1" y="277"/>
                    <a:pt x="1" y="401"/>
                  </a:cubicBezTo>
                  <a:cubicBezTo>
                    <a:pt x="1" y="536"/>
                    <a:pt x="124" y="592"/>
                    <a:pt x="248" y="615"/>
                  </a:cubicBezTo>
                  <a:cubicBezTo>
                    <a:pt x="393" y="641"/>
                    <a:pt x="538" y="652"/>
                    <a:pt x="683" y="652"/>
                  </a:cubicBezTo>
                  <a:cubicBezTo>
                    <a:pt x="785" y="652"/>
                    <a:pt x="888" y="646"/>
                    <a:pt x="990" y="637"/>
                  </a:cubicBezTo>
                  <a:cubicBezTo>
                    <a:pt x="1237" y="626"/>
                    <a:pt x="1485" y="603"/>
                    <a:pt x="1698" y="446"/>
                  </a:cubicBezTo>
                  <a:cubicBezTo>
                    <a:pt x="1732" y="401"/>
                    <a:pt x="1732" y="345"/>
                    <a:pt x="1721" y="300"/>
                  </a:cubicBezTo>
                  <a:cubicBezTo>
                    <a:pt x="1710" y="289"/>
                    <a:pt x="1698" y="277"/>
                    <a:pt x="1687" y="266"/>
                  </a:cubicBezTo>
                  <a:cubicBezTo>
                    <a:pt x="1710" y="210"/>
                    <a:pt x="1687" y="142"/>
                    <a:pt x="1631" y="120"/>
                  </a:cubicBezTo>
                  <a:cubicBezTo>
                    <a:pt x="1450" y="39"/>
                    <a:pt x="1248" y="1"/>
                    <a:pt x="10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49"/>
            <p:cNvSpPr/>
            <p:nvPr/>
          </p:nvSpPr>
          <p:spPr>
            <a:xfrm>
              <a:off x="-2315892" y="-41186"/>
              <a:ext cx="553727" cy="326618"/>
            </a:xfrm>
            <a:custGeom>
              <a:avLst/>
              <a:gdLst/>
              <a:ahLst/>
              <a:cxnLst/>
              <a:rect l="l" t="t" r="r" b="b"/>
              <a:pathLst>
                <a:path w="4869" h="2872" extrusionOk="0">
                  <a:moveTo>
                    <a:pt x="4709" y="0"/>
                  </a:moveTo>
                  <a:cubicBezTo>
                    <a:pt x="4703" y="0"/>
                    <a:pt x="4696" y="1"/>
                    <a:pt x="4688" y="2"/>
                  </a:cubicBezTo>
                  <a:cubicBezTo>
                    <a:pt x="3767" y="80"/>
                    <a:pt x="3047" y="676"/>
                    <a:pt x="2283" y="1137"/>
                  </a:cubicBezTo>
                  <a:cubicBezTo>
                    <a:pt x="1518" y="1598"/>
                    <a:pt x="607" y="1902"/>
                    <a:pt x="57" y="2655"/>
                  </a:cubicBezTo>
                  <a:cubicBezTo>
                    <a:pt x="0" y="2734"/>
                    <a:pt x="68" y="2824"/>
                    <a:pt x="135" y="2846"/>
                  </a:cubicBezTo>
                  <a:cubicBezTo>
                    <a:pt x="180" y="2864"/>
                    <a:pt x="225" y="2872"/>
                    <a:pt x="270" y="2872"/>
                  </a:cubicBezTo>
                  <a:cubicBezTo>
                    <a:pt x="393" y="2872"/>
                    <a:pt x="514" y="2814"/>
                    <a:pt x="630" y="2756"/>
                  </a:cubicBezTo>
                  <a:cubicBezTo>
                    <a:pt x="832" y="2666"/>
                    <a:pt x="1023" y="2554"/>
                    <a:pt x="1226" y="2453"/>
                  </a:cubicBezTo>
                  <a:cubicBezTo>
                    <a:pt x="1631" y="2250"/>
                    <a:pt x="2024" y="2025"/>
                    <a:pt x="2417" y="1789"/>
                  </a:cubicBezTo>
                  <a:cubicBezTo>
                    <a:pt x="3193" y="1328"/>
                    <a:pt x="3935" y="822"/>
                    <a:pt x="4655" y="283"/>
                  </a:cubicBezTo>
                  <a:lnTo>
                    <a:pt x="4666" y="272"/>
                  </a:lnTo>
                  <a:lnTo>
                    <a:pt x="4700" y="272"/>
                  </a:lnTo>
                  <a:cubicBezTo>
                    <a:pt x="4862" y="250"/>
                    <a:pt x="4868" y="0"/>
                    <a:pt x="47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49"/>
            <p:cNvSpPr/>
            <p:nvPr/>
          </p:nvSpPr>
          <p:spPr>
            <a:xfrm>
              <a:off x="-1792984" y="133155"/>
              <a:ext cx="119070" cy="103376"/>
            </a:xfrm>
            <a:custGeom>
              <a:avLst/>
              <a:gdLst/>
              <a:ahLst/>
              <a:cxnLst/>
              <a:rect l="l" t="t" r="r" b="b"/>
              <a:pathLst>
                <a:path w="1047" h="909" extrusionOk="0">
                  <a:moveTo>
                    <a:pt x="783" y="1"/>
                  </a:moveTo>
                  <a:cubicBezTo>
                    <a:pt x="751" y="1"/>
                    <a:pt x="720" y="15"/>
                    <a:pt x="698" y="43"/>
                  </a:cubicBezTo>
                  <a:cubicBezTo>
                    <a:pt x="450" y="234"/>
                    <a:pt x="237" y="459"/>
                    <a:pt x="46" y="706"/>
                  </a:cubicBezTo>
                  <a:cubicBezTo>
                    <a:pt x="1" y="796"/>
                    <a:pt x="68" y="897"/>
                    <a:pt x="169" y="908"/>
                  </a:cubicBezTo>
                  <a:cubicBezTo>
                    <a:pt x="563" y="852"/>
                    <a:pt x="900" y="594"/>
                    <a:pt x="1035" y="223"/>
                  </a:cubicBezTo>
                  <a:cubicBezTo>
                    <a:pt x="1046" y="166"/>
                    <a:pt x="1035" y="110"/>
                    <a:pt x="990" y="76"/>
                  </a:cubicBezTo>
                  <a:cubicBezTo>
                    <a:pt x="966" y="68"/>
                    <a:pt x="942" y="61"/>
                    <a:pt x="918" y="61"/>
                  </a:cubicBezTo>
                  <a:cubicBezTo>
                    <a:pt x="908" y="61"/>
                    <a:pt x="899" y="62"/>
                    <a:pt x="889" y="65"/>
                  </a:cubicBezTo>
                  <a:cubicBezTo>
                    <a:pt x="889" y="54"/>
                    <a:pt x="889" y="43"/>
                    <a:pt x="877" y="43"/>
                  </a:cubicBezTo>
                  <a:cubicBezTo>
                    <a:pt x="849" y="15"/>
                    <a:pt x="816" y="1"/>
                    <a:pt x="78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49"/>
            <p:cNvSpPr/>
            <p:nvPr/>
          </p:nvSpPr>
          <p:spPr>
            <a:xfrm>
              <a:off x="-1510378" y="296464"/>
              <a:ext cx="80631" cy="161944"/>
            </a:xfrm>
            <a:custGeom>
              <a:avLst/>
              <a:gdLst/>
              <a:ahLst/>
              <a:cxnLst/>
              <a:rect l="l" t="t" r="r" b="b"/>
              <a:pathLst>
                <a:path w="709" h="1424" extrusionOk="0">
                  <a:moveTo>
                    <a:pt x="523" y="1"/>
                  </a:moveTo>
                  <a:cubicBezTo>
                    <a:pt x="489" y="1"/>
                    <a:pt x="455" y="12"/>
                    <a:pt x="427" y="34"/>
                  </a:cubicBezTo>
                  <a:cubicBezTo>
                    <a:pt x="113" y="394"/>
                    <a:pt x="0" y="878"/>
                    <a:pt x="135" y="1339"/>
                  </a:cubicBezTo>
                  <a:cubicBezTo>
                    <a:pt x="154" y="1396"/>
                    <a:pt x="205" y="1424"/>
                    <a:pt x="258" y="1424"/>
                  </a:cubicBezTo>
                  <a:cubicBezTo>
                    <a:pt x="299" y="1424"/>
                    <a:pt x="342" y="1407"/>
                    <a:pt x="371" y="1372"/>
                  </a:cubicBezTo>
                  <a:cubicBezTo>
                    <a:pt x="562" y="1013"/>
                    <a:pt x="675" y="630"/>
                    <a:pt x="708" y="237"/>
                  </a:cubicBezTo>
                  <a:cubicBezTo>
                    <a:pt x="708" y="192"/>
                    <a:pt x="686" y="147"/>
                    <a:pt x="652" y="124"/>
                  </a:cubicBezTo>
                  <a:cubicBezTo>
                    <a:pt x="652" y="91"/>
                    <a:pt x="641" y="57"/>
                    <a:pt x="618" y="34"/>
                  </a:cubicBezTo>
                  <a:cubicBezTo>
                    <a:pt x="590" y="12"/>
                    <a:pt x="557" y="1"/>
                    <a:pt x="5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49"/>
            <p:cNvSpPr/>
            <p:nvPr/>
          </p:nvSpPr>
          <p:spPr>
            <a:xfrm>
              <a:off x="-1106427" y="301240"/>
              <a:ext cx="70509" cy="134992"/>
            </a:xfrm>
            <a:custGeom>
              <a:avLst/>
              <a:gdLst/>
              <a:ahLst/>
              <a:cxnLst/>
              <a:rect l="l" t="t" r="r" b="b"/>
              <a:pathLst>
                <a:path w="620" h="1187" extrusionOk="0">
                  <a:moveTo>
                    <a:pt x="144" y="0"/>
                  </a:moveTo>
                  <a:cubicBezTo>
                    <a:pt x="121" y="0"/>
                    <a:pt x="98" y="6"/>
                    <a:pt x="79" y="15"/>
                  </a:cubicBezTo>
                  <a:cubicBezTo>
                    <a:pt x="23" y="82"/>
                    <a:pt x="1" y="161"/>
                    <a:pt x="12" y="251"/>
                  </a:cubicBezTo>
                  <a:cubicBezTo>
                    <a:pt x="68" y="532"/>
                    <a:pt x="136" y="813"/>
                    <a:pt x="203" y="1094"/>
                  </a:cubicBezTo>
                  <a:cubicBezTo>
                    <a:pt x="225" y="1152"/>
                    <a:pt x="283" y="1186"/>
                    <a:pt x="339" y="1186"/>
                  </a:cubicBezTo>
                  <a:cubicBezTo>
                    <a:pt x="372" y="1186"/>
                    <a:pt x="404" y="1175"/>
                    <a:pt x="428" y="1150"/>
                  </a:cubicBezTo>
                  <a:cubicBezTo>
                    <a:pt x="574" y="993"/>
                    <a:pt x="619" y="768"/>
                    <a:pt x="563" y="566"/>
                  </a:cubicBezTo>
                  <a:cubicBezTo>
                    <a:pt x="484" y="363"/>
                    <a:pt x="383" y="184"/>
                    <a:pt x="237" y="37"/>
                  </a:cubicBezTo>
                  <a:cubicBezTo>
                    <a:pt x="210" y="11"/>
                    <a:pt x="176" y="0"/>
                    <a:pt x="14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49"/>
            <p:cNvSpPr/>
            <p:nvPr/>
          </p:nvSpPr>
          <p:spPr>
            <a:xfrm>
              <a:off x="-768891" y="201390"/>
              <a:ext cx="88364" cy="115203"/>
            </a:xfrm>
            <a:custGeom>
              <a:avLst/>
              <a:gdLst/>
              <a:ahLst/>
              <a:cxnLst/>
              <a:rect l="l" t="t" r="r" b="b"/>
              <a:pathLst>
                <a:path w="777" h="1013" extrusionOk="0">
                  <a:moveTo>
                    <a:pt x="136" y="1"/>
                  </a:moveTo>
                  <a:cubicBezTo>
                    <a:pt x="103" y="1"/>
                    <a:pt x="71" y="13"/>
                    <a:pt x="46" y="39"/>
                  </a:cubicBezTo>
                  <a:cubicBezTo>
                    <a:pt x="12" y="72"/>
                    <a:pt x="1" y="128"/>
                    <a:pt x="12" y="173"/>
                  </a:cubicBezTo>
                  <a:cubicBezTo>
                    <a:pt x="124" y="477"/>
                    <a:pt x="304" y="758"/>
                    <a:pt x="552" y="983"/>
                  </a:cubicBezTo>
                  <a:cubicBezTo>
                    <a:pt x="578" y="1003"/>
                    <a:pt x="608" y="1012"/>
                    <a:pt x="637" y="1012"/>
                  </a:cubicBezTo>
                  <a:cubicBezTo>
                    <a:pt x="705" y="1012"/>
                    <a:pt x="769" y="961"/>
                    <a:pt x="776" y="882"/>
                  </a:cubicBezTo>
                  <a:cubicBezTo>
                    <a:pt x="776" y="781"/>
                    <a:pt x="754" y="691"/>
                    <a:pt x="720" y="601"/>
                  </a:cubicBezTo>
                  <a:cubicBezTo>
                    <a:pt x="687" y="308"/>
                    <a:pt x="473" y="61"/>
                    <a:pt x="169" y="5"/>
                  </a:cubicBezTo>
                  <a:cubicBezTo>
                    <a:pt x="158" y="2"/>
                    <a:pt x="147" y="1"/>
                    <a:pt x="13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49"/>
            <p:cNvSpPr/>
            <p:nvPr/>
          </p:nvSpPr>
          <p:spPr>
            <a:xfrm>
              <a:off x="-1880894" y="230731"/>
              <a:ext cx="325367" cy="579656"/>
            </a:xfrm>
            <a:custGeom>
              <a:avLst/>
              <a:gdLst/>
              <a:ahLst/>
              <a:cxnLst/>
              <a:rect l="l" t="t" r="r" b="b"/>
              <a:pathLst>
                <a:path w="2861" h="5097" extrusionOk="0">
                  <a:moveTo>
                    <a:pt x="2697" y="0"/>
                  </a:moveTo>
                  <a:cubicBezTo>
                    <a:pt x="2665" y="0"/>
                    <a:pt x="2633" y="12"/>
                    <a:pt x="2606" y="39"/>
                  </a:cubicBezTo>
                  <a:cubicBezTo>
                    <a:pt x="2592" y="33"/>
                    <a:pt x="2576" y="30"/>
                    <a:pt x="2561" y="30"/>
                  </a:cubicBezTo>
                  <a:cubicBezTo>
                    <a:pt x="2517" y="30"/>
                    <a:pt x="2474" y="54"/>
                    <a:pt x="2449" y="95"/>
                  </a:cubicBezTo>
                  <a:cubicBezTo>
                    <a:pt x="1459" y="1613"/>
                    <a:pt x="639" y="3232"/>
                    <a:pt x="9" y="4941"/>
                  </a:cubicBezTo>
                  <a:cubicBezTo>
                    <a:pt x="1" y="5030"/>
                    <a:pt x="69" y="5096"/>
                    <a:pt x="146" y="5096"/>
                  </a:cubicBezTo>
                  <a:cubicBezTo>
                    <a:pt x="175" y="5096"/>
                    <a:pt x="206" y="5086"/>
                    <a:pt x="234" y="5064"/>
                  </a:cubicBezTo>
                  <a:cubicBezTo>
                    <a:pt x="504" y="4738"/>
                    <a:pt x="672" y="4322"/>
                    <a:pt x="863" y="3940"/>
                  </a:cubicBezTo>
                  <a:lnTo>
                    <a:pt x="1527" y="2681"/>
                  </a:lnTo>
                  <a:lnTo>
                    <a:pt x="2820" y="185"/>
                  </a:lnTo>
                  <a:cubicBezTo>
                    <a:pt x="2861" y="87"/>
                    <a:pt x="2782" y="0"/>
                    <a:pt x="269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49"/>
            <p:cNvSpPr/>
            <p:nvPr/>
          </p:nvSpPr>
          <p:spPr>
            <a:xfrm>
              <a:off x="-1281563" y="344001"/>
              <a:ext cx="84498" cy="585229"/>
            </a:xfrm>
            <a:custGeom>
              <a:avLst/>
              <a:gdLst/>
              <a:ahLst/>
              <a:cxnLst/>
              <a:rect l="l" t="t" r="r" b="b"/>
              <a:pathLst>
                <a:path w="743" h="5146" extrusionOk="0">
                  <a:moveTo>
                    <a:pt x="284" y="0"/>
                  </a:moveTo>
                  <a:cubicBezTo>
                    <a:pt x="246" y="0"/>
                    <a:pt x="210" y="20"/>
                    <a:pt x="192" y="66"/>
                  </a:cubicBezTo>
                  <a:lnTo>
                    <a:pt x="180" y="100"/>
                  </a:lnTo>
                  <a:cubicBezTo>
                    <a:pt x="45" y="471"/>
                    <a:pt x="1" y="864"/>
                    <a:pt x="57" y="1258"/>
                  </a:cubicBezTo>
                  <a:cubicBezTo>
                    <a:pt x="79" y="1674"/>
                    <a:pt x="113" y="2112"/>
                    <a:pt x="147" y="2528"/>
                  </a:cubicBezTo>
                  <a:cubicBezTo>
                    <a:pt x="203" y="3371"/>
                    <a:pt x="315" y="4215"/>
                    <a:pt x="461" y="5047"/>
                  </a:cubicBezTo>
                  <a:cubicBezTo>
                    <a:pt x="476" y="5115"/>
                    <a:pt x="527" y="5145"/>
                    <a:pt x="580" y="5145"/>
                  </a:cubicBezTo>
                  <a:cubicBezTo>
                    <a:pt x="649" y="5145"/>
                    <a:pt x="720" y="5095"/>
                    <a:pt x="720" y="5013"/>
                  </a:cubicBezTo>
                  <a:cubicBezTo>
                    <a:pt x="720" y="4068"/>
                    <a:pt x="731" y="3135"/>
                    <a:pt x="743" y="2191"/>
                  </a:cubicBezTo>
                  <a:cubicBezTo>
                    <a:pt x="743" y="1730"/>
                    <a:pt x="743" y="1269"/>
                    <a:pt x="743" y="808"/>
                  </a:cubicBezTo>
                  <a:cubicBezTo>
                    <a:pt x="743" y="538"/>
                    <a:pt x="709" y="201"/>
                    <a:pt x="428" y="100"/>
                  </a:cubicBezTo>
                  <a:cubicBezTo>
                    <a:pt x="401" y="40"/>
                    <a:pt x="340" y="0"/>
                    <a:pt x="2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49"/>
            <p:cNvSpPr/>
            <p:nvPr/>
          </p:nvSpPr>
          <p:spPr>
            <a:xfrm>
              <a:off x="-927423" y="290777"/>
              <a:ext cx="328779" cy="610817"/>
            </a:xfrm>
            <a:custGeom>
              <a:avLst/>
              <a:gdLst/>
              <a:ahLst/>
              <a:cxnLst/>
              <a:rect l="l" t="t" r="r" b="b"/>
              <a:pathLst>
                <a:path w="2891" h="5371" extrusionOk="0">
                  <a:moveTo>
                    <a:pt x="195" y="1"/>
                  </a:moveTo>
                  <a:cubicBezTo>
                    <a:pt x="166" y="1"/>
                    <a:pt x="135" y="6"/>
                    <a:pt x="102" y="17"/>
                  </a:cubicBezTo>
                  <a:cubicBezTo>
                    <a:pt x="34" y="28"/>
                    <a:pt x="1" y="107"/>
                    <a:pt x="12" y="174"/>
                  </a:cubicBezTo>
                  <a:cubicBezTo>
                    <a:pt x="585" y="1996"/>
                    <a:pt x="1417" y="3738"/>
                    <a:pt x="2485" y="5323"/>
                  </a:cubicBezTo>
                  <a:cubicBezTo>
                    <a:pt x="2514" y="5356"/>
                    <a:pt x="2552" y="5371"/>
                    <a:pt x="2591" y="5371"/>
                  </a:cubicBezTo>
                  <a:cubicBezTo>
                    <a:pt x="2658" y="5371"/>
                    <a:pt x="2725" y="5324"/>
                    <a:pt x="2733" y="5245"/>
                  </a:cubicBezTo>
                  <a:cubicBezTo>
                    <a:pt x="2823" y="5245"/>
                    <a:pt x="2890" y="5166"/>
                    <a:pt x="2856" y="5076"/>
                  </a:cubicBezTo>
                  <a:cubicBezTo>
                    <a:pt x="2485" y="4132"/>
                    <a:pt x="2069" y="3187"/>
                    <a:pt x="1620" y="2277"/>
                  </a:cubicBezTo>
                  <a:cubicBezTo>
                    <a:pt x="1395" y="1816"/>
                    <a:pt x="1147" y="1366"/>
                    <a:pt x="900" y="928"/>
                  </a:cubicBezTo>
                  <a:cubicBezTo>
                    <a:pt x="776" y="703"/>
                    <a:pt x="653" y="478"/>
                    <a:pt x="518" y="264"/>
                  </a:cubicBezTo>
                  <a:cubicBezTo>
                    <a:pt x="443" y="133"/>
                    <a:pt x="344" y="1"/>
                    <a:pt x="19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49"/>
            <p:cNvSpPr/>
            <p:nvPr/>
          </p:nvSpPr>
          <p:spPr>
            <a:xfrm>
              <a:off x="-642087" y="62418"/>
              <a:ext cx="642091" cy="284313"/>
            </a:xfrm>
            <a:custGeom>
              <a:avLst/>
              <a:gdLst/>
              <a:ahLst/>
              <a:cxnLst/>
              <a:rect l="l" t="t" r="r" b="b"/>
              <a:pathLst>
                <a:path w="5646" h="2500" extrusionOk="0">
                  <a:moveTo>
                    <a:pt x="174" y="1"/>
                  </a:moveTo>
                  <a:cubicBezTo>
                    <a:pt x="70" y="1"/>
                    <a:pt x="1" y="107"/>
                    <a:pt x="44" y="192"/>
                  </a:cubicBezTo>
                  <a:cubicBezTo>
                    <a:pt x="280" y="563"/>
                    <a:pt x="718" y="575"/>
                    <a:pt x="1089" y="710"/>
                  </a:cubicBezTo>
                  <a:cubicBezTo>
                    <a:pt x="1595" y="878"/>
                    <a:pt x="2022" y="1227"/>
                    <a:pt x="2483" y="1497"/>
                  </a:cubicBezTo>
                  <a:cubicBezTo>
                    <a:pt x="3383" y="2014"/>
                    <a:pt x="4383" y="2362"/>
                    <a:pt x="5418" y="2497"/>
                  </a:cubicBezTo>
                  <a:cubicBezTo>
                    <a:pt x="5425" y="2499"/>
                    <a:pt x="5433" y="2500"/>
                    <a:pt x="5441" y="2500"/>
                  </a:cubicBezTo>
                  <a:cubicBezTo>
                    <a:pt x="5546" y="2500"/>
                    <a:pt x="5646" y="2367"/>
                    <a:pt x="5541" y="2284"/>
                  </a:cubicBezTo>
                  <a:cubicBezTo>
                    <a:pt x="5193" y="2014"/>
                    <a:pt x="4811" y="1800"/>
                    <a:pt x="4406" y="1643"/>
                  </a:cubicBezTo>
                  <a:lnTo>
                    <a:pt x="3034" y="1047"/>
                  </a:lnTo>
                  <a:cubicBezTo>
                    <a:pt x="2573" y="845"/>
                    <a:pt x="2124" y="642"/>
                    <a:pt x="1663" y="451"/>
                  </a:cubicBezTo>
                  <a:cubicBezTo>
                    <a:pt x="1235" y="249"/>
                    <a:pt x="774" y="103"/>
                    <a:pt x="302" y="24"/>
                  </a:cubicBezTo>
                  <a:cubicBezTo>
                    <a:pt x="297" y="18"/>
                    <a:pt x="288" y="15"/>
                    <a:pt x="278" y="15"/>
                  </a:cubicBezTo>
                  <a:cubicBezTo>
                    <a:pt x="269" y="15"/>
                    <a:pt x="257" y="18"/>
                    <a:pt x="246" y="24"/>
                  </a:cubicBezTo>
                  <a:lnTo>
                    <a:pt x="190" y="1"/>
                  </a:lnTo>
                  <a:cubicBezTo>
                    <a:pt x="185" y="1"/>
                    <a:pt x="179" y="1"/>
                    <a:pt x="17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49"/>
            <p:cNvSpPr/>
            <p:nvPr/>
          </p:nvSpPr>
          <p:spPr>
            <a:xfrm>
              <a:off x="-1623534" y="-514623"/>
              <a:ext cx="128964" cy="260203"/>
            </a:xfrm>
            <a:custGeom>
              <a:avLst/>
              <a:gdLst/>
              <a:ahLst/>
              <a:cxnLst/>
              <a:rect l="l" t="t" r="r" b="b"/>
              <a:pathLst>
                <a:path w="1134" h="2288" extrusionOk="0">
                  <a:moveTo>
                    <a:pt x="1026" y="1"/>
                  </a:moveTo>
                  <a:cubicBezTo>
                    <a:pt x="1008" y="1"/>
                    <a:pt x="989" y="8"/>
                    <a:pt x="973" y="28"/>
                  </a:cubicBezTo>
                  <a:cubicBezTo>
                    <a:pt x="411" y="623"/>
                    <a:pt x="73" y="1399"/>
                    <a:pt x="6" y="2220"/>
                  </a:cubicBezTo>
                  <a:cubicBezTo>
                    <a:pt x="0" y="2265"/>
                    <a:pt x="37" y="2287"/>
                    <a:pt x="76" y="2287"/>
                  </a:cubicBezTo>
                  <a:cubicBezTo>
                    <a:pt x="115" y="2287"/>
                    <a:pt x="158" y="2265"/>
                    <a:pt x="163" y="2220"/>
                  </a:cubicBezTo>
                  <a:cubicBezTo>
                    <a:pt x="219" y="1433"/>
                    <a:pt x="545" y="702"/>
                    <a:pt x="1074" y="129"/>
                  </a:cubicBezTo>
                  <a:cubicBezTo>
                    <a:pt x="1133" y="78"/>
                    <a:pt x="1083" y="1"/>
                    <a:pt x="1026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49"/>
            <p:cNvSpPr/>
            <p:nvPr/>
          </p:nvSpPr>
          <p:spPr>
            <a:xfrm>
              <a:off x="-1361625" y="-632215"/>
              <a:ext cx="204705" cy="54588"/>
            </a:xfrm>
            <a:custGeom>
              <a:avLst/>
              <a:gdLst/>
              <a:ahLst/>
              <a:cxnLst/>
              <a:rect l="l" t="t" r="r" b="b"/>
              <a:pathLst>
                <a:path w="1800" h="480" extrusionOk="0">
                  <a:moveTo>
                    <a:pt x="1200" y="1"/>
                  </a:moveTo>
                  <a:cubicBezTo>
                    <a:pt x="804" y="1"/>
                    <a:pt x="414" y="113"/>
                    <a:pt x="75" y="342"/>
                  </a:cubicBezTo>
                  <a:cubicBezTo>
                    <a:pt x="0" y="379"/>
                    <a:pt x="50" y="479"/>
                    <a:pt x="114" y="479"/>
                  </a:cubicBezTo>
                  <a:cubicBezTo>
                    <a:pt x="127" y="479"/>
                    <a:pt x="140" y="475"/>
                    <a:pt x="154" y="466"/>
                  </a:cubicBezTo>
                  <a:cubicBezTo>
                    <a:pt x="459" y="262"/>
                    <a:pt x="818" y="157"/>
                    <a:pt x="1182" y="157"/>
                  </a:cubicBezTo>
                  <a:cubicBezTo>
                    <a:pt x="1342" y="157"/>
                    <a:pt x="1503" y="177"/>
                    <a:pt x="1660" y="218"/>
                  </a:cubicBezTo>
                  <a:cubicBezTo>
                    <a:pt x="1667" y="220"/>
                    <a:pt x="1674" y="221"/>
                    <a:pt x="1681" y="221"/>
                  </a:cubicBezTo>
                  <a:cubicBezTo>
                    <a:pt x="1767" y="221"/>
                    <a:pt x="1799" y="92"/>
                    <a:pt x="1705" y="61"/>
                  </a:cubicBezTo>
                  <a:cubicBezTo>
                    <a:pt x="1538" y="21"/>
                    <a:pt x="1368" y="1"/>
                    <a:pt x="1200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49"/>
            <p:cNvSpPr/>
            <p:nvPr/>
          </p:nvSpPr>
          <p:spPr>
            <a:xfrm>
              <a:off x="-1617848" y="-137852"/>
              <a:ext cx="74831" cy="183325"/>
            </a:xfrm>
            <a:custGeom>
              <a:avLst/>
              <a:gdLst/>
              <a:ahLst/>
              <a:cxnLst/>
              <a:rect l="l" t="t" r="r" b="b"/>
              <a:pathLst>
                <a:path w="658" h="1612" extrusionOk="0">
                  <a:moveTo>
                    <a:pt x="102" y="0"/>
                  </a:moveTo>
                  <a:cubicBezTo>
                    <a:pt x="63" y="0"/>
                    <a:pt x="23" y="25"/>
                    <a:pt x="23" y="76"/>
                  </a:cubicBezTo>
                  <a:cubicBezTo>
                    <a:pt x="1" y="616"/>
                    <a:pt x="169" y="1144"/>
                    <a:pt x="484" y="1571"/>
                  </a:cubicBezTo>
                  <a:cubicBezTo>
                    <a:pt x="502" y="1600"/>
                    <a:pt x="528" y="1611"/>
                    <a:pt x="553" y="1611"/>
                  </a:cubicBezTo>
                  <a:cubicBezTo>
                    <a:pt x="607" y="1611"/>
                    <a:pt x="657" y="1558"/>
                    <a:pt x="619" y="1504"/>
                  </a:cubicBezTo>
                  <a:cubicBezTo>
                    <a:pt x="316" y="1088"/>
                    <a:pt x="158" y="582"/>
                    <a:pt x="181" y="76"/>
                  </a:cubicBezTo>
                  <a:cubicBezTo>
                    <a:pt x="181" y="25"/>
                    <a:pt x="141" y="0"/>
                    <a:pt x="102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49"/>
            <p:cNvSpPr/>
            <p:nvPr/>
          </p:nvSpPr>
          <p:spPr>
            <a:xfrm>
              <a:off x="-1263026" y="-154570"/>
              <a:ext cx="188670" cy="141815"/>
            </a:xfrm>
            <a:custGeom>
              <a:avLst/>
              <a:gdLst/>
              <a:ahLst/>
              <a:cxnLst/>
              <a:rect l="l" t="t" r="r" b="b"/>
              <a:pathLst>
                <a:path w="1659" h="1247" extrusionOk="0">
                  <a:moveTo>
                    <a:pt x="1553" y="1"/>
                  </a:moveTo>
                  <a:cubicBezTo>
                    <a:pt x="1513" y="1"/>
                    <a:pt x="1473" y="26"/>
                    <a:pt x="1479" y="77"/>
                  </a:cubicBezTo>
                  <a:cubicBezTo>
                    <a:pt x="1490" y="437"/>
                    <a:pt x="1400" y="853"/>
                    <a:pt x="1040" y="1032"/>
                  </a:cubicBezTo>
                  <a:cubicBezTo>
                    <a:pt x="962" y="1075"/>
                    <a:pt x="874" y="1097"/>
                    <a:pt x="785" y="1097"/>
                  </a:cubicBezTo>
                  <a:cubicBezTo>
                    <a:pt x="708" y="1097"/>
                    <a:pt x="630" y="1080"/>
                    <a:pt x="557" y="1044"/>
                  </a:cubicBezTo>
                  <a:cubicBezTo>
                    <a:pt x="400" y="943"/>
                    <a:pt x="276" y="819"/>
                    <a:pt x="175" y="661"/>
                  </a:cubicBezTo>
                  <a:cubicBezTo>
                    <a:pt x="158" y="638"/>
                    <a:pt x="135" y="629"/>
                    <a:pt x="112" y="629"/>
                  </a:cubicBezTo>
                  <a:cubicBezTo>
                    <a:pt x="56" y="629"/>
                    <a:pt x="0" y="685"/>
                    <a:pt x="40" y="740"/>
                  </a:cubicBezTo>
                  <a:cubicBezTo>
                    <a:pt x="152" y="920"/>
                    <a:pt x="310" y="1077"/>
                    <a:pt x="490" y="1179"/>
                  </a:cubicBezTo>
                  <a:cubicBezTo>
                    <a:pt x="585" y="1224"/>
                    <a:pt x="686" y="1246"/>
                    <a:pt x="786" y="1246"/>
                  </a:cubicBezTo>
                  <a:cubicBezTo>
                    <a:pt x="886" y="1246"/>
                    <a:pt x="984" y="1224"/>
                    <a:pt x="1074" y="1179"/>
                  </a:cubicBezTo>
                  <a:cubicBezTo>
                    <a:pt x="1524" y="999"/>
                    <a:pt x="1659" y="504"/>
                    <a:pt x="1636" y="77"/>
                  </a:cubicBezTo>
                  <a:cubicBezTo>
                    <a:pt x="1636" y="26"/>
                    <a:pt x="1594" y="1"/>
                    <a:pt x="1553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49"/>
            <p:cNvSpPr/>
            <p:nvPr/>
          </p:nvSpPr>
          <p:spPr>
            <a:xfrm>
              <a:off x="-1371065" y="-269091"/>
              <a:ext cx="73011" cy="68008"/>
            </a:xfrm>
            <a:custGeom>
              <a:avLst/>
              <a:gdLst/>
              <a:ahLst/>
              <a:cxnLst/>
              <a:rect l="l" t="t" r="r" b="b"/>
              <a:pathLst>
                <a:path w="642" h="598" extrusionOk="0">
                  <a:moveTo>
                    <a:pt x="393" y="1"/>
                  </a:moveTo>
                  <a:cubicBezTo>
                    <a:pt x="359" y="1"/>
                    <a:pt x="326" y="6"/>
                    <a:pt x="293" y="16"/>
                  </a:cubicBezTo>
                  <a:cubicBezTo>
                    <a:pt x="158" y="61"/>
                    <a:pt x="68" y="173"/>
                    <a:pt x="34" y="297"/>
                  </a:cubicBezTo>
                  <a:cubicBezTo>
                    <a:pt x="12" y="376"/>
                    <a:pt x="1" y="443"/>
                    <a:pt x="12" y="522"/>
                  </a:cubicBezTo>
                  <a:cubicBezTo>
                    <a:pt x="12" y="572"/>
                    <a:pt x="51" y="598"/>
                    <a:pt x="90" y="598"/>
                  </a:cubicBezTo>
                  <a:cubicBezTo>
                    <a:pt x="130" y="598"/>
                    <a:pt x="169" y="572"/>
                    <a:pt x="169" y="522"/>
                  </a:cubicBezTo>
                  <a:cubicBezTo>
                    <a:pt x="158" y="488"/>
                    <a:pt x="158" y="454"/>
                    <a:pt x="169" y="421"/>
                  </a:cubicBezTo>
                  <a:lnTo>
                    <a:pt x="169" y="409"/>
                  </a:lnTo>
                  <a:lnTo>
                    <a:pt x="169" y="387"/>
                  </a:lnTo>
                  <a:cubicBezTo>
                    <a:pt x="169" y="364"/>
                    <a:pt x="169" y="353"/>
                    <a:pt x="180" y="331"/>
                  </a:cubicBezTo>
                  <a:cubicBezTo>
                    <a:pt x="180" y="331"/>
                    <a:pt x="180" y="319"/>
                    <a:pt x="180" y="319"/>
                  </a:cubicBezTo>
                  <a:lnTo>
                    <a:pt x="180" y="308"/>
                  </a:lnTo>
                  <a:cubicBezTo>
                    <a:pt x="192" y="286"/>
                    <a:pt x="203" y="274"/>
                    <a:pt x="214" y="263"/>
                  </a:cubicBezTo>
                  <a:lnTo>
                    <a:pt x="214" y="252"/>
                  </a:lnTo>
                  <a:lnTo>
                    <a:pt x="225" y="229"/>
                  </a:lnTo>
                  <a:lnTo>
                    <a:pt x="248" y="218"/>
                  </a:lnTo>
                  <a:lnTo>
                    <a:pt x="259" y="207"/>
                  </a:lnTo>
                  <a:lnTo>
                    <a:pt x="270" y="196"/>
                  </a:lnTo>
                  <a:lnTo>
                    <a:pt x="282" y="196"/>
                  </a:lnTo>
                  <a:cubicBezTo>
                    <a:pt x="282" y="196"/>
                    <a:pt x="297" y="186"/>
                    <a:pt x="300" y="186"/>
                  </a:cubicBezTo>
                  <a:cubicBezTo>
                    <a:pt x="302" y="186"/>
                    <a:pt x="300" y="188"/>
                    <a:pt x="293" y="196"/>
                  </a:cubicBezTo>
                  <a:lnTo>
                    <a:pt x="315" y="196"/>
                  </a:lnTo>
                  <a:cubicBezTo>
                    <a:pt x="327" y="184"/>
                    <a:pt x="338" y="184"/>
                    <a:pt x="349" y="184"/>
                  </a:cubicBezTo>
                  <a:lnTo>
                    <a:pt x="439" y="184"/>
                  </a:lnTo>
                  <a:cubicBezTo>
                    <a:pt x="450" y="184"/>
                    <a:pt x="461" y="196"/>
                    <a:pt x="473" y="196"/>
                  </a:cubicBezTo>
                  <a:lnTo>
                    <a:pt x="484" y="218"/>
                  </a:lnTo>
                  <a:cubicBezTo>
                    <a:pt x="501" y="229"/>
                    <a:pt x="521" y="235"/>
                    <a:pt x="540" y="235"/>
                  </a:cubicBezTo>
                  <a:cubicBezTo>
                    <a:pt x="560" y="235"/>
                    <a:pt x="580" y="229"/>
                    <a:pt x="596" y="218"/>
                  </a:cubicBezTo>
                  <a:cubicBezTo>
                    <a:pt x="630" y="184"/>
                    <a:pt x="641" y="139"/>
                    <a:pt x="619" y="95"/>
                  </a:cubicBezTo>
                  <a:cubicBezTo>
                    <a:pt x="555" y="31"/>
                    <a:pt x="475" y="1"/>
                    <a:pt x="393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49"/>
            <p:cNvSpPr/>
            <p:nvPr/>
          </p:nvSpPr>
          <p:spPr>
            <a:xfrm>
              <a:off x="-1201046" y="-358137"/>
              <a:ext cx="81996" cy="65278"/>
            </a:xfrm>
            <a:custGeom>
              <a:avLst/>
              <a:gdLst/>
              <a:ahLst/>
              <a:cxnLst/>
              <a:rect l="l" t="t" r="r" b="b"/>
              <a:pathLst>
                <a:path w="721" h="574" extrusionOk="0">
                  <a:moveTo>
                    <a:pt x="349" y="1"/>
                  </a:moveTo>
                  <a:cubicBezTo>
                    <a:pt x="181" y="1"/>
                    <a:pt x="46" y="124"/>
                    <a:pt x="23" y="282"/>
                  </a:cubicBezTo>
                  <a:cubicBezTo>
                    <a:pt x="1" y="372"/>
                    <a:pt x="23" y="462"/>
                    <a:pt x="68" y="529"/>
                  </a:cubicBezTo>
                  <a:cubicBezTo>
                    <a:pt x="83" y="559"/>
                    <a:pt x="108" y="574"/>
                    <a:pt x="137" y="574"/>
                  </a:cubicBezTo>
                  <a:cubicBezTo>
                    <a:pt x="151" y="574"/>
                    <a:pt x="166" y="570"/>
                    <a:pt x="181" y="563"/>
                  </a:cubicBezTo>
                  <a:cubicBezTo>
                    <a:pt x="214" y="540"/>
                    <a:pt x="226" y="495"/>
                    <a:pt x="203" y="462"/>
                  </a:cubicBezTo>
                  <a:cubicBezTo>
                    <a:pt x="192" y="450"/>
                    <a:pt x="192" y="439"/>
                    <a:pt x="181" y="417"/>
                  </a:cubicBezTo>
                  <a:lnTo>
                    <a:pt x="181" y="405"/>
                  </a:lnTo>
                  <a:lnTo>
                    <a:pt x="181" y="383"/>
                  </a:lnTo>
                  <a:lnTo>
                    <a:pt x="181" y="338"/>
                  </a:lnTo>
                  <a:lnTo>
                    <a:pt x="181" y="315"/>
                  </a:lnTo>
                  <a:lnTo>
                    <a:pt x="192" y="282"/>
                  </a:lnTo>
                  <a:lnTo>
                    <a:pt x="203" y="259"/>
                  </a:lnTo>
                  <a:lnTo>
                    <a:pt x="214" y="237"/>
                  </a:lnTo>
                  <a:cubicBezTo>
                    <a:pt x="226" y="225"/>
                    <a:pt x="237" y="214"/>
                    <a:pt x="248" y="203"/>
                  </a:cubicBezTo>
                  <a:lnTo>
                    <a:pt x="259" y="192"/>
                  </a:lnTo>
                  <a:lnTo>
                    <a:pt x="417" y="192"/>
                  </a:lnTo>
                  <a:cubicBezTo>
                    <a:pt x="428" y="203"/>
                    <a:pt x="439" y="203"/>
                    <a:pt x="451" y="214"/>
                  </a:cubicBezTo>
                  <a:lnTo>
                    <a:pt x="462" y="225"/>
                  </a:lnTo>
                  <a:lnTo>
                    <a:pt x="473" y="237"/>
                  </a:lnTo>
                  <a:lnTo>
                    <a:pt x="495" y="259"/>
                  </a:lnTo>
                  <a:lnTo>
                    <a:pt x="529" y="293"/>
                  </a:lnTo>
                  <a:lnTo>
                    <a:pt x="529" y="304"/>
                  </a:lnTo>
                  <a:cubicBezTo>
                    <a:pt x="529" y="315"/>
                    <a:pt x="529" y="327"/>
                    <a:pt x="529" y="338"/>
                  </a:cubicBezTo>
                  <a:cubicBezTo>
                    <a:pt x="540" y="372"/>
                    <a:pt x="574" y="394"/>
                    <a:pt x="619" y="394"/>
                  </a:cubicBezTo>
                  <a:cubicBezTo>
                    <a:pt x="675" y="394"/>
                    <a:pt x="720" y="327"/>
                    <a:pt x="698" y="282"/>
                  </a:cubicBezTo>
                  <a:cubicBezTo>
                    <a:pt x="653" y="113"/>
                    <a:pt x="507" y="1"/>
                    <a:pt x="349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42" name="Google Shape;2342;p49"/>
          <p:cNvGrpSpPr/>
          <p:nvPr/>
        </p:nvGrpSpPr>
        <p:grpSpPr>
          <a:xfrm flipH="1">
            <a:off x="294209" y="1340652"/>
            <a:ext cx="1932838" cy="874384"/>
            <a:chOff x="5935450" y="921661"/>
            <a:chExt cx="739786" cy="334641"/>
          </a:xfrm>
        </p:grpSpPr>
        <p:sp>
          <p:nvSpPr>
            <p:cNvPr id="2343" name="Google Shape;2343;p49"/>
            <p:cNvSpPr/>
            <p:nvPr/>
          </p:nvSpPr>
          <p:spPr>
            <a:xfrm>
              <a:off x="5935450" y="921661"/>
              <a:ext cx="739786" cy="334641"/>
            </a:xfrm>
            <a:custGeom>
              <a:avLst/>
              <a:gdLst/>
              <a:ahLst/>
              <a:cxnLst/>
              <a:rect l="l" t="t" r="r" b="b"/>
              <a:pathLst>
                <a:path w="6263" h="2833" extrusionOk="0">
                  <a:moveTo>
                    <a:pt x="2871" y="1"/>
                  </a:moveTo>
                  <a:cubicBezTo>
                    <a:pt x="2673" y="1"/>
                    <a:pt x="2473" y="50"/>
                    <a:pt x="2291" y="148"/>
                  </a:cubicBezTo>
                  <a:cubicBezTo>
                    <a:pt x="1571" y="519"/>
                    <a:pt x="1717" y="1160"/>
                    <a:pt x="1717" y="1160"/>
                  </a:cubicBezTo>
                  <a:cubicBezTo>
                    <a:pt x="1717" y="1160"/>
                    <a:pt x="1364" y="1022"/>
                    <a:pt x="996" y="1022"/>
                  </a:cubicBezTo>
                  <a:cubicBezTo>
                    <a:pt x="675" y="1022"/>
                    <a:pt x="342" y="1127"/>
                    <a:pt x="222" y="1520"/>
                  </a:cubicBezTo>
                  <a:cubicBezTo>
                    <a:pt x="0" y="2243"/>
                    <a:pt x="581" y="2594"/>
                    <a:pt x="1290" y="2594"/>
                  </a:cubicBezTo>
                  <a:cubicBezTo>
                    <a:pt x="1407" y="2594"/>
                    <a:pt x="1528" y="2585"/>
                    <a:pt x="1650" y="2566"/>
                  </a:cubicBezTo>
                  <a:cubicBezTo>
                    <a:pt x="1650" y="2566"/>
                    <a:pt x="2679" y="2833"/>
                    <a:pt x="3721" y="2833"/>
                  </a:cubicBezTo>
                  <a:cubicBezTo>
                    <a:pt x="4603" y="2833"/>
                    <a:pt x="5492" y="2642"/>
                    <a:pt x="5776" y="1936"/>
                  </a:cubicBezTo>
                  <a:cubicBezTo>
                    <a:pt x="6262" y="754"/>
                    <a:pt x="5178" y="50"/>
                    <a:pt x="4281" y="50"/>
                  </a:cubicBezTo>
                  <a:cubicBezTo>
                    <a:pt x="4018" y="50"/>
                    <a:pt x="3770" y="111"/>
                    <a:pt x="3583" y="238"/>
                  </a:cubicBezTo>
                  <a:cubicBezTo>
                    <a:pt x="3375" y="81"/>
                    <a:pt x="3125" y="1"/>
                    <a:pt x="2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49"/>
            <p:cNvSpPr/>
            <p:nvPr/>
          </p:nvSpPr>
          <p:spPr>
            <a:xfrm>
              <a:off x="6282962" y="966429"/>
              <a:ext cx="44531" cy="25396"/>
            </a:xfrm>
            <a:custGeom>
              <a:avLst/>
              <a:gdLst/>
              <a:ahLst/>
              <a:cxnLst/>
              <a:rect l="l" t="t" r="r" b="b"/>
              <a:pathLst>
                <a:path w="377" h="215" extrusionOk="0">
                  <a:moveTo>
                    <a:pt x="149" y="1"/>
                  </a:moveTo>
                  <a:cubicBezTo>
                    <a:pt x="114" y="1"/>
                    <a:pt x="79" y="10"/>
                    <a:pt x="46" y="28"/>
                  </a:cubicBezTo>
                  <a:cubicBezTo>
                    <a:pt x="12" y="50"/>
                    <a:pt x="1" y="95"/>
                    <a:pt x="23" y="129"/>
                  </a:cubicBezTo>
                  <a:cubicBezTo>
                    <a:pt x="40" y="146"/>
                    <a:pt x="62" y="156"/>
                    <a:pt x="86" y="156"/>
                  </a:cubicBezTo>
                  <a:cubicBezTo>
                    <a:pt x="95" y="156"/>
                    <a:pt x="104" y="155"/>
                    <a:pt x="113" y="152"/>
                  </a:cubicBezTo>
                  <a:lnTo>
                    <a:pt x="181" y="152"/>
                  </a:lnTo>
                  <a:lnTo>
                    <a:pt x="203" y="163"/>
                  </a:lnTo>
                  <a:lnTo>
                    <a:pt x="214" y="174"/>
                  </a:lnTo>
                  <a:cubicBezTo>
                    <a:pt x="232" y="203"/>
                    <a:pt x="257" y="214"/>
                    <a:pt x="280" y="214"/>
                  </a:cubicBezTo>
                  <a:cubicBezTo>
                    <a:pt x="331" y="214"/>
                    <a:pt x="376" y="160"/>
                    <a:pt x="338" y="107"/>
                  </a:cubicBezTo>
                  <a:cubicBezTo>
                    <a:pt x="292" y="38"/>
                    <a:pt x="221" y="1"/>
                    <a:pt x="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49"/>
            <p:cNvSpPr/>
            <p:nvPr/>
          </p:nvSpPr>
          <p:spPr>
            <a:xfrm>
              <a:off x="6171456" y="969973"/>
              <a:ext cx="77132" cy="98042"/>
            </a:xfrm>
            <a:custGeom>
              <a:avLst/>
              <a:gdLst/>
              <a:ahLst/>
              <a:cxnLst/>
              <a:rect l="l" t="t" r="r" b="b"/>
              <a:pathLst>
                <a:path w="653" h="830" extrusionOk="0">
                  <a:moveTo>
                    <a:pt x="488" y="1"/>
                  </a:moveTo>
                  <a:cubicBezTo>
                    <a:pt x="370" y="1"/>
                    <a:pt x="241" y="98"/>
                    <a:pt x="180" y="189"/>
                  </a:cubicBezTo>
                  <a:cubicBezTo>
                    <a:pt x="57" y="358"/>
                    <a:pt x="0" y="560"/>
                    <a:pt x="0" y="762"/>
                  </a:cubicBezTo>
                  <a:cubicBezTo>
                    <a:pt x="0" y="796"/>
                    <a:pt x="34" y="830"/>
                    <a:pt x="79" y="830"/>
                  </a:cubicBezTo>
                  <a:cubicBezTo>
                    <a:pt x="113" y="830"/>
                    <a:pt x="146" y="796"/>
                    <a:pt x="146" y="762"/>
                  </a:cubicBezTo>
                  <a:cubicBezTo>
                    <a:pt x="146" y="605"/>
                    <a:pt x="180" y="448"/>
                    <a:pt x="259" y="313"/>
                  </a:cubicBezTo>
                  <a:cubicBezTo>
                    <a:pt x="293" y="257"/>
                    <a:pt x="338" y="212"/>
                    <a:pt x="394" y="178"/>
                  </a:cubicBezTo>
                  <a:cubicBezTo>
                    <a:pt x="428" y="155"/>
                    <a:pt x="450" y="144"/>
                    <a:pt x="484" y="144"/>
                  </a:cubicBezTo>
                  <a:lnTo>
                    <a:pt x="529" y="144"/>
                  </a:lnTo>
                  <a:cubicBezTo>
                    <a:pt x="536" y="166"/>
                    <a:pt x="557" y="178"/>
                    <a:pt x="581" y="178"/>
                  </a:cubicBezTo>
                  <a:cubicBezTo>
                    <a:pt x="593" y="178"/>
                    <a:pt x="607" y="175"/>
                    <a:pt x="619" y="167"/>
                  </a:cubicBezTo>
                  <a:cubicBezTo>
                    <a:pt x="652" y="144"/>
                    <a:pt x="652" y="110"/>
                    <a:pt x="641" y="77"/>
                  </a:cubicBezTo>
                  <a:cubicBezTo>
                    <a:pt x="598" y="22"/>
                    <a:pt x="544" y="1"/>
                    <a:pt x="4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49"/>
            <p:cNvSpPr/>
            <p:nvPr/>
          </p:nvSpPr>
          <p:spPr>
            <a:xfrm>
              <a:off x="6508809" y="1003047"/>
              <a:ext cx="74416" cy="136904"/>
            </a:xfrm>
            <a:custGeom>
              <a:avLst/>
              <a:gdLst/>
              <a:ahLst/>
              <a:cxnLst/>
              <a:rect l="l" t="t" r="r" b="b"/>
              <a:pathLst>
                <a:path w="630" h="1159" extrusionOk="0">
                  <a:moveTo>
                    <a:pt x="100" y="1"/>
                  </a:moveTo>
                  <a:cubicBezTo>
                    <a:pt x="39" y="1"/>
                    <a:pt x="1" y="94"/>
                    <a:pt x="67" y="123"/>
                  </a:cubicBezTo>
                  <a:cubicBezTo>
                    <a:pt x="416" y="291"/>
                    <a:pt x="562" y="707"/>
                    <a:pt x="393" y="1056"/>
                  </a:cubicBezTo>
                  <a:cubicBezTo>
                    <a:pt x="370" y="1110"/>
                    <a:pt x="416" y="1158"/>
                    <a:pt x="461" y="1158"/>
                  </a:cubicBezTo>
                  <a:cubicBezTo>
                    <a:pt x="482" y="1158"/>
                    <a:pt x="503" y="1148"/>
                    <a:pt x="517" y="1123"/>
                  </a:cubicBezTo>
                  <a:cubicBezTo>
                    <a:pt x="618" y="921"/>
                    <a:pt x="629" y="674"/>
                    <a:pt x="551" y="460"/>
                  </a:cubicBezTo>
                  <a:cubicBezTo>
                    <a:pt x="472" y="258"/>
                    <a:pt x="326" y="100"/>
                    <a:pt x="135" y="10"/>
                  </a:cubicBezTo>
                  <a:cubicBezTo>
                    <a:pt x="123" y="4"/>
                    <a:pt x="111" y="1"/>
                    <a:pt x="1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49"/>
            <p:cNvSpPr/>
            <p:nvPr/>
          </p:nvSpPr>
          <p:spPr>
            <a:xfrm>
              <a:off x="5997582" y="1091992"/>
              <a:ext cx="63785" cy="54454"/>
            </a:xfrm>
            <a:custGeom>
              <a:avLst/>
              <a:gdLst/>
              <a:ahLst/>
              <a:cxnLst/>
              <a:rect l="l" t="t" r="r" b="b"/>
              <a:pathLst>
                <a:path w="540" h="461" extrusionOk="0">
                  <a:moveTo>
                    <a:pt x="395" y="1"/>
                  </a:moveTo>
                  <a:cubicBezTo>
                    <a:pt x="183" y="1"/>
                    <a:pt x="1" y="175"/>
                    <a:pt x="11" y="393"/>
                  </a:cubicBezTo>
                  <a:cubicBezTo>
                    <a:pt x="11" y="438"/>
                    <a:pt x="45" y="460"/>
                    <a:pt x="78" y="460"/>
                  </a:cubicBezTo>
                  <a:cubicBezTo>
                    <a:pt x="112" y="460"/>
                    <a:pt x="146" y="438"/>
                    <a:pt x="146" y="393"/>
                  </a:cubicBezTo>
                  <a:cubicBezTo>
                    <a:pt x="146" y="382"/>
                    <a:pt x="146" y="370"/>
                    <a:pt x="146" y="359"/>
                  </a:cubicBezTo>
                  <a:lnTo>
                    <a:pt x="146" y="337"/>
                  </a:lnTo>
                  <a:lnTo>
                    <a:pt x="157" y="303"/>
                  </a:lnTo>
                  <a:cubicBezTo>
                    <a:pt x="157" y="303"/>
                    <a:pt x="157" y="303"/>
                    <a:pt x="157" y="292"/>
                  </a:cubicBezTo>
                  <a:cubicBezTo>
                    <a:pt x="157" y="280"/>
                    <a:pt x="168" y="280"/>
                    <a:pt x="168" y="269"/>
                  </a:cubicBezTo>
                  <a:lnTo>
                    <a:pt x="179" y="258"/>
                  </a:lnTo>
                  <a:lnTo>
                    <a:pt x="179" y="247"/>
                  </a:lnTo>
                  <a:cubicBezTo>
                    <a:pt x="191" y="224"/>
                    <a:pt x="213" y="213"/>
                    <a:pt x="224" y="202"/>
                  </a:cubicBezTo>
                  <a:lnTo>
                    <a:pt x="236" y="190"/>
                  </a:lnTo>
                  <a:lnTo>
                    <a:pt x="269" y="168"/>
                  </a:lnTo>
                  <a:lnTo>
                    <a:pt x="292" y="168"/>
                  </a:lnTo>
                  <a:cubicBezTo>
                    <a:pt x="303" y="168"/>
                    <a:pt x="314" y="157"/>
                    <a:pt x="326" y="157"/>
                  </a:cubicBezTo>
                  <a:lnTo>
                    <a:pt x="427" y="157"/>
                  </a:lnTo>
                  <a:cubicBezTo>
                    <a:pt x="433" y="159"/>
                    <a:pt x="439" y="160"/>
                    <a:pt x="445" y="160"/>
                  </a:cubicBezTo>
                  <a:cubicBezTo>
                    <a:pt x="475" y="160"/>
                    <a:pt x="507" y="139"/>
                    <a:pt x="517" y="112"/>
                  </a:cubicBezTo>
                  <a:cubicBezTo>
                    <a:pt x="539" y="78"/>
                    <a:pt x="517" y="22"/>
                    <a:pt x="483" y="11"/>
                  </a:cubicBezTo>
                  <a:cubicBezTo>
                    <a:pt x="454" y="4"/>
                    <a:pt x="424" y="1"/>
                    <a:pt x="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49"/>
            <p:cNvSpPr/>
            <p:nvPr/>
          </p:nvSpPr>
          <p:spPr>
            <a:xfrm>
              <a:off x="6381238" y="947648"/>
              <a:ext cx="91779" cy="39571"/>
            </a:xfrm>
            <a:custGeom>
              <a:avLst/>
              <a:gdLst/>
              <a:ahLst/>
              <a:cxnLst/>
              <a:rect l="l" t="t" r="r" b="b"/>
              <a:pathLst>
                <a:path w="777" h="335" extrusionOk="0">
                  <a:moveTo>
                    <a:pt x="422" y="0"/>
                  </a:moveTo>
                  <a:cubicBezTo>
                    <a:pt x="267" y="0"/>
                    <a:pt x="111" y="81"/>
                    <a:pt x="23" y="232"/>
                  </a:cubicBezTo>
                  <a:cubicBezTo>
                    <a:pt x="0" y="286"/>
                    <a:pt x="45" y="334"/>
                    <a:pt x="91" y="334"/>
                  </a:cubicBezTo>
                  <a:cubicBezTo>
                    <a:pt x="112" y="334"/>
                    <a:pt x="133" y="324"/>
                    <a:pt x="147" y="299"/>
                  </a:cubicBezTo>
                  <a:cubicBezTo>
                    <a:pt x="203" y="194"/>
                    <a:pt x="310" y="136"/>
                    <a:pt x="418" y="136"/>
                  </a:cubicBezTo>
                  <a:cubicBezTo>
                    <a:pt x="505" y="136"/>
                    <a:pt x="592" y="174"/>
                    <a:pt x="653" y="254"/>
                  </a:cubicBezTo>
                  <a:cubicBezTo>
                    <a:pt x="670" y="266"/>
                    <a:pt x="689" y="271"/>
                    <a:pt x="707" y="271"/>
                  </a:cubicBezTo>
                  <a:cubicBezTo>
                    <a:pt x="726" y="271"/>
                    <a:pt x="743" y="266"/>
                    <a:pt x="754" y="254"/>
                  </a:cubicBezTo>
                  <a:cubicBezTo>
                    <a:pt x="776" y="221"/>
                    <a:pt x="776" y="176"/>
                    <a:pt x="754" y="153"/>
                  </a:cubicBezTo>
                  <a:cubicBezTo>
                    <a:pt x="665" y="50"/>
                    <a:pt x="544" y="0"/>
                    <a:pt x="4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Google Shape;3981;p78">
            <a:extLst>
              <a:ext uri="{FF2B5EF4-FFF2-40B4-BE49-F238E27FC236}">
                <a16:creationId xmlns:a16="http://schemas.microsoft.com/office/drawing/2014/main" id="{2A200863-DE88-C69D-30C2-F5471497EE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45762" y="1109383"/>
            <a:ext cx="3439094" cy="41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rgbClr val="3D6D70"/>
                </a:solidFill>
              </a:rPr>
              <a:t>CONCLUSIÓN</a:t>
            </a:r>
            <a:endParaRPr sz="3200" b="0" dirty="0">
              <a:solidFill>
                <a:srgbClr val="3D6D70"/>
              </a:solidFill>
            </a:endParaRPr>
          </a:p>
        </p:txBody>
      </p:sp>
      <p:sp>
        <p:nvSpPr>
          <p:cNvPr id="11" name="Google Shape;3982;p78">
            <a:extLst>
              <a:ext uri="{FF2B5EF4-FFF2-40B4-BE49-F238E27FC236}">
                <a16:creationId xmlns:a16="http://schemas.microsoft.com/office/drawing/2014/main" id="{B8D99C8A-FFFF-ACDE-4E46-822C56BDC28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453081" y="2140363"/>
            <a:ext cx="6229350" cy="21650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s-PE" dirty="0"/>
              <a:t>El</a:t>
            </a:r>
            <a:r>
              <a:rPr lang="en" dirty="0"/>
              <a:t> proyecto permitió aplicar de manera práctica el desarrollo de apps iOS con consumo de APIs.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" dirty="0"/>
              <a:t>Se fortalecieron habilidades en diseño, lógica y persistencia de datos.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" dirty="0"/>
              <a:t>La aplicación responde a una necesidad real de acceso rápido a información climática.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" name="Google Shape;3573;p72"/>
          <p:cNvSpPr txBox="1">
            <a:spLocks noGrp="1"/>
          </p:cNvSpPr>
          <p:nvPr>
            <p:ph type="title"/>
          </p:nvPr>
        </p:nvSpPr>
        <p:spPr>
          <a:xfrm>
            <a:off x="1388100" y="1355050"/>
            <a:ext cx="6367800" cy="197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¡ GRACIAS !</a:t>
            </a:r>
            <a:endParaRPr b="0" dirty="0"/>
          </a:p>
        </p:txBody>
      </p:sp>
      <p:grpSp>
        <p:nvGrpSpPr>
          <p:cNvPr id="3574" name="Google Shape;3574;p72"/>
          <p:cNvGrpSpPr/>
          <p:nvPr/>
        </p:nvGrpSpPr>
        <p:grpSpPr>
          <a:xfrm flipH="1">
            <a:off x="4387505" y="459928"/>
            <a:ext cx="170170" cy="263393"/>
            <a:chOff x="1223537" y="2032528"/>
            <a:chExt cx="170170" cy="263393"/>
          </a:xfrm>
        </p:grpSpPr>
        <p:sp>
          <p:nvSpPr>
            <p:cNvPr id="3575" name="Google Shape;3575;p72"/>
            <p:cNvSpPr/>
            <p:nvPr/>
          </p:nvSpPr>
          <p:spPr>
            <a:xfrm>
              <a:off x="1223537" y="2032528"/>
              <a:ext cx="170170" cy="263393"/>
            </a:xfrm>
            <a:custGeom>
              <a:avLst/>
              <a:gdLst/>
              <a:ahLst/>
              <a:cxnLst/>
              <a:rect l="l" t="t" r="r" b="b"/>
              <a:pathLst>
                <a:path w="1035" h="1602" extrusionOk="0">
                  <a:moveTo>
                    <a:pt x="619" y="1"/>
                  </a:moveTo>
                  <a:cubicBezTo>
                    <a:pt x="619" y="1"/>
                    <a:pt x="0" y="698"/>
                    <a:pt x="236" y="1271"/>
                  </a:cubicBezTo>
                  <a:cubicBezTo>
                    <a:pt x="336" y="1502"/>
                    <a:pt x="477" y="1602"/>
                    <a:pt x="612" y="1602"/>
                  </a:cubicBezTo>
                  <a:cubicBezTo>
                    <a:pt x="813" y="1602"/>
                    <a:pt x="999" y="1382"/>
                    <a:pt x="1012" y="1046"/>
                  </a:cubicBezTo>
                  <a:cubicBezTo>
                    <a:pt x="1035" y="496"/>
                    <a:pt x="619" y="1"/>
                    <a:pt x="6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72"/>
            <p:cNvSpPr/>
            <p:nvPr/>
          </p:nvSpPr>
          <p:spPr>
            <a:xfrm>
              <a:off x="1278945" y="2117202"/>
              <a:ext cx="37158" cy="115913"/>
            </a:xfrm>
            <a:custGeom>
              <a:avLst/>
              <a:gdLst/>
              <a:ahLst/>
              <a:cxnLst/>
              <a:rect l="l" t="t" r="r" b="b"/>
              <a:pathLst>
                <a:path w="226" h="705" extrusionOk="0">
                  <a:moveTo>
                    <a:pt x="151" y="0"/>
                  </a:moveTo>
                  <a:cubicBezTo>
                    <a:pt x="124" y="0"/>
                    <a:pt x="100" y="20"/>
                    <a:pt x="90" y="48"/>
                  </a:cubicBezTo>
                  <a:cubicBezTo>
                    <a:pt x="12" y="250"/>
                    <a:pt x="0" y="453"/>
                    <a:pt x="45" y="655"/>
                  </a:cubicBezTo>
                  <a:cubicBezTo>
                    <a:pt x="54" y="690"/>
                    <a:pt x="76" y="704"/>
                    <a:pt x="101" y="704"/>
                  </a:cubicBezTo>
                  <a:cubicBezTo>
                    <a:pt x="108" y="704"/>
                    <a:pt x="116" y="703"/>
                    <a:pt x="124" y="700"/>
                  </a:cubicBezTo>
                  <a:cubicBezTo>
                    <a:pt x="158" y="700"/>
                    <a:pt x="180" y="655"/>
                    <a:pt x="169" y="621"/>
                  </a:cubicBezTo>
                  <a:cubicBezTo>
                    <a:pt x="135" y="442"/>
                    <a:pt x="147" y="262"/>
                    <a:pt x="214" y="82"/>
                  </a:cubicBezTo>
                  <a:cubicBezTo>
                    <a:pt x="225" y="48"/>
                    <a:pt x="203" y="14"/>
                    <a:pt x="169" y="3"/>
                  </a:cubicBezTo>
                  <a:cubicBezTo>
                    <a:pt x="163" y="1"/>
                    <a:pt x="157" y="0"/>
                    <a:pt x="1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77" name="Google Shape;3577;p72"/>
          <p:cNvGrpSpPr/>
          <p:nvPr/>
        </p:nvGrpSpPr>
        <p:grpSpPr>
          <a:xfrm flipH="1">
            <a:off x="8124878" y="1949911"/>
            <a:ext cx="168361" cy="263393"/>
            <a:chOff x="883360" y="2474311"/>
            <a:chExt cx="168361" cy="263393"/>
          </a:xfrm>
        </p:grpSpPr>
        <p:sp>
          <p:nvSpPr>
            <p:cNvPr id="3578" name="Google Shape;3578;p72"/>
            <p:cNvSpPr/>
            <p:nvPr/>
          </p:nvSpPr>
          <p:spPr>
            <a:xfrm>
              <a:off x="883360" y="2474311"/>
              <a:ext cx="168361" cy="263393"/>
            </a:xfrm>
            <a:custGeom>
              <a:avLst/>
              <a:gdLst/>
              <a:ahLst/>
              <a:cxnLst/>
              <a:rect l="l" t="t" r="r" b="b"/>
              <a:pathLst>
                <a:path w="1024" h="1602" extrusionOk="0">
                  <a:moveTo>
                    <a:pt x="608" y="1"/>
                  </a:moveTo>
                  <a:cubicBezTo>
                    <a:pt x="608" y="1"/>
                    <a:pt x="1" y="698"/>
                    <a:pt x="237" y="1271"/>
                  </a:cubicBezTo>
                  <a:cubicBezTo>
                    <a:pt x="332" y="1502"/>
                    <a:pt x="472" y="1602"/>
                    <a:pt x="607" y="1602"/>
                  </a:cubicBezTo>
                  <a:cubicBezTo>
                    <a:pt x="807" y="1602"/>
                    <a:pt x="994" y="1382"/>
                    <a:pt x="1001" y="1046"/>
                  </a:cubicBezTo>
                  <a:cubicBezTo>
                    <a:pt x="1024" y="496"/>
                    <a:pt x="608" y="1"/>
                    <a:pt x="6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72"/>
            <p:cNvSpPr/>
            <p:nvPr/>
          </p:nvSpPr>
          <p:spPr>
            <a:xfrm>
              <a:off x="931370" y="2570494"/>
              <a:ext cx="50147" cy="113940"/>
            </a:xfrm>
            <a:custGeom>
              <a:avLst/>
              <a:gdLst/>
              <a:ahLst/>
              <a:cxnLst/>
              <a:rect l="l" t="t" r="r" b="b"/>
              <a:pathLst>
                <a:path w="305" h="693" extrusionOk="0">
                  <a:moveTo>
                    <a:pt x="224" y="0"/>
                  </a:moveTo>
                  <a:cubicBezTo>
                    <a:pt x="203" y="0"/>
                    <a:pt x="184" y="12"/>
                    <a:pt x="170" y="34"/>
                  </a:cubicBezTo>
                  <a:cubicBezTo>
                    <a:pt x="46" y="214"/>
                    <a:pt x="1" y="439"/>
                    <a:pt x="57" y="653"/>
                  </a:cubicBezTo>
                  <a:cubicBezTo>
                    <a:pt x="71" y="680"/>
                    <a:pt x="97" y="692"/>
                    <a:pt x="124" y="692"/>
                  </a:cubicBezTo>
                  <a:cubicBezTo>
                    <a:pt x="162" y="692"/>
                    <a:pt x="199" y="666"/>
                    <a:pt x="192" y="619"/>
                  </a:cubicBezTo>
                  <a:cubicBezTo>
                    <a:pt x="136" y="439"/>
                    <a:pt x="170" y="248"/>
                    <a:pt x="282" y="102"/>
                  </a:cubicBezTo>
                  <a:cubicBezTo>
                    <a:pt x="304" y="68"/>
                    <a:pt x="293" y="23"/>
                    <a:pt x="259" y="12"/>
                  </a:cubicBezTo>
                  <a:cubicBezTo>
                    <a:pt x="248" y="4"/>
                    <a:pt x="236" y="0"/>
                    <a:pt x="2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80" name="Google Shape;3580;p72"/>
          <p:cNvGrpSpPr/>
          <p:nvPr/>
        </p:nvGrpSpPr>
        <p:grpSpPr>
          <a:xfrm flipH="1">
            <a:off x="2162399" y="3911772"/>
            <a:ext cx="170170" cy="262078"/>
            <a:chOff x="1240143" y="2855097"/>
            <a:chExt cx="170170" cy="262078"/>
          </a:xfrm>
        </p:grpSpPr>
        <p:sp>
          <p:nvSpPr>
            <p:cNvPr id="3581" name="Google Shape;3581;p72"/>
            <p:cNvSpPr/>
            <p:nvPr/>
          </p:nvSpPr>
          <p:spPr>
            <a:xfrm>
              <a:off x="1240143" y="2855097"/>
              <a:ext cx="170170" cy="262078"/>
            </a:xfrm>
            <a:custGeom>
              <a:avLst/>
              <a:gdLst/>
              <a:ahLst/>
              <a:cxnLst/>
              <a:rect l="l" t="t" r="r" b="b"/>
              <a:pathLst>
                <a:path w="1035" h="1594" extrusionOk="0">
                  <a:moveTo>
                    <a:pt x="619" y="1"/>
                  </a:moveTo>
                  <a:cubicBezTo>
                    <a:pt x="619" y="1"/>
                    <a:pt x="0" y="698"/>
                    <a:pt x="236" y="1271"/>
                  </a:cubicBezTo>
                  <a:cubicBezTo>
                    <a:pt x="331" y="1496"/>
                    <a:pt x="471" y="1594"/>
                    <a:pt x="606" y="1594"/>
                  </a:cubicBezTo>
                  <a:cubicBezTo>
                    <a:pt x="808" y="1594"/>
                    <a:pt x="999" y="1376"/>
                    <a:pt x="1012" y="1046"/>
                  </a:cubicBezTo>
                  <a:cubicBezTo>
                    <a:pt x="1035" y="495"/>
                    <a:pt x="619" y="1"/>
                    <a:pt x="6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2" name="Google Shape;3582;p72"/>
            <p:cNvSpPr/>
            <p:nvPr/>
          </p:nvSpPr>
          <p:spPr>
            <a:xfrm>
              <a:off x="1299333" y="2938949"/>
              <a:ext cx="33705" cy="118379"/>
            </a:xfrm>
            <a:custGeom>
              <a:avLst/>
              <a:gdLst/>
              <a:ahLst/>
              <a:cxnLst/>
              <a:rect l="l" t="t" r="r" b="b"/>
              <a:pathLst>
                <a:path w="205" h="720" extrusionOk="0">
                  <a:moveTo>
                    <a:pt x="122" y="0"/>
                  </a:moveTo>
                  <a:cubicBezTo>
                    <a:pt x="94" y="0"/>
                    <a:pt x="66" y="16"/>
                    <a:pt x="56" y="53"/>
                  </a:cubicBezTo>
                  <a:cubicBezTo>
                    <a:pt x="23" y="177"/>
                    <a:pt x="0" y="312"/>
                    <a:pt x="0" y="435"/>
                  </a:cubicBezTo>
                  <a:cubicBezTo>
                    <a:pt x="0" y="536"/>
                    <a:pt x="0" y="694"/>
                    <a:pt x="113" y="716"/>
                  </a:cubicBezTo>
                  <a:cubicBezTo>
                    <a:pt x="119" y="718"/>
                    <a:pt x="125" y="719"/>
                    <a:pt x="131" y="719"/>
                  </a:cubicBezTo>
                  <a:cubicBezTo>
                    <a:pt x="161" y="719"/>
                    <a:pt x="193" y="699"/>
                    <a:pt x="203" y="671"/>
                  </a:cubicBezTo>
                  <a:cubicBezTo>
                    <a:pt x="203" y="626"/>
                    <a:pt x="169" y="593"/>
                    <a:pt x="135" y="593"/>
                  </a:cubicBezTo>
                  <a:lnTo>
                    <a:pt x="135" y="581"/>
                  </a:lnTo>
                  <a:cubicBezTo>
                    <a:pt x="135" y="570"/>
                    <a:pt x="135" y="559"/>
                    <a:pt x="135" y="548"/>
                  </a:cubicBezTo>
                  <a:cubicBezTo>
                    <a:pt x="124" y="503"/>
                    <a:pt x="124" y="446"/>
                    <a:pt x="135" y="390"/>
                  </a:cubicBezTo>
                  <a:cubicBezTo>
                    <a:pt x="135" y="289"/>
                    <a:pt x="158" y="188"/>
                    <a:pt x="191" y="87"/>
                  </a:cubicBezTo>
                  <a:cubicBezTo>
                    <a:pt x="205" y="34"/>
                    <a:pt x="163" y="0"/>
                    <a:pt x="1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83" name="Google Shape;3583;p72"/>
          <p:cNvGrpSpPr/>
          <p:nvPr/>
        </p:nvGrpSpPr>
        <p:grpSpPr>
          <a:xfrm>
            <a:off x="-555154" y="-210312"/>
            <a:ext cx="3320595" cy="1723840"/>
            <a:chOff x="4666075" y="3825750"/>
            <a:chExt cx="2868269" cy="1489021"/>
          </a:xfrm>
        </p:grpSpPr>
        <p:sp>
          <p:nvSpPr>
            <p:cNvPr id="3584" name="Google Shape;3584;p72"/>
            <p:cNvSpPr/>
            <p:nvPr/>
          </p:nvSpPr>
          <p:spPr>
            <a:xfrm>
              <a:off x="4666075" y="3825750"/>
              <a:ext cx="2868269" cy="1489021"/>
            </a:xfrm>
            <a:custGeom>
              <a:avLst/>
              <a:gdLst/>
              <a:ahLst/>
              <a:cxnLst/>
              <a:rect l="l" t="t" r="r" b="b"/>
              <a:pathLst>
                <a:path w="25136" h="13049" extrusionOk="0">
                  <a:moveTo>
                    <a:pt x="8141" y="0"/>
                  </a:moveTo>
                  <a:cubicBezTo>
                    <a:pt x="8010" y="0"/>
                    <a:pt x="7873" y="5"/>
                    <a:pt x="7732" y="15"/>
                  </a:cubicBezTo>
                  <a:cubicBezTo>
                    <a:pt x="3590" y="313"/>
                    <a:pt x="3833" y="4894"/>
                    <a:pt x="3872" y="5400"/>
                  </a:cubicBezTo>
                  <a:lnTo>
                    <a:pt x="3872" y="5400"/>
                  </a:lnTo>
                  <a:cubicBezTo>
                    <a:pt x="3495" y="5215"/>
                    <a:pt x="3136" y="5132"/>
                    <a:pt x="2806" y="5132"/>
                  </a:cubicBezTo>
                  <a:cubicBezTo>
                    <a:pt x="970" y="5132"/>
                    <a:pt x="0" y="7674"/>
                    <a:pt x="1414" y="9189"/>
                  </a:cubicBezTo>
                  <a:cubicBezTo>
                    <a:pt x="2121" y="9937"/>
                    <a:pt x="2853" y="10160"/>
                    <a:pt x="3472" y="10160"/>
                  </a:cubicBezTo>
                  <a:cubicBezTo>
                    <a:pt x="4379" y="10160"/>
                    <a:pt x="5045" y="9684"/>
                    <a:pt x="5045" y="9684"/>
                  </a:cubicBezTo>
                  <a:cubicBezTo>
                    <a:pt x="5045" y="9684"/>
                    <a:pt x="5270" y="11505"/>
                    <a:pt x="7552" y="11730"/>
                  </a:cubicBezTo>
                  <a:cubicBezTo>
                    <a:pt x="7717" y="11747"/>
                    <a:pt x="7872" y="11755"/>
                    <a:pt x="8018" y="11755"/>
                  </a:cubicBezTo>
                  <a:cubicBezTo>
                    <a:pt x="9877" y="11755"/>
                    <a:pt x="10205" y="10460"/>
                    <a:pt x="10206" y="10459"/>
                  </a:cubicBezTo>
                  <a:lnTo>
                    <a:pt x="10206" y="10459"/>
                  </a:lnTo>
                  <a:cubicBezTo>
                    <a:pt x="10206" y="10460"/>
                    <a:pt x="10093" y="11775"/>
                    <a:pt x="11948" y="12393"/>
                  </a:cubicBezTo>
                  <a:cubicBezTo>
                    <a:pt x="12172" y="12467"/>
                    <a:pt x="12378" y="12499"/>
                    <a:pt x="12568" y="12499"/>
                  </a:cubicBezTo>
                  <a:cubicBezTo>
                    <a:pt x="13933" y="12499"/>
                    <a:pt x="14410" y="10808"/>
                    <a:pt x="14410" y="10808"/>
                  </a:cubicBezTo>
                  <a:lnTo>
                    <a:pt x="14410" y="10808"/>
                  </a:lnTo>
                  <a:cubicBezTo>
                    <a:pt x="14410" y="10808"/>
                    <a:pt x="14298" y="12461"/>
                    <a:pt x="16962" y="12966"/>
                  </a:cubicBezTo>
                  <a:cubicBezTo>
                    <a:pt x="17259" y="13023"/>
                    <a:pt x="17527" y="13048"/>
                    <a:pt x="17769" y="13048"/>
                  </a:cubicBezTo>
                  <a:cubicBezTo>
                    <a:pt x="19698" y="13048"/>
                    <a:pt x="20009" y="11460"/>
                    <a:pt x="20009" y="11460"/>
                  </a:cubicBezTo>
                  <a:cubicBezTo>
                    <a:pt x="20502" y="12037"/>
                    <a:pt x="21516" y="12450"/>
                    <a:pt x="22447" y="12450"/>
                  </a:cubicBezTo>
                  <a:cubicBezTo>
                    <a:pt x="23257" y="12450"/>
                    <a:pt x="24005" y="12137"/>
                    <a:pt x="24292" y="11348"/>
                  </a:cubicBezTo>
                  <a:cubicBezTo>
                    <a:pt x="24911" y="9650"/>
                    <a:pt x="23978" y="9414"/>
                    <a:pt x="23978" y="9414"/>
                  </a:cubicBezTo>
                  <a:cubicBezTo>
                    <a:pt x="23978" y="9414"/>
                    <a:pt x="25136" y="8256"/>
                    <a:pt x="24169" y="7098"/>
                  </a:cubicBezTo>
                  <a:cubicBezTo>
                    <a:pt x="23802" y="6658"/>
                    <a:pt x="23439" y="6523"/>
                    <a:pt x="23131" y="6523"/>
                  </a:cubicBezTo>
                  <a:cubicBezTo>
                    <a:pt x="22635" y="6523"/>
                    <a:pt x="22280" y="6873"/>
                    <a:pt x="22280" y="6873"/>
                  </a:cubicBezTo>
                  <a:cubicBezTo>
                    <a:pt x="22280" y="6873"/>
                    <a:pt x="23168" y="2129"/>
                    <a:pt x="19818" y="1589"/>
                  </a:cubicBezTo>
                  <a:cubicBezTo>
                    <a:pt x="19608" y="1555"/>
                    <a:pt x="19404" y="1540"/>
                    <a:pt x="19208" y="1540"/>
                  </a:cubicBezTo>
                  <a:cubicBezTo>
                    <a:pt x="16260" y="1540"/>
                    <a:pt x="14837" y="5097"/>
                    <a:pt x="14837" y="5097"/>
                  </a:cubicBezTo>
                  <a:cubicBezTo>
                    <a:pt x="14837" y="5097"/>
                    <a:pt x="15141" y="3062"/>
                    <a:pt x="13713" y="3062"/>
                  </a:cubicBezTo>
                  <a:cubicBezTo>
                    <a:pt x="12285" y="3062"/>
                    <a:pt x="11712" y="4445"/>
                    <a:pt x="11712" y="4445"/>
                  </a:cubicBezTo>
                  <a:cubicBezTo>
                    <a:pt x="11712" y="4445"/>
                    <a:pt x="12102" y="0"/>
                    <a:pt x="8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5" name="Google Shape;3585;p72"/>
            <p:cNvSpPr/>
            <p:nvPr/>
          </p:nvSpPr>
          <p:spPr>
            <a:xfrm>
              <a:off x="6083334" y="4706346"/>
              <a:ext cx="168198" cy="121185"/>
            </a:xfrm>
            <a:custGeom>
              <a:avLst/>
              <a:gdLst/>
              <a:ahLst/>
              <a:cxnLst/>
              <a:rect l="l" t="t" r="r" b="b"/>
              <a:pathLst>
                <a:path w="1474" h="1062" extrusionOk="0">
                  <a:moveTo>
                    <a:pt x="182" y="0"/>
                  </a:moveTo>
                  <a:cubicBezTo>
                    <a:pt x="154" y="0"/>
                    <a:pt x="126" y="14"/>
                    <a:pt x="113" y="44"/>
                  </a:cubicBezTo>
                  <a:cubicBezTo>
                    <a:pt x="0" y="393"/>
                    <a:pt x="124" y="775"/>
                    <a:pt x="428" y="977"/>
                  </a:cubicBezTo>
                  <a:cubicBezTo>
                    <a:pt x="534" y="1034"/>
                    <a:pt x="648" y="1062"/>
                    <a:pt x="761" y="1062"/>
                  </a:cubicBezTo>
                  <a:cubicBezTo>
                    <a:pt x="980" y="1062"/>
                    <a:pt x="1193" y="957"/>
                    <a:pt x="1327" y="764"/>
                  </a:cubicBezTo>
                  <a:cubicBezTo>
                    <a:pt x="1428" y="595"/>
                    <a:pt x="1473" y="393"/>
                    <a:pt x="1451" y="202"/>
                  </a:cubicBezTo>
                  <a:cubicBezTo>
                    <a:pt x="1445" y="157"/>
                    <a:pt x="1406" y="134"/>
                    <a:pt x="1370" y="134"/>
                  </a:cubicBezTo>
                  <a:cubicBezTo>
                    <a:pt x="1335" y="134"/>
                    <a:pt x="1304" y="157"/>
                    <a:pt x="1316" y="202"/>
                  </a:cubicBezTo>
                  <a:cubicBezTo>
                    <a:pt x="1348" y="551"/>
                    <a:pt x="1126" y="922"/>
                    <a:pt x="753" y="922"/>
                  </a:cubicBezTo>
                  <a:cubicBezTo>
                    <a:pt x="742" y="922"/>
                    <a:pt x="731" y="922"/>
                    <a:pt x="720" y="921"/>
                  </a:cubicBezTo>
                  <a:cubicBezTo>
                    <a:pt x="326" y="899"/>
                    <a:pt x="146" y="426"/>
                    <a:pt x="248" y="89"/>
                  </a:cubicBezTo>
                  <a:cubicBezTo>
                    <a:pt x="268" y="34"/>
                    <a:pt x="226" y="0"/>
                    <a:pt x="182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6" name="Google Shape;3586;p72"/>
            <p:cNvSpPr/>
            <p:nvPr/>
          </p:nvSpPr>
          <p:spPr>
            <a:xfrm>
              <a:off x="6134570" y="4589382"/>
              <a:ext cx="34804" cy="48269"/>
            </a:xfrm>
            <a:custGeom>
              <a:avLst/>
              <a:gdLst/>
              <a:ahLst/>
              <a:cxnLst/>
              <a:rect l="l" t="t" r="r" b="b"/>
              <a:pathLst>
                <a:path w="305" h="423" extrusionOk="0">
                  <a:moveTo>
                    <a:pt x="109" y="1"/>
                  </a:moveTo>
                  <a:cubicBezTo>
                    <a:pt x="86" y="1"/>
                    <a:pt x="64" y="13"/>
                    <a:pt x="57" y="35"/>
                  </a:cubicBezTo>
                  <a:cubicBezTo>
                    <a:pt x="23" y="114"/>
                    <a:pt x="1" y="192"/>
                    <a:pt x="12" y="271"/>
                  </a:cubicBezTo>
                  <a:cubicBezTo>
                    <a:pt x="1" y="327"/>
                    <a:pt x="23" y="372"/>
                    <a:pt x="57" y="406"/>
                  </a:cubicBezTo>
                  <a:cubicBezTo>
                    <a:pt x="80" y="417"/>
                    <a:pt x="102" y="423"/>
                    <a:pt x="123" y="423"/>
                  </a:cubicBezTo>
                  <a:cubicBezTo>
                    <a:pt x="144" y="423"/>
                    <a:pt x="164" y="417"/>
                    <a:pt x="181" y="406"/>
                  </a:cubicBezTo>
                  <a:cubicBezTo>
                    <a:pt x="248" y="350"/>
                    <a:pt x="293" y="282"/>
                    <a:pt x="293" y="192"/>
                  </a:cubicBezTo>
                  <a:cubicBezTo>
                    <a:pt x="305" y="102"/>
                    <a:pt x="237" y="24"/>
                    <a:pt x="147" y="12"/>
                  </a:cubicBezTo>
                  <a:cubicBezTo>
                    <a:pt x="135" y="4"/>
                    <a:pt x="122" y="1"/>
                    <a:pt x="109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3587;p72"/>
            <p:cNvSpPr/>
            <p:nvPr/>
          </p:nvSpPr>
          <p:spPr>
            <a:xfrm>
              <a:off x="6221865" y="4621561"/>
              <a:ext cx="114" cy="114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3F9C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3588;p72"/>
            <p:cNvSpPr/>
            <p:nvPr/>
          </p:nvSpPr>
          <p:spPr>
            <a:xfrm>
              <a:off x="6201325" y="4590409"/>
              <a:ext cx="37314" cy="53061"/>
            </a:xfrm>
            <a:custGeom>
              <a:avLst/>
              <a:gdLst/>
              <a:ahLst/>
              <a:cxnLst/>
              <a:rect l="l" t="t" r="r" b="b"/>
              <a:pathLst>
                <a:path w="327" h="465" extrusionOk="0">
                  <a:moveTo>
                    <a:pt x="140" y="0"/>
                  </a:moveTo>
                  <a:cubicBezTo>
                    <a:pt x="113" y="0"/>
                    <a:pt x="89" y="21"/>
                    <a:pt x="79" y="48"/>
                  </a:cubicBezTo>
                  <a:lnTo>
                    <a:pt x="79" y="71"/>
                  </a:lnTo>
                  <a:lnTo>
                    <a:pt x="68" y="82"/>
                  </a:lnTo>
                  <a:lnTo>
                    <a:pt x="46" y="138"/>
                  </a:lnTo>
                  <a:cubicBezTo>
                    <a:pt x="23" y="183"/>
                    <a:pt x="1" y="228"/>
                    <a:pt x="1" y="273"/>
                  </a:cubicBezTo>
                  <a:cubicBezTo>
                    <a:pt x="1" y="352"/>
                    <a:pt x="57" y="431"/>
                    <a:pt x="136" y="453"/>
                  </a:cubicBezTo>
                  <a:cubicBezTo>
                    <a:pt x="151" y="461"/>
                    <a:pt x="167" y="465"/>
                    <a:pt x="183" y="465"/>
                  </a:cubicBezTo>
                  <a:cubicBezTo>
                    <a:pt x="211" y="465"/>
                    <a:pt x="237" y="452"/>
                    <a:pt x="259" y="431"/>
                  </a:cubicBezTo>
                  <a:cubicBezTo>
                    <a:pt x="293" y="397"/>
                    <a:pt x="315" y="352"/>
                    <a:pt x="315" y="307"/>
                  </a:cubicBezTo>
                  <a:cubicBezTo>
                    <a:pt x="327" y="273"/>
                    <a:pt x="327" y="228"/>
                    <a:pt x="304" y="183"/>
                  </a:cubicBezTo>
                  <a:cubicBezTo>
                    <a:pt x="293" y="138"/>
                    <a:pt x="259" y="105"/>
                    <a:pt x="214" y="93"/>
                  </a:cubicBezTo>
                  <a:cubicBezTo>
                    <a:pt x="225" y="48"/>
                    <a:pt x="203" y="15"/>
                    <a:pt x="158" y="3"/>
                  </a:cubicBezTo>
                  <a:cubicBezTo>
                    <a:pt x="152" y="1"/>
                    <a:pt x="146" y="0"/>
                    <a:pt x="1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3589;p72"/>
            <p:cNvSpPr/>
            <p:nvPr/>
          </p:nvSpPr>
          <p:spPr>
            <a:xfrm>
              <a:off x="6219354" y="4626696"/>
              <a:ext cx="0" cy="114"/>
            </a:xfrm>
            <a:custGeom>
              <a:avLst/>
              <a:gdLst/>
              <a:ahLst/>
              <a:cxnLst/>
              <a:rect l="l" t="t" r="r" b="b"/>
              <a:pathLst>
                <a:path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3F9CAC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3590;p72"/>
            <p:cNvSpPr/>
            <p:nvPr/>
          </p:nvSpPr>
          <p:spPr>
            <a:xfrm>
              <a:off x="5163485" y="3920381"/>
              <a:ext cx="233811" cy="479376"/>
            </a:xfrm>
            <a:custGeom>
              <a:avLst/>
              <a:gdLst/>
              <a:ahLst/>
              <a:cxnLst/>
              <a:rect l="l" t="t" r="r" b="b"/>
              <a:pathLst>
                <a:path w="2049" h="4201" extrusionOk="0">
                  <a:moveTo>
                    <a:pt x="1928" y="1"/>
                  </a:moveTo>
                  <a:cubicBezTo>
                    <a:pt x="1919" y="1"/>
                    <a:pt x="1910" y="3"/>
                    <a:pt x="1900" y="7"/>
                  </a:cubicBezTo>
                  <a:cubicBezTo>
                    <a:pt x="765" y="546"/>
                    <a:pt x="169" y="1760"/>
                    <a:pt x="34" y="2963"/>
                  </a:cubicBezTo>
                  <a:cubicBezTo>
                    <a:pt x="0" y="3357"/>
                    <a:pt x="0" y="3739"/>
                    <a:pt x="34" y="4133"/>
                  </a:cubicBezTo>
                  <a:cubicBezTo>
                    <a:pt x="34" y="4178"/>
                    <a:pt x="71" y="4200"/>
                    <a:pt x="107" y="4200"/>
                  </a:cubicBezTo>
                  <a:cubicBezTo>
                    <a:pt x="144" y="4200"/>
                    <a:pt x="180" y="4178"/>
                    <a:pt x="180" y="4133"/>
                  </a:cubicBezTo>
                  <a:cubicBezTo>
                    <a:pt x="79" y="2907"/>
                    <a:pt x="293" y="1581"/>
                    <a:pt x="1203" y="670"/>
                  </a:cubicBezTo>
                  <a:cubicBezTo>
                    <a:pt x="1428" y="456"/>
                    <a:pt x="1687" y="265"/>
                    <a:pt x="1979" y="130"/>
                  </a:cubicBezTo>
                  <a:cubicBezTo>
                    <a:pt x="2049" y="101"/>
                    <a:pt x="1996" y="1"/>
                    <a:pt x="1928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3591;p72"/>
            <p:cNvSpPr/>
            <p:nvPr/>
          </p:nvSpPr>
          <p:spPr>
            <a:xfrm>
              <a:off x="5816542" y="3983599"/>
              <a:ext cx="106693" cy="149142"/>
            </a:xfrm>
            <a:custGeom>
              <a:avLst/>
              <a:gdLst/>
              <a:ahLst/>
              <a:cxnLst/>
              <a:rect l="l" t="t" r="r" b="b"/>
              <a:pathLst>
                <a:path w="935" h="1307" extrusionOk="0">
                  <a:moveTo>
                    <a:pt x="95" y="0"/>
                  </a:moveTo>
                  <a:cubicBezTo>
                    <a:pt x="36" y="0"/>
                    <a:pt x="1" y="92"/>
                    <a:pt x="56" y="138"/>
                  </a:cubicBezTo>
                  <a:cubicBezTo>
                    <a:pt x="225" y="262"/>
                    <a:pt x="360" y="431"/>
                    <a:pt x="438" y="622"/>
                  </a:cubicBezTo>
                  <a:cubicBezTo>
                    <a:pt x="562" y="835"/>
                    <a:pt x="674" y="1049"/>
                    <a:pt x="787" y="1274"/>
                  </a:cubicBezTo>
                  <a:cubicBezTo>
                    <a:pt x="800" y="1297"/>
                    <a:pt x="820" y="1307"/>
                    <a:pt x="839" y="1307"/>
                  </a:cubicBezTo>
                  <a:cubicBezTo>
                    <a:pt x="886" y="1307"/>
                    <a:pt x="934" y="1254"/>
                    <a:pt x="911" y="1206"/>
                  </a:cubicBezTo>
                  <a:cubicBezTo>
                    <a:pt x="798" y="970"/>
                    <a:pt x="674" y="734"/>
                    <a:pt x="540" y="509"/>
                  </a:cubicBezTo>
                  <a:cubicBezTo>
                    <a:pt x="450" y="318"/>
                    <a:pt x="303" y="150"/>
                    <a:pt x="135" y="15"/>
                  </a:cubicBezTo>
                  <a:cubicBezTo>
                    <a:pt x="121" y="5"/>
                    <a:pt x="107" y="0"/>
                    <a:pt x="95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2" name="Google Shape;3592;p72"/>
            <p:cNvSpPr/>
            <p:nvPr/>
          </p:nvSpPr>
          <p:spPr>
            <a:xfrm>
              <a:off x="4797873" y="4484889"/>
              <a:ext cx="188624" cy="243168"/>
            </a:xfrm>
            <a:custGeom>
              <a:avLst/>
              <a:gdLst/>
              <a:ahLst/>
              <a:cxnLst/>
              <a:rect l="l" t="t" r="r" b="b"/>
              <a:pathLst>
                <a:path w="1653" h="2131" extrusionOk="0">
                  <a:moveTo>
                    <a:pt x="1464" y="1"/>
                  </a:moveTo>
                  <a:cubicBezTo>
                    <a:pt x="1004" y="1"/>
                    <a:pt x="635" y="358"/>
                    <a:pt x="394" y="726"/>
                  </a:cubicBezTo>
                  <a:cubicBezTo>
                    <a:pt x="146" y="1131"/>
                    <a:pt x="0" y="1625"/>
                    <a:pt x="158" y="2086"/>
                  </a:cubicBezTo>
                  <a:cubicBezTo>
                    <a:pt x="171" y="2117"/>
                    <a:pt x="199" y="2130"/>
                    <a:pt x="227" y="2130"/>
                  </a:cubicBezTo>
                  <a:cubicBezTo>
                    <a:pt x="272" y="2130"/>
                    <a:pt x="318" y="2096"/>
                    <a:pt x="304" y="2041"/>
                  </a:cubicBezTo>
                  <a:cubicBezTo>
                    <a:pt x="158" y="1625"/>
                    <a:pt x="293" y="1187"/>
                    <a:pt x="506" y="827"/>
                  </a:cubicBezTo>
                  <a:cubicBezTo>
                    <a:pt x="716" y="492"/>
                    <a:pt x="1052" y="147"/>
                    <a:pt x="1479" y="147"/>
                  </a:cubicBezTo>
                  <a:cubicBezTo>
                    <a:pt x="1510" y="147"/>
                    <a:pt x="1542" y="149"/>
                    <a:pt x="1574" y="152"/>
                  </a:cubicBezTo>
                  <a:cubicBezTo>
                    <a:pt x="1577" y="153"/>
                    <a:pt x="1580" y="153"/>
                    <a:pt x="1583" y="153"/>
                  </a:cubicBezTo>
                  <a:cubicBezTo>
                    <a:pt x="1653" y="153"/>
                    <a:pt x="1650" y="17"/>
                    <a:pt x="1563" y="6"/>
                  </a:cubicBezTo>
                  <a:cubicBezTo>
                    <a:pt x="1530" y="3"/>
                    <a:pt x="1496" y="1"/>
                    <a:pt x="1464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3" name="Google Shape;3593;p72"/>
            <p:cNvSpPr/>
            <p:nvPr/>
          </p:nvSpPr>
          <p:spPr>
            <a:xfrm>
              <a:off x="5055194" y="4488199"/>
              <a:ext cx="49410" cy="19285"/>
            </a:xfrm>
            <a:custGeom>
              <a:avLst/>
              <a:gdLst/>
              <a:ahLst/>
              <a:cxnLst/>
              <a:rect l="l" t="t" r="r" b="b"/>
              <a:pathLst>
                <a:path w="433" h="169" extrusionOk="0">
                  <a:moveTo>
                    <a:pt x="190" y="0"/>
                  </a:moveTo>
                  <a:cubicBezTo>
                    <a:pt x="155" y="0"/>
                    <a:pt x="119" y="4"/>
                    <a:pt x="84" y="11"/>
                  </a:cubicBezTo>
                  <a:cubicBezTo>
                    <a:pt x="0" y="32"/>
                    <a:pt x="23" y="160"/>
                    <a:pt x="108" y="160"/>
                  </a:cubicBezTo>
                  <a:cubicBezTo>
                    <a:pt x="115" y="160"/>
                    <a:pt x="122" y="159"/>
                    <a:pt x="129" y="157"/>
                  </a:cubicBezTo>
                  <a:lnTo>
                    <a:pt x="331" y="157"/>
                  </a:lnTo>
                  <a:cubicBezTo>
                    <a:pt x="343" y="165"/>
                    <a:pt x="355" y="169"/>
                    <a:pt x="366" y="169"/>
                  </a:cubicBezTo>
                  <a:cubicBezTo>
                    <a:pt x="387" y="169"/>
                    <a:pt x="407" y="156"/>
                    <a:pt x="421" y="135"/>
                  </a:cubicBezTo>
                  <a:cubicBezTo>
                    <a:pt x="432" y="112"/>
                    <a:pt x="421" y="78"/>
                    <a:pt x="399" y="56"/>
                  </a:cubicBezTo>
                  <a:cubicBezTo>
                    <a:pt x="337" y="18"/>
                    <a:pt x="265" y="0"/>
                    <a:pt x="19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3594;p72"/>
            <p:cNvSpPr/>
            <p:nvPr/>
          </p:nvSpPr>
          <p:spPr>
            <a:xfrm>
              <a:off x="4857211" y="4808704"/>
              <a:ext cx="142181" cy="113425"/>
            </a:xfrm>
            <a:custGeom>
              <a:avLst/>
              <a:gdLst/>
              <a:ahLst/>
              <a:cxnLst/>
              <a:rect l="l" t="t" r="r" b="b"/>
              <a:pathLst>
                <a:path w="1246" h="994" extrusionOk="0">
                  <a:moveTo>
                    <a:pt x="97" y="0"/>
                  </a:moveTo>
                  <a:cubicBezTo>
                    <a:pt x="49" y="0"/>
                    <a:pt x="0" y="49"/>
                    <a:pt x="31" y="103"/>
                  </a:cubicBezTo>
                  <a:cubicBezTo>
                    <a:pt x="87" y="238"/>
                    <a:pt x="166" y="361"/>
                    <a:pt x="256" y="485"/>
                  </a:cubicBezTo>
                  <a:cubicBezTo>
                    <a:pt x="346" y="597"/>
                    <a:pt x="447" y="699"/>
                    <a:pt x="582" y="777"/>
                  </a:cubicBezTo>
                  <a:cubicBezTo>
                    <a:pt x="706" y="845"/>
                    <a:pt x="841" y="901"/>
                    <a:pt x="976" y="957"/>
                  </a:cubicBezTo>
                  <a:cubicBezTo>
                    <a:pt x="1015" y="973"/>
                    <a:pt x="1065" y="994"/>
                    <a:pt x="1114" y="994"/>
                  </a:cubicBezTo>
                  <a:cubicBezTo>
                    <a:pt x="1136" y="994"/>
                    <a:pt x="1157" y="990"/>
                    <a:pt x="1178" y="980"/>
                  </a:cubicBezTo>
                  <a:cubicBezTo>
                    <a:pt x="1234" y="946"/>
                    <a:pt x="1245" y="867"/>
                    <a:pt x="1200" y="822"/>
                  </a:cubicBezTo>
                  <a:cubicBezTo>
                    <a:pt x="1183" y="809"/>
                    <a:pt x="1163" y="803"/>
                    <a:pt x="1145" y="803"/>
                  </a:cubicBezTo>
                  <a:cubicBezTo>
                    <a:pt x="1116" y="803"/>
                    <a:pt x="1090" y="818"/>
                    <a:pt x="1077" y="845"/>
                  </a:cubicBezTo>
                  <a:lnTo>
                    <a:pt x="1043" y="834"/>
                  </a:lnTo>
                  <a:lnTo>
                    <a:pt x="964" y="800"/>
                  </a:lnTo>
                  <a:cubicBezTo>
                    <a:pt x="919" y="789"/>
                    <a:pt x="863" y="766"/>
                    <a:pt x="818" y="744"/>
                  </a:cubicBezTo>
                  <a:cubicBezTo>
                    <a:pt x="717" y="699"/>
                    <a:pt x="616" y="642"/>
                    <a:pt x="537" y="575"/>
                  </a:cubicBezTo>
                  <a:cubicBezTo>
                    <a:pt x="368" y="429"/>
                    <a:pt x="234" y="238"/>
                    <a:pt x="155" y="35"/>
                  </a:cubicBezTo>
                  <a:cubicBezTo>
                    <a:pt x="141" y="11"/>
                    <a:pt x="119" y="0"/>
                    <a:pt x="97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3595;p72"/>
            <p:cNvSpPr/>
            <p:nvPr/>
          </p:nvSpPr>
          <p:spPr>
            <a:xfrm>
              <a:off x="6037119" y="4222091"/>
              <a:ext cx="174246" cy="148001"/>
            </a:xfrm>
            <a:custGeom>
              <a:avLst/>
              <a:gdLst/>
              <a:ahLst/>
              <a:cxnLst/>
              <a:rect l="l" t="t" r="r" b="b"/>
              <a:pathLst>
                <a:path w="1527" h="1297" extrusionOk="0">
                  <a:moveTo>
                    <a:pt x="1334" y="0"/>
                  </a:moveTo>
                  <a:cubicBezTo>
                    <a:pt x="1223" y="0"/>
                    <a:pt x="1107" y="59"/>
                    <a:pt x="1012" y="106"/>
                  </a:cubicBezTo>
                  <a:cubicBezTo>
                    <a:pt x="855" y="184"/>
                    <a:pt x="720" y="286"/>
                    <a:pt x="585" y="398"/>
                  </a:cubicBezTo>
                  <a:cubicBezTo>
                    <a:pt x="450" y="511"/>
                    <a:pt x="338" y="645"/>
                    <a:pt x="225" y="780"/>
                  </a:cubicBezTo>
                  <a:cubicBezTo>
                    <a:pt x="135" y="904"/>
                    <a:pt x="1" y="1073"/>
                    <a:pt x="68" y="1253"/>
                  </a:cubicBezTo>
                  <a:cubicBezTo>
                    <a:pt x="81" y="1283"/>
                    <a:pt x="109" y="1297"/>
                    <a:pt x="138" y="1297"/>
                  </a:cubicBezTo>
                  <a:cubicBezTo>
                    <a:pt x="183" y="1297"/>
                    <a:pt x="228" y="1263"/>
                    <a:pt x="214" y="1208"/>
                  </a:cubicBezTo>
                  <a:cubicBezTo>
                    <a:pt x="158" y="1073"/>
                    <a:pt x="293" y="926"/>
                    <a:pt x="372" y="837"/>
                  </a:cubicBezTo>
                  <a:cubicBezTo>
                    <a:pt x="462" y="713"/>
                    <a:pt x="563" y="612"/>
                    <a:pt x="675" y="511"/>
                  </a:cubicBezTo>
                  <a:cubicBezTo>
                    <a:pt x="776" y="421"/>
                    <a:pt x="900" y="342"/>
                    <a:pt x="1024" y="263"/>
                  </a:cubicBezTo>
                  <a:cubicBezTo>
                    <a:pt x="1103" y="219"/>
                    <a:pt x="1223" y="141"/>
                    <a:pt x="1331" y="141"/>
                  </a:cubicBezTo>
                  <a:cubicBezTo>
                    <a:pt x="1361" y="141"/>
                    <a:pt x="1390" y="147"/>
                    <a:pt x="1417" y="162"/>
                  </a:cubicBezTo>
                  <a:cubicBezTo>
                    <a:pt x="1421" y="163"/>
                    <a:pt x="1425" y="163"/>
                    <a:pt x="1429" y="163"/>
                  </a:cubicBezTo>
                  <a:cubicBezTo>
                    <a:pt x="1489" y="163"/>
                    <a:pt x="1526" y="81"/>
                    <a:pt x="1473" y="38"/>
                  </a:cubicBezTo>
                  <a:cubicBezTo>
                    <a:pt x="1429" y="11"/>
                    <a:pt x="1382" y="0"/>
                    <a:pt x="133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6" name="Google Shape;3596;p72"/>
            <p:cNvSpPr/>
            <p:nvPr/>
          </p:nvSpPr>
          <p:spPr>
            <a:xfrm>
              <a:off x="6270590" y="4241490"/>
              <a:ext cx="60478" cy="61619"/>
            </a:xfrm>
            <a:custGeom>
              <a:avLst/>
              <a:gdLst/>
              <a:ahLst/>
              <a:cxnLst/>
              <a:rect l="l" t="t" r="r" b="b"/>
              <a:pathLst>
                <a:path w="530" h="540" extrusionOk="0">
                  <a:moveTo>
                    <a:pt x="83" y="0"/>
                  </a:moveTo>
                  <a:cubicBezTo>
                    <a:pt x="53" y="0"/>
                    <a:pt x="21" y="20"/>
                    <a:pt x="12" y="48"/>
                  </a:cubicBezTo>
                  <a:cubicBezTo>
                    <a:pt x="1" y="82"/>
                    <a:pt x="23" y="127"/>
                    <a:pt x="68" y="138"/>
                  </a:cubicBezTo>
                  <a:lnTo>
                    <a:pt x="79" y="149"/>
                  </a:lnTo>
                  <a:lnTo>
                    <a:pt x="113" y="161"/>
                  </a:lnTo>
                  <a:cubicBezTo>
                    <a:pt x="124" y="172"/>
                    <a:pt x="147" y="183"/>
                    <a:pt x="169" y="194"/>
                  </a:cubicBezTo>
                  <a:lnTo>
                    <a:pt x="181" y="206"/>
                  </a:lnTo>
                  <a:lnTo>
                    <a:pt x="203" y="228"/>
                  </a:lnTo>
                  <a:cubicBezTo>
                    <a:pt x="214" y="239"/>
                    <a:pt x="237" y="262"/>
                    <a:pt x="248" y="273"/>
                  </a:cubicBezTo>
                  <a:lnTo>
                    <a:pt x="271" y="296"/>
                  </a:lnTo>
                  <a:lnTo>
                    <a:pt x="282" y="318"/>
                  </a:lnTo>
                  <a:cubicBezTo>
                    <a:pt x="293" y="329"/>
                    <a:pt x="304" y="352"/>
                    <a:pt x="315" y="374"/>
                  </a:cubicBezTo>
                  <a:cubicBezTo>
                    <a:pt x="327" y="385"/>
                    <a:pt x="327" y="385"/>
                    <a:pt x="338" y="397"/>
                  </a:cubicBezTo>
                  <a:lnTo>
                    <a:pt x="349" y="419"/>
                  </a:lnTo>
                  <a:lnTo>
                    <a:pt x="349" y="430"/>
                  </a:lnTo>
                  <a:lnTo>
                    <a:pt x="349" y="453"/>
                  </a:lnTo>
                  <a:cubicBezTo>
                    <a:pt x="349" y="464"/>
                    <a:pt x="349" y="475"/>
                    <a:pt x="360" y="487"/>
                  </a:cubicBezTo>
                  <a:cubicBezTo>
                    <a:pt x="370" y="523"/>
                    <a:pt x="400" y="540"/>
                    <a:pt x="430" y="540"/>
                  </a:cubicBezTo>
                  <a:cubicBezTo>
                    <a:pt x="474" y="540"/>
                    <a:pt x="520" y="506"/>
                    <a:pt x="507" y="453"/>
                  </a:cubicBezTo>
                  <a:lnTo>
                    <a:pt x="529" y="453"/>
                  </a:lnTo>
                  <a:cubicBezTo>
                    <a:pt x="462" y="251"/>
                    <a:pt x="304" y="82"/>
                    <a:pt x="102" y="3"/>
                  </a:cubicBezTo>
                  <a:cubicBezTo>
                    <a:pt x="96" y="1"/>
                    <a:pt x="90" y="0"/>
                    <a:pt x="83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3597;p72"/>
            <p:cNvSpPr/>
            <p:nvPr/>
          </p:nvSpPr>
          <p:spPr>
            <a:xfrm>
              <a:off x="6407751" y="4106839"/>
              <a:ext cx="322817" cy="312205"/>
            </a:xfrm>
            <a:custGeom>
              <a:avLst/>
              <a:gdLst/>
              <a:ahLst/>
              <a:cxnLst/>
              <a:rect l="l" t="t" r="r" b="b"/>
              <a:pathLst>
                <a:path w="2829" h="2736" extrusionOk="0">
                  <a:moveTo>
                    <a:pt x="2729" y="0"/>
                  </a:moveTo>
                  <a:cubicBezTo>
                    <a:pt x="2724" y="0"/>
                    <a:pt x="2717" y="1"/>
                    <a:pt x="2711" y="3"/>
                  </a:cubicBezTo>
                  <a:cubicBezTo>
                    <a:pt x="2430" y="70"/>
                    <a:pt x="2171" y="216"/>
                    <a:pt x="1958" y="408"/>
                  </a:cubicBezTo>
                  <a:cubicBezTo>
                    <a:pt x="1711" y="621"/>
                    <a:pt x="1474" y="846"/>
                    <a:pt x="1250" y="1093"/>
                  </a:cubicBezTo>
                  <a:cubicBezTo>
                    <a:pt x="1013" y="1341"/>
                    <a:pt x="789" y="1599"/>
                    <a:pt x="564" y="1858"/>
                  </a:cubicBezTo>
                  <a:cubicBezTo>
                    <a:pt x="350" y="2083"/>
                    <a:pt x="170" y="2341"/>
                    <a:pt x="24" y="2622"/>
                  </a:cubicBezTo>
                  <a:cubicBezTo>
                    <a:pt x="1" y="2684"/>
                    <a:pt x="53" y="2736"/>
                    <a:pt x="98" y="2736"/>
                  </a:cubicBezTo>
                  <a:cubicBezTo>
                    <a:pt x="118" y="2736"/>
                    <a:pt x="137" y="2725"/>
                    <a:pt x="148" y="2701"/>
                  </a:cubicBezTo>
                  <a:cubicBezTo>
                    <a:pt x="294" y="2420"/>
                    <a:pt x="474" y="2161"/>
                    <a:pt x="687" y="1925"/>
                  </a:cubicBezTo>
                  <a:cubicBezTo>
                    <a:pt x="890" y="1689"/>
                    <a:pt x="1103" y="1442"/>
                    <a:pt x="1328" y="1217"/>
                  </a:cubicBezTo>
                  <a:cubicBezTo>
                    <a:pt x="1542" y="992"/>
                    <a:pt x="1744" y="767"/>
                    <a:pt x="1980" y="565"/>
                  </a:cubicBezTo>
                  <a:cubicBezTo>
                    <a:pt x="2194" y="363"/>
                    <a:pt x="2453" y="216"/>
                    <a:pt x="2745" y="138"/>
                  </a:cubicBezTo>
                  <a:cubicBezTo>
                    <a:pt x="2828" y="127"/>
                    <a:pt x="2805" y="0"/>
                    <a:pt x="2729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8" name="Google Shape;3598;p72"/>
            <p:cNvSpPr/>
            <p:nvPr/>
          </p:nvSpPr>
          <p:spPr>
            <a:xfrm>
              <a:off x="6844454" y="4067471"/>
              <a:ext cx="189308" cy="35716"/>
            </a:xfrm>
            <a:custGeom>
              <a:avLst/>
              <a:gdLst/>
              <a:ahLst/>
              <a:cxnLst/>
              <a:rect l="l" t="t" r="r" b="b"/>
              <a:pathLst>
                <a:path w="1659" h="313" extrusionOk="0">
                  <a:moveTo>
                    <a:pt x="859" y="1"/>
                  </a:moveTo>
                  <a:cubicBezTo>
                    <a:pt x="601" y="1"/>
                    <a:pt x="338" y="49"/>
                    <a:pt x="87" y="100"/>
                  </a:cubicBezTo>
                  <a:cubicBezTo>
                    <a:pt x="1" y="122"/>
                    <a:pt x="28" y="236"/>
                    <a:pt x="109" y="236"/>
                  </a:cubicBezTo>
                  <a:cubicBezTo>
                    <a:pt x="113" y="236"/>
                    <a:pt x="117" y="236"/>
                    <a:pt x="121" y="235"/>
                  </a:cubicBezTo>
                  <a:cubicBezTo>
                    <a:pt x="359" y="189"/>
                    <a:pt x="609" y="142"/>
                    <a:pt x="854" y="142"/>
                  </a:cubicBezTo>
                  <a:cubicBezTo>
                    <a:pt x="1083" y="142"/>
                    <a:pt x="1308" y="183"/>
                    <a:pt x="1515" y="303"/>
                  </a:cubicBezTo>
                  <a:cubicBezTo>
                    <a:pt x="1528" y="310"/>
                    <a:pt x="1541" y="312"/>
                    <a:pt x="1553" y="312"/>
                  </a:cubicBezTo>
                  <a:cubicBezTo>
                    <a:pt x="1621" y="312"/>
                    <a:pt x="1659" y="217"/>
                    <a:pt x="1582" y="179"/>
                  </a:cubicBezTo>
                  <a:cubicBezTo>
                    <a:pt x="1355" y="46"/>
                    <a:pt x="1109" y="1"/>
                    <a:pt x="859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3599;p72"/>
            <p:cNvSpPr/>
            <p:nvPr/>
          </p:nvSpPr>
          <p:spPr>
            <a:xfrm>
              <a:off x="7078154" y="4173138"/>
              <a:ext cx="76454" cy="245793"/>
            </a:xfrm>
            <a:custGeom>
              <a:avLst/>
              <a:gdLst/>
              <a:ahLst/>
              <a:cxnLst/>
              <a:rect l="l" t="t" r="r" b="b"/>
              <a:pathLst>
                <a:path w="670" h="2154" extrusionOk="0">
                  <a:moveTo>
                    <a:pt x="99" y="1"/>
                  </a:moveTo>
                  <a:cubicBezTo>
                    <a:pt x="51" y="1"/>
                    <a:pt x="0" y="49"/>
                    <a:pt x="40" y="96"/>
                  </a:cubicBezTo>
                  <a:cubicBezTo>
                    <a:pt x="231" y="377"/>
                    <a:pt x="366" y="692"/>
                    <a:pt x="434" y="1018"/>
                  </a:cubicBezTo>
                  <a:cubicBezTo>
                    <a:pt x="501" y="1367"/>
                    <a:pt x="524" y="1726"/>
                    <a:pt x="524" y="2086"/>
                  </a:cubicBezTo>
                  <a:cubicBezTo>
                    <a:pt x="524" y="2131"/>
                    <a:pt x="557" y="2154"/>
                    <a:pt x="591" y="2154"/>
                  </a:cubicBezTo>
                  <a:cubicBezTo>
                    <a:pt x="625" y="2154"/>
                    <a:pt x="659" y="2131"/>
                    <a:pt x="659" y="2086"/>
                  </a:cubicBezTo>
                  <a:cubicBezTo>
                    <a:pt x="670" y="1715"/>
                    <a:pt x="636" y="1344"/>
                    <a:pt x="580" y="984"/>
                  </a:cubicBezTo>
                  <a:cubicBezTo>
                    <a:pt x="501" y="636"/>
                    <a:pt x="366" y="310"/>
                    <a:pt x="153" y="29"/>
                  </a:cubicBezTo>
                  <a:cubicBezTo>
                    <a:pt x="139" y="9"/>
                    <a:pt x="120" y="1"/>
                    <a:pt x="99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3600;p72"/>
            <p:cNvSpPr/>
            <p:nvPr/>
          </p:nvSpPr>
          <p:spPr>
            <a:xfrm>
              <a:off x="7244756" y="4631408"/>
              <a:ext cx="134193" cy="45986"/>
            </a:xfrm>
            <a:custGeom>
              <a:avLst/>
              <a:gdLst/>
              <a:ahLst/>
              <a:cxnLst/>
              <a:rect l="l" t="t" r="r" b="b"/>
              <a:pathLst>
                <a:path w="1176" h="403" extrusionOk="0">
                  <a:moveTo>
                    <a:pt x="554" y="0"/>
                  </a:moveTo>
                  <a:cubicBezTo>
                    <a:pt x="365" y="0"/>
                    <a:pt x="183" y="78"/>
                    <a:pt x="53" y="218"/>
                  </a:cubicBezTo>
                  <a:cubicBezTo>
                    <a:pt x="0" y="270"/>
                    <a:pt x="50" y="336"/>
                    <a:pt x="107" y="336"/>
                  </a:cubicBezTo>
                  <a:cubicBezTo>
                    <a:pt x="123" y="336"/>
                    <a:pt x="139" y="331"/>
                    <a:pt x="154" y="319"/>
                  </a:cubicBezTo>
                  <a:cubicBezTo>
                    <a:pt x="268" y="200"/>
                    <a:pt x="414" y="143"/>
                    <a:pt x="560" y="143"/>
                  </a:cubicBezTo>
                  <a:cubicBezTo>
                    <a:pt x="732" y="143"/>
                    <a:pt x="904" y="223"/>
                    <a:pt x="1020" y="375"/>
                  </a:cubicBezTo>
                  <a:cubicBezTo>
                    <a:pt x="1036" y="395"/>
                    <a:pt x="1058" y="403"/>
                    <a:pt x="1078" y="403"/>
                  </a:cubicBezTo>
                  <a:cubicBezTo>
                    <a:pt x="1128" y="403"/>
                    <a:pt x="1175" y="355"/>
                    <a:pt x="1143" y="307"/>
                  </a:cubicBezTo>
                  <a:cubicBezTo>
                    <a:pt x="1020" y="128"/>
                    <a:pt x="829" y="26"/>
                    <a:pt x="626" y="4"/>
                  </a:cubicBezTo>
                  <a:cubicBezTo>
                    <a:pt x="602" y="1"/>
                    <a:pt x="578" y="0"/>
                    <a:pt x="554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1" name="Google Shape;3601;p72"/>
            <p:cNvSpPr/>
            <p:nvPr/>
          </p:nvSpPr>
          <p:spPr>
            <a:xfrm>
              <a:off x="7387965" y="4737955"/>
              <a:ext cx="27044" cy="82616"/>
            </a:xfrm>
            <a:custGeom>
              <a:avLst/>
              <a:gdLst/>
              <a:ahLst/>
              <a:cxnLst/>
              <a:rect l="l" t="t" r="r" b="b"/>
              <a:pathLst>
                <a:path w="237" h="724" extrusionOk="0">
                  <a:moveTo>
                    <a:pt x="87" y="0"/>
                  </a:moveTo>
                  <a:cubicBezTo>
                    <a:pt x="81" y="0"/>
                    <a:pt x="74" y="1"/>
                    <a:pt x="68" y="3"/>
                  </a:cubicBezTo>
                  <a:cubicBezTo>
                    <a:pt x="35" y="15"/>
                    <a:pt x="12" y="48"/>
                    <a:pt x="23" y="93"/>
                  </a:cubicBezTo>
                  <a:cubicBezTo>
                    <a:pt x="91" y="262"/>
                    <a:pt x="91" y="453"/>
                    <a:pt x="23" y="622"/>
                  </a:cubicBezTo>
                  <a:cubicBezTo>
                    <a:pt x="1" y="655"/>
                    <a:pt x="12" y="689"/>
                    <a:pt x="46" y="712"/>
                  </a:cubicBezTo>
                  <a:cubicBezTo>
                    <a:pt x="58" y="720"/>
                    <a:pt x="71" y="723"/>
                    <a:pt x="84" y="723"/>
                  </a:cubicBezTo>
                  <a:cubicBezTo>
                    <a:pt x="107" y="723"/>
                    <a:pt x="129" y="711"/>
                    <a:pt x="136" y="689"/>
                  </a:cubicBezTo>
                  <a:cubicBezTo>
                    <a:pt x="226" y="487"/>
                    <a:pt x="237" y="262"/>
                    <a:pt x="158" y="48"/>
                  </a:cubicBezTo>
                  <a:cubicBezTo>
                    <a:pt x="149" y="21"/>
                    <a:pt x="117" y="0"/>
                    <a:pt x="87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2" name="Google Shape;3602;p72"/>
            <p:cNvSpPr/>
            <p:nvPr/>
          </p:nvSpPr>
          <p:spPr>
            <a:xfrm>
              <a:off x="7370506" y="4941073"/>
              <a:ext cx="71547" cy="183489"/>
            </a:xfrm>
            <a:custGeom>
              <a:avLst/>
              <a:gdLst/>
              <a:ahLst/>
              <a:cxnLst/>
              <a:rect l="l" t="t" r="r" b="b"/>
              <a:pathLst>
                <a:path w="627" h="1608" extrusionOk="0">
                  <a:moveTo>
                    <a:pt x="212" y="0"/>
                  </a:moveTo>
                  <a:cubicBezTo>
                    <a:pt x="164" y="0"/>
                    <a:pt x="114" y="53"/>
                    <a:pt x="154" y="101"/>
                  </a:cubicBezTo>
                  <a:cubicBezTo>
                    <a:pt x="469" y="517"/>
                    <a:pt x="435" y="1113"/>
                    <a:pt x="53" y="1484"/>
                  </a:cubicBezTo>
                  <a:cubicBezTo>
                    <a:pt x="1" y="1535"/>
                    <a:pt x="49" y="1607"/>
                    <a:pt x="99" y="1607"/>
                  </a:cubicBezTo>
                  <a:cubicBezTo>
                    <a:pt x="114" y="1607"/>
                    <a:pt x="130" y="1600"/>
                    <a:pt x="143" y="1585"/>
                  </a:cubicBezTo>
                  <a:cubicBezTo>
                    <a:pt x="570" y="1169"/>
                    <a:pt x="626" y="506"/>
                    <a:pt x="266" y="33"/>
                  </a:cubicBezTo>
                  <a:cubicBezTo>
                    <a:pt x="253" y="10"/>
                    <a:pt x="233" y="0"/>
                    <a:pt x="212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3" name="Google Shape;3603;p72"/>
            <p:cNvSpPr/>
            <p:nvPr/>
          </p:nvSpPr>
          <p:spPr>
            <a:xfrm>
              <a:off x="7084087" y="5161307"/>
              <a:ext cx="193074" cy="56941"/>
            </a:xfrm>
            <a:custGeom>
              <a:avLst/>
              <a:gdLst/>
              <a:ahLst/>
              <a:cxnLst/>
              <a:rect l="l" t="t" r="r" b="b"/>
              <a:pathLst>
                <a:path w="1692" h="499" extrusionOk="0">
                  <a:moveTo>
                    <a:pt x="88" y="0"/>
                  </a:moveTo>
                  <a:cubicBezTo>
                    <a:pt x="36" y="0"/>
                    <a:pt x="0" y="92"/>
                    <a:pt x="56" y="138"/>
                  </a:cubicBezTo>
                  <a:cubicBezTo>
                    <a:pt x="280" y="318"/>
                    <a:pt x="550" y="442"/>
                    <a:pt x="831" y="487"/>
                  </a:cubicBezTo>
                  <a:cubicBezTo>
                    <a:pt x="879" y="495"/>
                    <a:pt x="927" y="498"/>
                    <a:pt x="975" y="498"/>
                  </a:cubicBezTo>
                  <a:cubicBezTo>
                    <a:pt x="1062" y="498"/>
                    <a:pt x="1149" y="486"/>
                    <a:pt x="1236" y="464"/>
                  </a:cubicBezTo>
                  <a:cubicBezTo>
                    <a:pt x="1371" y="431"/>
                    <a:pt x="1483" y="329"/>
                    <a:pt x="1618" y="284"/>
                  </a:cubicBezTo>
                  <a:cubicBezTo>
                    <a:pt x="1691" y="264"/>
                    <a:pt x="1668" y="147"/>
                    <a:pt x="1593" y="147"/>
                  </a:cubicBezTo>
                  <a:cubicBezTo>
                    <a:pt x="1587" y="147"/>
                    <a:pt x="1580" y="148"/>
                    <a:pt x="1573" y="149"/>
                  </a:cubicBezTo>
                  <a:cubicBezTo>
                    <a:pt x="1461" y="194"/>
                    <a:pt x="1360" y="273"/>
                    <a:pt x="1247" y="318"/>
                  </a:cubicBezTo>
                  <a:cubicBezTo>
                    <a:pt x="1155" y="343"/>
                    <a:pt x="1049" y="356"/>
                    <a:pt x="950" y="356"/>
                  </a:cubicBezTo>
                  <a:cubicBezTo>
                    <a:pt x="917" y="356"/>
                    <a:pt x="885" y="355"/>
                    <a:pt x="854" y="352"/>
                  </a:cubicBezTo>
                  <a:cubicBezTo>
                    <a:pt x="584" y="296"/>
                    <a:pt x="337" y="183"/>
                    <a:pt x="123" y="15"/>
                  </a:cubicBezTo>
                  <a:cubicBezTo>
                    <a:pt x="111" y="5"/>
                    <a:pt x="99" y="0"/>
                    <a:pt x="88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4" name="Google Shape;3604;p72"/>
            <p:cNvSpPr/>
            <p:nvPr/>
          </p:nvSpPr>
          <p:spPr>
            <a:xfrm>
              <a:off x="6350125" y="5031905"/>
              <a:ext cx="174588" cy="220461"/>
            </a:xfrm>
            <a:custGeom>
              <a:avLst/>
              <a:gdLst/>
              <a:ahLst/>
              <a:cxnLst/>
              <a:rect l="l" t="t" r="r" b="b"/>
              <a:pathLst>
                <a:path w="1530" h="1932" extrusionOk="0">
                  <a:moveTo>
                    <a:pt x="181" y="0"/>
                  </a:moveTo>
                  <a:cubicBezTo>
                    <a:pt x="151" y="0"/>
                    <a:pt x="122" y="17"/>
                    <a:pt x="113" y="58"/>
                  </a:cubicBezTo>
                  <a:cubicBezTo>
                    <a:pt x="1" y="474"/>
                    <a:pt x="237" y="823"/>
                    <a:pt x="462" y="1149"/>
                  </a:cubicBezTo>
                  <a:cubicBezTo>
                    <a:pt x="563" y="1306"/>
                    <a:pt x="675" y="1441"/>
                    <a:pt x="810" y="1565"/>
                  </a:cubicBezTo>
                  <a:cubicBezTo>
                    <a:pt x="878" y="1632"/>
                    <a:pt x="945" y="1677"/>
                    <a:pt x="1013" y="1722"/>
                  </a:cubicBezTo>
                  <a:cubicBezTo>
                    <a:pt x="1058" y="1756"/>
                    <a:pt x="1102" y="1778"/>
                    <a:pt x="1147" y="1801"/>
                  </a:cubicBezTo>
                  <a:lnTo>
                    <a:pt x="1192" y="1823"/>
                  </a:lnTo>
                  <a:lnTo>
                    <a:pt x="1226" y="1834"/>
                  </a:lnTo>
                  <a:cubicBezTo>
                    <a:pt x="1226" y="1834"/>
                    <a:pt x="1237" y="1846"/>
                    <a:pt x="1249" y="1846"/>
                  </a:cubicBezTo>
                  <a:cubicBezTo>
                    <a:pt x="1232" y="1894"/>
                    <a:pt x="1269" y="1931"/>
                    <a:pt x="1311" y="1931"/>
                  </a:cubicBezTo>
                  <a:cubicBezTo>
                    <a:pt x="1328" y="1931"/>
                    <a:pt x="1345" y="1926"/>
                    <a:pt x="1361" y="1913"/>
                  </a:cubicBezTo>
                  <a:cubicBezTo>
                    <a:pt x="1530" y="1767"/>
                    <a:pt x="1215" y="1677"/>
                    <a:pt x="1136" y="1632"/>
                  </a:cubicBezTo>
                  <a:cubicBezTo>
                    <a:pt x="968" y="1531"/>
                    <a:pt x="821" y="1396"/>
                    <a:pt x="709" y="1238"/>
                  </a:cubicBezTo>
                  <a:cubicBezTo>
                    <a:pt x="585" y="1081"/>
                    <a:pt x="473" y="912"/>
                    <a:pt x="372" y="744"/>
                  </a:cubicBezTo>
                  <a:cubicBezTo>
                    <a:pt x="248" y="553"/>
                    <a:pt x="203" y="317"/>
                    <a:pt x="259" y="92"/>
                  </a:cubicBezTo>
                  <a:cubicBezTo>
                    <a:pt x="273" y="38"/>
                    <a:pt x="226" y="0"/>
                    <a:pt x="181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5" name="Google Shape;3605;p72"/>
            <p:cNvSpPr/>
            <p:nvPr/>
          </p:nvSpPr>
          <p:spPr>
            <a:xfrm>
              <a:off x="6662561" y="5236050"/>
              <a:ext cx="150283" cy="57055"/>
            </a:xfrm>
            <a:custGeom>
              <a:avLst/>
              <a:gdLst/>
              <a:ahLst/>
              <a:cxnLst/>
              <a:rect l="l" t="t" r="r" b="b"/>
              <a:pathLst>
                <a:path w="1317" h="500" extrusionOk="0">
                  <a:moveTo>
                    <a:pt x="1214" y="1"/>
                  </a:moveTo>
                  <a:cubicBezTo>
                    <a:pt x="1197" y="1"/>
                    <a:pt x="1180" y="7"/>
                    <a:pt x="1164" y="23"/>
                  </a:cubicBezTo>
                  <a:cubicBezTo>
                    <a:pt x="951" y="236"/>
                    <a:pt x="653" y="351"/>
                    <a:pt x="355" y="351"/>
                  </a:cubicBezTo>
                  <a:cubicBezTo>
                    <a:pt x="275" y="351"/>
                    <a:pt x="196" y="343"/>
                    <a:pt x="118" y="326"/>
                  </a:cubicBezTo>
                  <a:cubicBezTo>
                    <a:pt x="111" y="325"/>
                    <a:pt x="105" y="324"/>
                    <a:pt x="99" y="324"/>
                  </a:cubicBezTo>
                  <a:cubicBezTo>
                    <a:pt x="24" y="324"/>
                    <a:pt x="1" y="441"/>
                    <a:pt x="73" y="473"/>
                  </a:cubicBezTo>
                  <a:cubicBezTo>
                    <a:pt x="161" y="491"/>
                    <a:pt x="250" y="500"/>
                    <a:pt x="338" y="500"/>
                  </a:cubicBezTo>
                  <a:cubicBezTo>
                    <a:pt x="679" y="500"/>
                    <a:pt x="1015" y="365"/>
                    <a:pt x="1265" y="124"/>
                  </a:cubicBezTo>
                  <a:cubicBezTo>
                    <a:pt x="1317" y="72"/>
                    <a:pt x="1269" y="1"/>
                    <a:pt x="1214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6" name="Google Shape;3606;p72"/>
            <p:cNvSpPr/>
            <p:nvPr/>
          </p:nvSpPr>
          <p:spPr>
            <a:xfrm>
              <a:off x="6883823" y="5100030"/>
              <a:ext cx="33434" cy="41194"/>
            </a:xfrm>
            <a:custGeom>
              <a:avLst/>
              <a:gdLst/>
              <a:ahLst/>
              <a:cxnLst/>
              <a:rect l="l" t="t" r="r" b="b"/>
              <a:pathLst>
                <a:path w="293" h="361" extrusionOk="0">
                  <a:moveTo>
                    <a:pt x="210" y="0"/>
                  </a:moveTo>
                  <a:cubicBezTo>
                    <a:pt x="187" y="0"/>
                    <a:pt x="165" y="13"/>
                    <a:pt x="158" y="34"/>
                  </a:cubicBezTo>
                  <a:lnTo>
                    <a:pt x="23" y="259"/>
                  </a:lnTo>
                  <a:cubicBezTo>
                    <a:pt x="1" y="293"/>
                    <a:pt x="12" y="327"/>
                    <a:pt x="46" y="349"/>
                  </a:cubicBezTo>
                  <a:cubicBezTo>
                    <a:pt x="58" y="357"/>
                    <a:pt x="71" y="361"/>
                    <a:pt x="84" y="361"/>
                  </a:cubicBezTo>
                  <a:cubicBezTo>
                    <a:pt x="108" y="361"/>
                    <a:pt x="132" y="348"/>
                    <a:pt x="147" y="327"/>
                  </a:cubicBezTo>
                  <a:lnTo>
                    <a:pt x="270" y="113"/>
                  </a:lnTo>
                  <a:cubicBezTo>
                    <a:pt x="293" y="79"/>
                    <a:pt x="282" y="34"/>
                    <a:pt x="248" y="12"/>
                  </a:cubicBezTo>
                  <a:cubicBezTo>
                    <a:pt x="236" y="4"/>
                    <a:pt x="223" y="0"/>
                    <a:pt x="21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7" name="Google Shape;3607;p72"/>
            <p:cNvSpPr/>
            <p:nvPr/>
          </p:nvSpPr>
          <p:spPr>
            <a:xfrm>
              <a:off x="5872913" y="4951571"/>
              <a:ext cx="146403" cy="208935"/>
            </a:xfrm>
            <a:custGeom>
              <a:avLst/>
              <a:gdLst/>
              <a:ahLst/>
              <a:cxnLst/>
              <a:rect l="l" t="t" r="r" b="b"/>
              <a:pathLst>
                <a:path w="1283" h="1831" extrusionOk="0">
                  <a:moveTo>
                    <a:pt x="123" y="1"/>
                  </a:moveTo>
                  <a:cubicBezTo>
                    <a:pt x="94" y="1"/>
                    <a:pt x="66" y="17"/>
                    <a:pt x="57" y="54"/>
                  </a:cubicBezTo>
                  <a:cubicBezTo>
                    <a:pt x="1" y="447"/>
                    <a:pt x="113" y="852"/>
                    <a:pt x="372" y="1156"/>
                  </a:cubicBezTo>
                  <a:cubicBezTo>
                    <a:pt x="495" y="1313"/>
                    <a:pt x="619" y="1459"/>
                    <a:pt x="754" y="1594"/>
                  </a:cubicBezTo>
                  <a:cubicBezTo>
                    <a:pt x="855" y="1740"/>
                    <a:pt x="1012" y="1819"/>
                    <a:pt x="1181" y="1830"/>
                  </a:cubicBezTo>
                  <a:cubicBezTo>
                    <a:pt x="1278" y="1830"/>
                    <a:pt x="1282" y="1695"/>
                    <a:pt x="1202" y="1695"/>
                  </a:cubicBezTo>
                  <a:cubicBezTo>
                    <a:pt x="1199" y="1695"/>
                    <a:pt x="1196" y="1695"/>
                    <a:pt x="1192" y="1695"/>
                  </a:cubicBezTo>
                  <a:cubicBezTo>
                    <a:pt x="1035" y="1695"/>
                    <a:pt x="911" y="1571"/>
                    <a:pt x="810" y="1459"/>
                  </a:cubicBezTo>
                  <a:cubicBezTo>
                    <a:pt x="698" y="1335"/>
                    <a:pt x="585" y="1200"/>
                    <a:pt x="484" y="1066"/>
                  </a:cubicBezTo>
                  <a:cubicBezTo>
                    <a:pt x="282" y="785"/>
                    <a:pt x="124" y="436"/>
                    <a:pt x="203" y="87"/>
                  </a:cubicBezTo>
                  <a:cubicBezTo>
                    <a:pt x="210" y="34"/>
                    <a:pt x="165" y="1"/>
                    <a:pt x="123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8" name="Google Shape;3608;p72"/>
            <p:cNvSpPr/>
            <p:nvPr/>
          </p:nvSpPr>
          <p:spPr>
            <a:xfrm>
              <a:off x="5295625" y="4870438"/>
              <a:ext cx="147658" cy="230959"/>
            </a:xfrm>
            <a:custGeom>
              <a:avLst/>
              <a:gdLst/>
              <a:ahLst/>
              <a:cxnLst/>
              <a:rect l="l" t="t" r="r" b="b"/>
              <a:pathLst>
                <a:path w="1294" h="2024" extrusionOk="0">
                  <a:moveTo>
                    <a:pt x="107" y="0"/>
                  </a:moveTo>
                  <a:cubicBezTo>
                    <a:pt x="71" y="0"/>
                    <a:pt x="34" y="23"/>
                    <a:pt x="34" y="68"/>
                  </a:cubicBezTo>
                  <a:cubicBezTo>
                    <a:pt x="0" y="495"/>
                    <a:pt x="102" y="922"/>
                    <a:pt x="315" y="1293"/>
                  </a:cubicBezTo>
                  <a:cubicBezTo>
                    <a:pt x="495" y="1619"/>
                    <a:pt x="787" y="1855"/>
                    <a:pt x="1147" y="1945"/>
                  </a:cubicBezTo>
                  <a:lnTo>
                    <a:pt x="1147" y="1956"/>
                  </a:lnTo>
                  <a:cubicBezTo>
                    <a:pt x="1147" y="2001"/>
                    <a:pt x="1181" y="2024"/>
                    <a:pt x="1215" y="2024"/>
                  </a:cubicBezTo>
                  <a:cubicBezTo>
                    <a:pt x="1248" y="2024"/>
                    <a:pt x="1282" y="2001"/>
                    <a:pt x="1282" y="1956"/>
                  </a:cubicBezTo>
                  <a:lnTo>
                    <a:pt x="1293" y="1900"/>
                  </a:lnTo>
                  <a:cubicBezTo>
                    <a:pt x="1293" y="1867"/>
                    <a:pt x="1271" y="1833"/>
                    <a:pt x="1237" y="1833"/>
                  </a:cubicBezTo>
                  <a:cubicBezTo>
                    <a:pt x="889" y="1743"/>
                    <a:pt x="596" y="1518"/>
                    <a:pt x="428" y="1203"/>
                  </a:cubicBezTo>
                  <a:cubicBezTo>
                    <a:pt x="237" y="855"/>
                    <a:pt x="147" y="461"/>
                    <a:pt x="180" y="68"/>
                  </a:cubicBezTo>
                  <a:cubicBezTo>
                    <a:pt x="180" y="23"/>
                    <a:pt x="144" y="0"/>
                    <a:pt x="107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9" name="Google Shape;3609;p72"/>
            <p:cNvSpPr/>
            <p:nvPr/>
          </p:nvSpPr>
          <p:spPr>
            <a:xfrm>
              <a:off x="5549066" y="5058379"/>
              <a:ext cx="172306" cy="59680"/>
            </a:xfrm>
            <a:custGeom>
              <a:avLst/>
              <a:gdLst/>
              <a:ahLst/>
              <a:cxnLst/>
              <a:rect l="l" t="t" r="r" b="b"/>
              <a:pathLst>
                <a:path w="1510" h="523" extrusionOk="0">
                  <a:moveTo>
                    <a:pt x="1398" y="1"/>
                  </a:moveTo>
                  <a:cubicBezTo>
                    <a:pt x="1383" y="1"/>
                    <a:pt x="1368" y="6"/>
                    <a:pt x="1355" y="17"/>
                  </a:cubicBezTo>
                  <a:cubicBezTo>
                    <a:pt x="1068" y="257"/>
                    <a:pt x="713" y="384"/>
                    <a:pt x="353" y="384"/>
                  </a:cubicBezTo>
                  <a:cubicBezTo>
                    <a:pt x="275" y="384"/>
                    <a:pt x="196" y="378"/>
                    <a:pt x="118" y="366"/>
                  </a:cubicBezTo>
                  <a:cubicBezTo>
                    <a:pt x="111" y="364"/>
                    <a:pt x="104" y="363"/>
                    <a:pt x="98" y="363"/>
                  </a:cubicBezTo>
                  <a:cubicBezTo>
                    <a:pt x="23" y="363"/>
                    <a:pt x="0" y="480"/>
                    <a:pt x="73" y="501"/>
                  </a:cubicBezTo>
                  <a:cubicBezTo>
                    <a:pt x="165" y="515"/>
                    <a:pt x="258" y="523"/>
                    <a:pt x="351" y="523"/>
                  </a:cubicBezTo>
                  <a:cubicBezTo>
                    <a:pt x="752" y="523"/>
                    <a:pt x="1145" y="386"/>
                    <a:pt x="1456" y="130"/>
                  </a:cubicBezTo>
                  <a:cubicBezTo>
                    <a:pt x="1509" y="76"/>
                    <a:pt x="1456" y="1"/>
                    <a:pt x="1398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0" name="Google Shape;3610;p72"/>
            <p:cNvSpPr/>
            <p:nvPr/>
          </p:nvSpPr>
          <p:spPr>
            <a:xfrm>
              <a:off x="5769529" y="4951229"/>
              <a:ext cx="54773" cy="78964"/>
            </a:xfrm>
            <a:custGeom>
              <a:avLst/>
              <a:gdLst/>
              <a:ahLst/>
              <a:cxnLst/>
              <a:rect l="l" t="t" r="r" b="b"/>
              <a:pathLst>
                <a:path w="480" h="692" extrusionOk="0">
                  <a:moveTo>
                    <a:pt x="380" y="0"/>
                  </a:moveTo>
                  <a:cubicBezTo>
                    <a:pt x="356" y="0"/>
                    <a:pt x="336" y="12"/>
                    <a:pt x="322" y="34"/>
                  </a:cubicBezTo>
                  <a:cubicBezTo>
                    <a:pt x="311" y="57"/>
                    <a:pt x="311" y="79"/>
                    <a:pt x="322" y="113"/>
                  </a:cubicBezTo>
                  <a:cubicBezTo>
                    <a:pt x="311" y="135"/>
                    <a:pt x="288" y="158"/>
                    <a:pt x="277" y="180"/>
                  </a:cubicBezTo>
                  <a:lnTo>
                    <a:pt x="198" y="315"/>
                  </a:lnTo>
                  <a:lnTo>
                    <a:pt x="41" y="585"/>
                  </a:lnTo>
                  <a:cubicBezTo>
                    <a:pt x="1" y="641"/>
                    <a:pt x="52" y="692"/>
                    <a:pt x="101" y="692"/>
                  </a:cubicBezTo>
                  <a:cubicBezTo>
                    <a:pt x="121" y="692"/>
                    <a:pt x="140" y="683"/>
                    <a:pt x="153" y="664"/>
                  </a:cubicBezTo>
                  <a:lnTo>
                    <a:pt x="356" y="327"/>
                  </a:lnTo>
                  <a:cubicBezTo>
                    <a:pt x="389" y="282"/>
                    <a:pt x="423" y="225"/>
                    <a:pt x="446" y="180"/>
                  </a:cubicBezTo>
                  <a:cubicBezTo>
                    <a:pt x="479" y="124"/>
                    <a:pt x="468" y="46"/>
                    <a:pt x="423" y="12"/>
                  </a:cubicBezTo>
                  <a:cubicBezTo>
                    <a:pt x="407" y="4"/>
                    <a:pt x="393" y="0"/>
                    <a:pt x="380" y="0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11" name="Google Shape;3611;p72"/>
          <p:cNvGrpSpPr/>
          <p:nvPr/>
        </p:nvGrpSpPr>
        <p:grpSpPr>
          <a:xfrm>
            <a:off x="264700" y="1445026"/>
            <a:ext cx="168361" cy="263393"/>
            <a:chOff x="541375" y="1934701"/>
            <a:chExt cx="168361" cy="263393"/>
          </a:xfrm>
        </p:grpSpPr>
        <p:sp>
          <p:nvSpPr>
            <p:cNvPr id="3612" name="Google Shape;3612;p72"/>
            <p:cNvSpPr/>
            <p:nvPr/>
          </p:nvSpPr>
          <p:spPr>
            <a:xfrm>
              <a:off x="541375" y="1934701"/>
              <a:ext cx="168361" cy="263393"/>
            </a:xfrm>
            <a:custGeom>
              <a:avLst/>
              <a:gdLst/>
              <a:ahLst/>
              <a:cxnLst/>
              <a:rect l="l" t="t" r="r" b="b"/>
              <a:pathLst>
                <a:path w="1024" h="1602" extrusionOk="0">
                  <a:moveTo>
                    <a:pt x="608" y="0"/>
                  </a:moveTo>
                  <a:cubicBezTo>
                    <a:pt x="608" y="0"/>
                    <a:pt x="1" y="697"/>
                    <a:pt x="237" y="1270"/>
                  </a:cubicBezTo>
                  <a:cubicBezTo>
                    <a:pt x="332" y="1502"/>
                    <a:pt x="473" y="1602"/>
                    <a:pt x="609" y="1602"/>
                  </a:cubicBezTo>
                  <a:cubicBezTo>
                    <a:pt x="808" y="1602"/>
                    <a:pt x="995" y="1385"/>
                    <a:pt x="1001" y="1057"/>
                  </a:cubicBezTo>
                  <a:cubicBezTo>
                    <a:pt x="1024" y="506"/>
                    <a:pt x="608" y="0"/>
                    <a:pt x="60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3" name="Google Shape;3613;p72"/>
            <p:cNvSpPr/>
            <p:nvPr/>
          </p:nvSpPr>
          <p:spPr>
            <a:xfrm>
              <a:off x="607963" y="2015922"/>
              <a:ext cx="40775" cy="105554"/>
            </a:xfrm>
            <a:custGeom>
              <a:avLst/>
              <a:gdLst/>
              <a:ahLst/>
              <a:cxnLst/>
              <a:rect l="l" t="t" r="r" b="b"/>
              <a:pathLst>
                <a:path w="248" h="642" extrusionOk="0">
                  <a:moveTo>
                    <a:pt x="165" y="0"/>
                  </a:moveTo>
                  <a:cubicBezTo>
                    <a:pt x="141" y="0"/>
                    <a:pt x="120" y="13"/>
                    <a:pt x="113" y="34"/>
                  </a:cubicBezTo>
                  <a:cubicBezTo>
                    <a:pt x="23" y="203"/>
                    <a:pt x="0" y="405"/>
                    <a:pt x="45" y="597"/>
                  </a:cubicBezTo>
                  <a:cubicBezTo>
                    <a:pt x="59" y="628"/>
                    <a:pt x="85" y="641"/>
                    <a:pt x="110" y="641"/>
                  </a:cubicBezTo>
                  <a:cubicBezTo>
                    <a:pt x="149" y="641"/>
                    <a:pt x="187" y="610"/>
                    <a:pt x="180" y="563"/>
                  </a:cubicBezTo>
                  <a:cubicBezTo>
                    <a:pt x="135" y="405"/>
                    <a:pt x="158" y="248"/>
                    <a:pt x="225" y="102"/>
                  </a:cubicBezTo>
                  <a:cubicBezTo>
                    <a:pt x="248" y="68"/>
                    <a:pt x="237" y="23"/>
                    <a:pt x="203" y="12"/>
                  </a:cubicBezTo>
                  <a:cubicBezTo>
                    <a:pt x="191" y="4"/>
                    <a:pt x="178" y="0"/>
                    <a:pt x="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14" name="Google Shape;3614;p72"/>
          <p:cNvGrpSpPr/>
          <p:nvPr/>
        </p:nvGrpSpPr>
        <p:grpSpPr>
          <a:xfrm>
            <a:off x="700987" y="1854941"/>
            <a:ext cx="170170" cy="263393"/>
            <a:chOff x="1223537" y="2032528"/>
            <a:chExt cx="170170" cy="263393"/>
          </a:xfrm>
        </p:grpSpPr>
        <p:sp>
          <p:nvSpPr>
            <p:cNvPr id="3615" name="Google Shape;3615;p72"/>
            <p:cNvSpPr/>
            <p:nvPr/>
          </p:nvSpPr>
          <p:spPr>
            <a:xfrm>
              <a:off x="1223537" y="2032528"/>
              <a:ext cx="170170" cy="263393"/>
            </a:xfrm>
            <a:custGeom>
              <a:avLst/>
              <a:gdLst/>
              <a:ahLst/>
              <a:cxnLst/>
              <a:rect l="l" t="t" r="r" b="b"/>
              <a:pathLst>
                <a:path w="1035" h="1602" extrusionOk="0">
                  <a:moveTo>
                    <a:pt x="619" y="1"/>
                  </a:moveTo>
                  <a:cubicBezTo>
                    <a:pt x="619" y="1"/>
                    <a:pt x="0" y="698"/>
                    <a:pt x="236" y="1271"/>
                  </a:cubicBezTo>
                  <a:cubicBezTo>
                    <a:pt x="336" y="1502"/>
                    <a:pt x="477" y="1602"/>
                    <a:pt x="612" y="1602"/>
                  </a:cubicBezTo>
                  <a:cubicBezTo>
                    <a:pt x="813" y="1602"/>
                    <a:pt x="999" y="1382"/>
                    <a:pt x="1012" y="1046"/>
                  </a:cubicBezTo>
                  <a:cubicBezTo>
                    <a:pt x="1035" y="496"/>
                    <a:pt x="619" y="1"/>
                    <a:pt x="6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6" name="Google Shape;3616;p72"/>
            <p:cNvSpPr/>
            <p:nvPr/>
          </p:nvSpPr>
          <p:spPr>
            <a:xfrm>
              <a:off x="1278945" y="2117202"/>
              <a:ext cx="37158" cy="115913"/>
            </a:xfrm>
            <a:custGeom>
              <a:avLst/>
              <a:gdLst/>
              <a:ahLst/>
              <a:cxnLst/>
              <a:rect l="l" t="t" r="r" b="b"/>
              <a:pathLst>
                <a:path w="226" h="705" extrusionOk="0">
                  <a:moveTo>
                    <a:pt x="151" y="0"/>
                  </a:moveTo>
                  <a:cubicBezTo>
                    <a:pt x="124" y="0"/>
                    <a:pt x="100" y="20"/>
                    <a:pt x="90" y="48"/>
                  </a:cubicBezTo>
                  <a:cubicBezTo>
                    <a:pt x="12" y="250"/>
                    <a:pt x="0" y="453"/>
                    <a:pt x="45" y="655"/>
                  </a:cubicBezTo>
                  <a:cubicBezTo>
                    <a:pt x="54" y="690"/>
                    <a:pt x="76" y="704"/>
                    <a:pt x="101" y="704"/>
                  </a:cubicBezTo>
                  <a:cubicBezTo>
                    <a:pt x="108" y="704"/>
                    <a:pt x="116" y="703"/>
                    <a:pt x="124" y="700"/>
                  </a:cubicBezTo>
                  <a:cubicBezTo>
                    <a:pt x="158" y="700"/>
                    <a:pt x="180" y="655"/>
                    <a:pt x="169" y="621"/>
                  </a:cubicBezTo>
                  <a:cubicBezTo>
                    <a:pt x="135" y="442"/>
                    <a:pt x="147" y="262"/>
                    <a:pt x="214" y="82"/>
                  </a:cubicBezTo>
                  <a:cubicBezTo>
                    <a:pt x="225" y="48"/>
                    <a:pt x="203" y="14"/>
                    <a:pt x="169" y="3"/>
                  </a:cubicBezTo>
                  <a:cubicBezTo>
                    <a:pt x="163" y="1"/>
                    <a:pt x="157" y="0"/>
                    <a:pt x="1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17" name="Google Shape;3617;p72"/>
          <p:cNvGrpSpPr/>
          <p:nvPr/>
        </p:nvGrpSpPr>
        <p:grpSpPr>
          <a:xfrm>
            <a:off x="630925" y="3187225"/>
            <a:ext cx="168361" cy="261749"/>
            <a:chOff x="1877913" y="1847725"/>
            <a:chExt cx="168361" cy="261749"/>
          </a:xfrm>
        </p:grpSpPr>
        <p:sp>
          <p:nvSpPr>
            <p:cNvPr id="3618" name="Google Shape;3618;p72"/>
            <p:cNvSpPr/>
            <p:nvPr/>
          </p:nvSpPr>
          <p:spPr>
            <a:xfrm>
              <a:off x="1877913" y="1847725"/>
              <a:ext cx="168361" cy="261749"/>
            </a:xfrm>
            <a:custGeom>
              <a:avLst/>
              <a:gdLst/>
              <a:ahLst/>
              <a:cxnLst/>
              <a:rect l="l" t="t" r="r" b="b"/>
              <a:pathLst>
                <a:path w="1024" h="1592" extrusionOk="0">
                  <a:moveTo>
                    <a:pt x="607" y="1"/>
                  </a:moveTo>
                  <a:cubicBezTo>
                    <a:pt x="607" y="1"/>
                    <a:pt x="0" y="698"/>
                    <a:pt x="236" y="1260"/>
                  </a:cubicBezTo>
                  <a:cubicBezTo>
                    <a:pt x="332" y="1492"/>
                    <a:pt x="473" y="1591"/>
                    <a:pt x="609" y="1591"/>
                  </a:cubicBezTo>
                  <a:cubicBezTo>
                    <a:pt x="809" y="1591"/>
                    <a:pt x="998" y="1375"/>
                    <a:pt x="1012" y="1046"/>
                  </a:cubicBezTo>
                  <a:cubicBezTo>
                    <a:pt x="1023" y="495"/>
                    <a:pt x="607" y="1"/>
                    <a:pt x="6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9" name="Google Shape;3619;p72"/>
            <p:cNvSpPr/>
            <p:nvPr/>
          </p:nvSpPr>
          <p:spPr>
            <a:xfrm>
              <a:off x="1925922" y="1932728"/>
              <a:ext cx="48174" cy="106048"/>
            </a:xfrm>
            <a:custGeom>
              <a:avLst/>
              <a:gdLst/>
              <a:ahLst/>
              <a:cxnLst/>
              <a:rect l="l" t="t" r="r" b="b"/>
              <a:pathLst>
                <a:path w="293" h="645" extrusionOk="0">
                  <a:moveTo>
                    <a:pt x="210" y="0"/>
                  </a:moveTo>
                  <a:cubicBezTo>
                    <a:pt x="186" y="0"/>
                    <a:pt x="165" y="13"/>
                    <a:pt x="158" y="35"/>
                  </a:cubicBezTo>
                  <a:cubicBezTo>
                    <a:pt x="34" y="192"/>
                    <a:pt x="0" y="406"/>
                    <a:pt x="57" y="597"/>
                  </a:cubicBezTo>
                  <a:cubicBezTo>
                    <a:pt x="66" y="624"/>
                    <a:pt x="98" y="645"/>
                    <a:pt x="128" y="645"/>
                  </a:cubicBezTo>
                  <a:cubicBezTo>
                    <a:pt x="134" y="645"/>
                    <a:pt x="141" y="644"/>
                    <a:pt x="146" y="642"/>
                  </a:cubicBezTo>
                  <a:cubicBezTo>
                    <a:pt x="180" y="630"/>
                    <a:pt x="203" y="597"/>
                    <a:pt x="191" y="563"/>
                  </a:cubicBezTo>
                  <a:cubicBezTo>
                    <a:pt x="146" y="406"/>
                    <a:pt x="169" y="237"/>
                    <a:pt x="270" y="102"/>
                  </a:cubicBezTo>
                  <a:cubicBezTo>
                    <a:pt x="293" y="68"/>
                    <a:pt x="281" y="35"/>
                    <a:pt x="248" y="12"/>
                  </a:cubicBezTo>
                  <a:cubicBezTo>
                    <a:pt x="236" y="4"/>
                    <a:pt x="222" y="0"/>
                    <a:pt x="2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20" name="Google Shape;3620;p72"/>
          <p:cNvGrpSpPr/>
          <p:nvPr/>
        </p:nvGrpSpPr>
        <p:grpSpPr>
          <a:xfrm>
            <a:off x="1523168" y="2017447"/>
            <a:ext cx="170170" cy="262078"/>
            <a:chOff x="1240143" y="2855097"/>
            <a:chExt cx="170170" cy="262078"/>
          </a:xfrm>
        </p:grpSpPr>
        <p:sp>
          <p:nvSpPr>
            <p:cNvPr id="3621" name="Google Shape;3621;p72"/>
            <p:cNvSpPr/>
            <p:nvPr/>
          </p:nvSpPr>
          <p:spPr>
            <a:xfrm>
              <a:off x="1240143" y="2855097"/>
              <a:ext cx="170170" cy="262078"/>
            </a:xfrm>
            <a:custGeom>
              <a:avLst/>
              <a:gdLst/>
              <a:ahLst/>
              <a:cxnLst/>
              <a:rect l="l" t="t" r="r" b="b"/>
              <a:pathLst>
                <a:path w="1035" h="1594" extrusionOk="0">
                  <a:moveTo>
                    <a:pt x="619" y="1"/>
                  </a:moveTo>
                  <a:cubicBezTo>
                    <a:pt x="619" y="1"/>
                    <a:pt x="0" y="698"/>
                    <a:pt x="236" y="1271"/>
                  </a:cubicBezTo>
                  <a:cubicBezTo>
                    <a:pt x="331" y="1496"/>
                    <a:pt x="471" y="1594"/>
                    <a:pt x="606" y="1594"/>
                  </a:cubicBezTo>
                  <a:cubicBezTo>
                    <a:pt x="808" y="1594"/>
                    <a:pt x="999" y="1376"/>
                    <a:pt x="1012" y="1046"/>
                  </a:cubicBezTo>
                  <a:cubicBezTo>
                    <a:pt x="1035" y="495"/>
                    <a:pt x="619" y="1"/>
                    <a:pt x="6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2" name="Google Shape;3622;p72"/>
            <p:cNvSpPr/>
            <p:nvPr/>
          </p:nvSpPr>
          <p:spPr>
            <a:xfrm>
              <a:off x="1299333" y="2938949"/>
              <a:ext cx="33705" cy="118379"/>
            </a:xfrm>
            <a:custGeom>
              <a:avLst/>
              <a:gdLst/>
              <a:ahLst/>
              <a:cxnLst/>
              <a:rect l="l" t="t" r="r" b="b"/>
              <a:pathLst>
                <a:path w="205" h="720" extrusionOk="0">
                  <a:moveTo>
                    <a:pt x="122" y="0"/>
                  </a:moveTo>
                  <a:cubicBezTo>
                    <a:pt x="94" y="0"/>
                    <a:pt x="66" y="16"/>
                    <a:pt x="56" y="53"/>
                  </a:cubicBezTo>
                  <a:cubicBezTo>
                    <a:pt x="23" y="177"/>
                    <a:pt x="0" y="312"/>
                    <a:pt x="0" y="435"/>
                  </a:cubicBezTo>
                  <a:cubicBezTo>
                    <a:pt x="0" y="536"/>
                    <a:pt x="0" y="694"/>
                    <a:pt x="113" y="716"/>
                  </a:cubicBezTo>
                  <a:cubicBezTo>
                    <a:pt x="119" y="718"/>
                    <a:pt x="125" y="719"/>
                    <a:pt x="131" y="719"/>
                  </a:cubicBezTo>
                  <a:cubicBezTo>
                    <a:pt x="161" y="719"/>
                    <a:pt x="193" y="699"/>
                    <a:pt x="203" y="671"/>
                  </a:cubicBezTo>
                  <a:cubicBezTo>
                    <a:pt x="203" y="626"/>
                    <a:pt x="169" y="593"/>
                    <a:pt x="135" y="593"/>
                  </a:cubicBezTo>
                  <a:lnTo>
                    <a:pt x="135" y="581"/>
                  </a:lnTo>
                  <a:cubicBezTo>
                    <a:pt x="135" y="570"/>
                    <a:pt x="135" y="559"/>
                    <a:pt x="135" y="548"/>
                  </a:cubicBezTo>
                  <a:cubicBezTo>
                    <a:pt x="124" y="503"/>
                    <a:pt x="124" y="446"/>
                    <a:pt x="135" y="390"/>
                  </a:cubicBezTo>
                  <a:cubicBezTo>
                    <a:pt x="135" y="289"/>
                    <a:pt x="158" y="188"/>
                    <a:pt x="191" y="87"/>
                  </a:cubicBezTo>
                  <a:cubicBezTo>
                    <a:pt x="205" y="34"/>
                    <a:pt x="163" y="0"/>
                    <a:pt x="1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23" name="Google Shape;3623;p72"/>
          <p:cNvGrpSpPr/>
          <p:nvPr/>
        </p:nvGrpSpPr>
        <p:grpSpPr>
          <a:xfrm>
            <a:off x="1224288" y="1593200"/>
            <a:ext cx="168361" cy="261749"/>
            <a:chOff x="1877913" y="1847725"/>
            <a:chExt cx="168361" cy="261749"/>
          </a:xfrm>
        </p:grpSpPr>
        <p:sp>
          <p:nvSpPr>
            <p:cNvPr id="3624" name="Google Shape;3624;p72"/>
            <p:cNvSpPr/>
            <p:nvPr/>
          </p:nvSpPr>
          <p:spPr>
            <a:xfrm>
              <a:off x="1877913" y="1847725"/>
              <a:ext cx="168361" cy="261749"/>
            </a:xfrm>
            <a:custGeom>
              <a:avLst/>
              <a:gdLst/>
              <a:ahLst/>
              <a:cxnLst/>
              <a:rect l="l" t="t" r="r" b="b"/>
              <a:pathLst>
                <a:path w="1024" h="1592" extrusionOk="0">
                  <a:moveTo>
                    <a:pt x="607" y="1"/>
                  </a:moveTo>
                  <a:cubicBezTo>
                    <a:pt x="607" y="1"/>
                    <a:pt x="0" y="698"/>
                    <a:pt x="236" y="1260"/>
                  </a:cubicBezTo>
                  <a:cubicBezTo>
                    <a:pt x="332" y="1492"/>
                    <a:pt x="473" y="1591"/>
                    <a:pt x="609" y="1591"/>
                  </a:cubicBezTo>
                  <a:cubicBezTo>
                    <a:pt x="809" y="1591"/>
                    <a:pt x="998" y="1375"/>
                    <a:pt x="1012" y="1046"/>
                  </a:cubicBezTo>
                  <a:cubicBezTo>
                    <a:pt x="1023" y="495"/>
                    <a:pt x="607" y="1"/>
                    <a:pt x="6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5" name="Google Shape;3625;p72"/>
            <p:cNvSpPr/>
            <p:nvPr/>
          </p:nvSpPr>
          <p:spPr>
            <a:xfrm>
              <a:off x="1925922" y="1932728"/>
              <a:ext cx="48174" cy="106048"/>
            </a:xfrm>
            <a:custGeom>
              <a:avLst/>
              <a:gdLst/>
              <a:ahLst/>
              <a:cxnLst/>
              <a:rect l="l" t="t" r="r" b="b"/>
              <a:pathLst>
                <a:path w="293" h="645" extrusionOk="0">
                  <a:moveTo>
                    <a:pt x="210" y="0"/>
                  </a:moveTo>
                  <a:cubicBezTo>
                    <a:pt x="186" y="0"/>
                    <a:pt x="165" y="13"/>
                    <a:pt x="158" y="35"/>
                  </a:cubicBezTo>
                  <a:cubicBezTo>
                    <a:pt x="34" y="192"/>
                    <a:pt x="0" y="406"/>
                    <a:pt x="57" y="597"/>
                  </a:cubicBezTo>
                  <a:cubicBezTo>
                    <a:pt x="66" y="624"/>
                    <a:pt x="98" y="645"/>
                    <a:pt x="128" y="645"/>
                  </a:cubicBezTo>
                  <a:cubicBezTo>
                    <a:pt x="134" y="645"/>
                    <a:pt x="141" y="644"/>
                    <a:pt x="146" y="642"/>
                  </a:cubicBezTo>
                  <a:cubicBezTo>
                    <a:pt x="180" y="630"/>
                    <a:pt x="203" y="597"/>
                    <a:pt x="191" y="563"/>
                  </a:cubicBezTo>
                  <a:cubicBezTo>
                    <a:pt x="146" y="406"/>
                    <a:pt x="169" y="237"/>
                    <a:pt x="270" y="102"/>
                  </a:cubicBezTo>
                  <a:cubicBezTo>
                    <a:pt x="293" y="68"/>
                    <a:pt x="281" y="35"/>
                    <a:pt x="248" y="12"/>
                  </a:cubicBezTo>
                  <a:cubicBezTo>
                    <a:pt x="236" y="4"/>
                    <a:pt x="222" y="0"/>
                    <a:pt x="2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26" name="Google Shape;3626;p72"/>
          <p:cNvGrpSpPr/>
          <p:nvPr/>
        </p:nvGrpSpPr>
        <p:grpSpPr>
          <a:xfrm rot="-899854">
            <a:off x="2311818" y="3191727"/>
            <a:ext cx="4520379" cy="3029911"/>
            <a:chOff x="-1358038" y="4900407"/>
            <a:chExt cx="3785678" cy="2537457"/>
          </a:xfrm>
        </p:grpSpPr>
        <p:sp>
          <p:nvSpPr>
            <p:cNvPr id="3627" name="Google Shape;3627;p72"/>
            <p:cNvSpPr/>
            <p:nvPr/>
          </p:nvSpPr>
          <p:spPr>
            <a:xfrm rot="717654" flipH="1">
              <a:off x="-1203315" y="5240459"/>
              <a:ext cx="3476232" cy="1857351"/>
            </a:xfrm>
            <a:custGeom>
              <a:avLst/>
              <a:gdLst/>
              <a:ahLst/>
              <a:cxnLst/>
              <a:rect l="l" t="t" r="r" b="b"/>
              <a:pathLst>
                <a:path w="28872" h="15426" extrusionOk="0">
                  <a:moveTo>
                    <a:pt x="15583" y="0"/>
                  </a:moveTo>
                  <a:cubicBezTo>
                    <a:pt x="12176" y="0"/>
                    <a:pt x="6881" y="518"/>
                    <a:pt x="3441" y="5532"/>
                  </a:cubicBezTo>
                  <a:cubicBezTo>
                    <a:pt x="0" y="10546"/>
                    <a:pt x="1012" y="14807"/>
                    <a:pt x="1012" y="14807"/>
                  </a:cubicBezTo>
                  <a:lnTo>
                    <a:pt x="2642" y="14481"/>
                  </a:lnTo>
                  <a:cubicBezTo>
                    <a:pt x="2642" y="14481"/>
                    <a:pt x="3677" y="10512"/>
                    <a:pt x="4497" y="8455"/>
                  </a:cubicBezTo>
                  <a:cubicBezTo>
                    <a:pt x="5318" y="6386"/>
                    <a:pt x="9984" y="3733"/>
                    <a:pt x="13233" y="3160"/>
                  </a:cubicBezTo>
                  <a:cubicBezTo>
                    <a:pt x="13671" y="3081"/>
                    <a:pt x="14105" y="3044"/>
                    <a:pt x="14534" y="3044"/>
                  </a:cubicBezTo>
                  <a:cubicBezTo>
                    <a:pt x="17292" y="3044"/>
                    <a:pt x="19860" y="4551"/>
                    <a:pt x="21991" y="6049"/>
                  </a:cubicBezTo>
                  <a:cubicBezTo>
                    <a:pt x="24464" y="7791"/>
                    <a:pt x="25768" y="12997"/>
                    <a:pt x="25768" y="12997"/>
                  </a:cubicBezTo>
                  <a:lnTo>
                    <a:pt x="27545" y="15425"/>
                  </a:lnTo>
                  <a:cubicBezTo>
                    <a:pt x="27545" y="15425"/>
                    <a:pt x="28871" y="12974"/>
                    <a:pt x="26499" y="7308"/>
                  </a:cubicBezTo>
                  <a:cubicBezTo>
                    <a:pt x="24127" y="1642"/>
                    <a:pt x="18989" y="0"/>
                    <a:pt x="155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8" name="Google Shape;3628;p72"/>
            <p:cNvSpPr/>
            <p:nvPr/>
          </p:nvSpPr>
          <p:spPr>
            <a:xfrm rot="717654" flipH="1">
              <a:off x="-940711" y="5491764"/>
              <a:ext cx="2990171" cy="1437744"/>
            </a:xfrm>
            <a:custGeom>
              <a:avLst/>
              <a:gdLst/>
              <a:ahLst/>
              <a:cxnLst/>
              <a:rect l="l" t="t" r="r" b="b"/>
              <a:pathLst>
                <a:path w="24835" h="11941" extrusionOk="0">
                  <a:moveTo>
                    <a:pt x="12535" y="1"/>
                  </a:moveTo>
                  <a:cubicBezTo>
                    <a:pt x="9983" y="1"/>
                    <a:pt x="7341" y="876"/>
                    <a:pt x="4902" y="2845"/>
                  </a:cubicBezTo>
                  <a:cubicBezTo>
                    <a:pt x="0" y="6802"/>
                    <a:pt x="214" y="11940"/>
                    <a:pt x="214" y="11940"/>
                  </a:cubicBezTo>
                  <a:lnTo>
                    <a:pt x="1922" y="11794"/>
                  </a:lnTo>
                  <a:cubicBezTo>
                    <a:pt x="1922" y="11794"/>
                    <a:pt x="3260" y="8938"/>
                    <a:pt x="3924" y="7623"/>
                  </a:cubicBezTo>
                  <a:cubicBezTo>
                    <a:pt x="4598" y="6308"/>
                    <a:pt x="8432" y="3699"/>
                    <a:pt x="11265" y="3328"/>
                  </a:cubicBezTo>
                  <a:cubicBezTo>
                    <a:pt x="11576" y="3289"/>
                    <a:pt x="11864" y="3270"/>
                    <a:pt x="12137" y="3270"/>
                  </a:cubicBezTo>
                  <a:cubicBezTo>
                    <a:pt x="14338" y="3270"/>
                    <a:pt x="15464" y="4487"/>
                    <a:pt x="18415" y="5678"/>
                  </a:cubicBezTo>
                  <a:cubicBezTo>
                    <a:pt x="21732" y="7016"/>
                    <a:pt x="22732" y="10692"/>
                    <a:pt x="22732" y="10692"/>
                  </a:cubicBezTo>
                  <a:lnTo>
                    <a:pt x="24835" y="11423"/>
                  </a:lnTo>
                  <a:cubicBezTo>
                    <a:pt x="24835" y="11423"/>
                    <a:pt x="23857" y="5554"/>
                    <a:pt x="19686" y="2451"/>
                  </a:cubicBezTo>
                  <a:cubicBezTo>
                    <a:pt x="17596" y="893"/>
                    <a:pt x="15112" y="1"/>
                    <a:pt x="125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9" name="Google Shape;3629;p72"/>
            <p:cNvSpPr/>
            <p:nvPr/>
          </p:nvSpPr>
          <p:spPr>
            <a:xfrm rot="717654" flipH="1">
              <a:off x="-752465" y="5725484"/>
              <a:ext cx="2554438" cy="1093629"/>
            </a:xfrm>
            <a:custGeom>
              <a:avLst/>
              <a:gdLst/>
              <a:ahLst/>
              <a:cxnLst/>
              <a:rect l="l" t="t" r="r" b="b"/>
              <a:pathLst>
                <a:path w="21216" h="9083" extrusionOk="0">
                  <a:moveTo>
                    <a:pt x="10647" y="0"/>
                  </a:moveTo>
                  <a:cubicBezTo>
                    <a:pt x="9388" y="0"/>
                    <a:pt x="8042" y="264"/>
                    <a:pt x="6634" y="875"/>
                  </a:cubicBezTo>
                  <a:cubicBezTo>
                    <a:pt x="462" y="3551"/>
                    <a:pt x="1" y="8970"/>
                    <a:pt x="1" y="8970"/>
                  </a:cubicBezTo>
                  <a:lnTo>
                    <a:pt x="2193" y="9015"/>
                  </a:lnTo>
                  <a:lnTo>
                    <a:pt x="3374" y="7193"/>
                  </a:lnTo>
                  <a:lnTo>
                    <a:pt x="6330" y="3720"/>
                  </a:lnTo>
                  <a:lnTo>
                    <a:pt x="10681" y="2505"/>
                  </a:lnTo>
                  <a:lnTo>
                    <a:pt x="14279" y="3933"/>
                  </a:lnTo>
                  <a:lnTo>
                    <a:pt x="18349" y="8385"/>
                  </a:lnTo>
                  <a:lnTo>
                    <a:pt x="21216" y="9082"/>
                  </a:lnTo>
                  <a:cubicBezTo>
                    <a:pt x="21216" y="9082"/>
                    <a:pt x="20901" y="8554"/>
                    <a:pt x="19540" y="5766"/>
                  </a:cubicBezTo>
                  <a:cubicBezTo>
                    <a:pt x="18203" y="3030"/>
                    <a:pt x="14921" y="0"/>
                    <a:pt x="1064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0" name="Google Shape;3630;p72"/>
            <p:cNvSpPr/>
            <p:nvPr/>
          </p:nvSpPr>
          <p:spPr>
            <a:xfrm rot="717654" flipH="1">
              <a:off x="-508714" y="5950303"/>
              <a:ext cx="2044056" cy="875698"/>
            </a:xfrm>
            <a:custGeom>
              <a:avLst/>
              <a:gdLst/>
              <a:ahLst/>
              <a:cxnLst/>
              <a:rect l="l" t="t" r="r" b="b"/>
              <a:pathLst>
                <a:path w="16977" h="7273" extrusionOk="0">
                  <a:moveTo>
                    <a:pt x="8817" y="0"/>
                  </a:moveTo>
                  <a:cubicBezTo>
                    <a:pt x="8470" y="0"/>
                    <a:pt x="8110" y="21"/>
                    <a:pt x="7735" y="66"/>
                  </a:cubicBezTo>
                  <a:cubicBezTo>
                    <a:pt x="551" y="909"/>
                    <a:pt x="0" y="7272"/>
                    <a:pt x="0" y="7272"/>
                  </a:cubicBezTo>
                  <a:lnTo>
                    <a:pt x="2103" y="7126"/>
                  </a:lnTo>
                  <a:lnTo>
                    <a:pt x="4655" y="3562"/>
                  </a:lnTo>
                  <a:lnTo>
                    <a:pt x="10107" y="2191"/>
                  </a:lnTo>
                  <a:lnTo>
                    <a:pt x="14998" y="7149"/>
                  </a:lnTo>
                  <a:lnTo>
                    <a:pt x="16977" y="6969"/>
                  </a:lnTo>
                  <a:cubicBezTo>
                    <a:pt x="16977" y="6969"/>
                    <a:pt x="15118" y="0"/>
                    <a:pt x="88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1" name="Google Shape;3631;p72"/>
            <p:cNvSpPr/>
            <p:nvPr/>
          </p:nvSpPr>
          <p:spPr>
            <a:xfrm rot="717654" flipH="1">
              <a:off x="-372828" y="6143991"/>
              <a:ext cx="1708257" cy="829463"/>
            </a:xfrm>
            <a:custGeom>
              <a:avLst/>
              <a:gdLst/>
              <a:ahLst/>
              <a:cxnLst/>
              <a:rect l="l" t="t" r="r" b="b"/>
              <a:pathLst>
                <a:path w="14188" h="6889" extrusionOk="0">
                  <a:moveTo>
                    <a:pt x="7429" y="0"/>
                  </a:moveTo>
                  <a:cubicBezTo>
                    <a:pt x="7340" y="0"/>
                    <a:pt x="7251" y="2"/>
                    <a:pt x="7161" y="7"/>
                  </a:cubicBezTo>
                  <a:cubicBezTo>
                    <a:pt x="2484" y="254"/>
                    <a:pt x="708" y="3110"/>
                    <a:pt x="225" y="5493"/>
                  </a:cubicBezTo>
                  <a:cubicBezTo>
                    <a:pt x="0" y="6593"/>
                    <a:pt x="303" y="6888"/>
                    <a:pt x="693" y="6888"/>
                  </a:cubicBezTo>
                  <a:cubicBezTo>
                    <a:pt x="1143" y="6888"/>
                    <a:pt x="1709" y="6494"/>
                    <a:pt x="1709" y="6494"/>
                  </a:cubicBezTo>
                  <a:cubicBezTo>
                    <a:pt x="1742" y="6404"/>
                    <a:pt x="2345" y="1929"/>
                    <a:pt x="6718" y="1929"/>
                  </a:cubicBezTo>
                  <a:cubicBezTo>
                    <a:pt x="6735" y="1929"/>
                    <a:pt x="6751" y="1929"/>
                    <a:pt x="6768" y="1929"/>
                  </a:cubicBezTo>
                  <a:cubicBezTo>
                    <a:pt x="11175" y="1963"/>
                    <a:pt x="12366" y="6336"/>
                    <a:pt x="12366" y="6336"/>
                  </a:cubicBezTo>
                  <a:lnTo>
                    <a:pt x="14188" y="5797"/>
                  </a:lnTo>
                  <a:cubicBezTo>
                    <a:pt x="14188" y="5797"/>
                    <a:pt x="11938" y="0"/>
                    <a:pt x="74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2" name="Google Shape;3632;p72"/>
            <p:cNvSpPr/>
            <p:nvPr/>
          </p:nvSpPr>
          <p:spPr>
            <a:xfrm rot="717654" flipH="1">
              <a:off x="1893118" y="6587873"/>
              <a:ext cx="136656" cy="462351"/>
            </a:xfrm>
            <a:custGeom>
              <a:avLst/>
              <a:gdLst/>
              <a:ahLst/>
              <a:cxnLst/>
              <a:rect l="l" t="t" r="r" b="b"/>
              <a:pathLst>
                <a:path w="1135" h="3840" extrusionOk="0">
                  <a:moveTo>
                    <a:pt x="1048" y="1"/>
                  </a:moveTo>
                  <a:cubicBezTo>
                    <a:pt x="1020" y="1"/>
                    <a:pt x="992" y="15"/>
                    <a:pt x="979" y="50"/>
                  </a:cubicBezTo>
                  <a:cubicBezTo>
                    <a:pt x="765" y="657"/>
                    <a:pt x="563" y="1276"/>
                    <a:pt x="394" y="1894"/>
                  </a:cubicBezTo>
                  <a:cubicBezTo>
                    <a:pt x="304" y="2209"/>
                    <a:pt x="225" y="2513"/>
                    <a:pt x="147" y="2816"/>
                  </a:cubicBezTo>
                  <a:cubicBezTo>
                    <a:pt x="45" y="3131"/>
                    <a:pt x="0" y="3457"/>
                    <a:pt x="23" y="3772"/>
                  </a:cubicBezTo>
                  <a:cubicBezTo>
                    <a:pt x="29" y="3817"/>
                    <a:pt x="65" y="3839"/>
                    <a:pt x="99" y="3839"/>
                  </a:cubicBezTo>
                  <a:cubicBezTo>
                    <a:pt x="133" y="3839"/>
                    <a:pt x="163" y="3817"/>
                    <a:pt x="158" y="3772"/>
                  </a:cubicBezTo>
                  <a:cubicBezTo>
                    <a:pt x="147" y="3457"/>
                    <a:pt x="192" y="3131"/>
                    <a:pt x="293" y="2827"/>
                  </a:cubicBezTo>
                  <a:cubicBezTo>
                    <a:pt x="371" y="2513"/>
                    <a:pt x="450" y="2209"/>
                    <a:pt x="540" y="1905"/>
                  </a:cubicBezTo>
                  <a:cubicBezTo>
                    <a:pt x="709" y="1287"/>
                    <a:pt x="900" y="680"/>
                    <a:pt x="1113" y="84"/>
                  </a:cubicBezTo>
                  <a:cubicBezTo>
                    <a:pt x="1134" y="36"/>
                    <a:pt x="1092" y="1"/>
                    <a:pt x="10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3" name="Google Shape;3633;p72"/>
            <p:cNvSpPr/>
            <p:nvPr/>
          </p:nvSpPr>
          <p:spPr>
            <a:xfrm rot="717654" flipH="1">
              <a:off x="1795194" y="6177264"/>
              <a:ext cx="148455" cy="197944"/>
            </a:xfrm>
            <a:custGeom>
              <a:avLst/>
              <a:gdLst/>
              <a:ahLst/>
              <a:cxnLst/>
              <a:rect l="l" t="t" r="r" b="b"/>
              <a:pathLst>
                <a:path w="1233" h="1644" extrusionOk="0">
                  <a:moveTo>
                    <a:pt x="1132" y="1"/>
                  </a:moveTo>
                  <a:cubicBezTo>
                    <a:pt x="1117" y="1"/>
                    <a:pt x="1101" y="7"/>
                    <a:pt x="1088" y="23"/>
                  </a:cubicBezTo>
                  <a:cubicBezTo>
                    <a:pt x="683" y="484"/>
                    <a:pt x="324" y="1001"/>
                    <a:pt x="31" y="1541"/>
                  </a:cubicBezTo>
                  <a:cubicBezTo>
                    <a:pt x="1" y="1594"/>
                    <a:pt x="49" y="1643"/>
                    <a:pt x="97" y="1643"/>
                  </a:cubicBezTo>
                  <a:cubicBezTo>
                    <a:pt x="119" y="1643"/>
                    <a:pt x="141" y="1633"/>
                    <a:pt x="155" y="1608"/>
                  </a:cubicBezTo>
                  <a:cubicBezTo>
                    <a:pt x="447" y="1080"/>
                    <a:pt x="785" y="574"/>
                    <a:pt x="1189" y="124"/>
                  </a:cubicBezTo>
                  <a:cubicBezTo>
                    <a:pt x="1232" y="72"/>
                    <a:pt x="1183" y="1"/>
                    <a:pt x="11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4" name="Google Shape;3634;p72"/>
            <p:cNvSpPr/>
            <p:nvPr/>
          </p:nvSpPr>
          <p:spPr>
            <a:xfrm rot="717654" flipH="1">
              <a:off x="1674546" y="5936363"/>
              <a:ext cx="106435" cy="92350"/>
            </a:xfrm>
            <a:custGeom>
              <a:avLst/>
              <a:gdLst/>
              <a:ahLst/>
              <a:cxnLst/>
              <a:rect l="l" t="t" r="r" b="b"/>
              <a:pathLst>
                <a:path w="884" h="767" extrusionOk="0">
                  <a:moveTo>
                    <a:pt x="778" y="0"/>
                  </a:moveTo>
                  <a:cubicBezTo>
                    <a:pt x="762" y="0"/>
                    <a:pt x="745" y="5"/>
                    <a:pt x="730" y="18"/>
                  </a:cubicBezTo>
                  <a:lnTo>
                    <a:pt x="44" y="648"/>
                  </a:lnTo>
                  <a:cubicBezTo>
                    <a:pt x="0" y="700"/>
                    <a:pt x="45" y="766"/>
                    <a:pt x="99" y="766"/>
                  </a:cubicBezTo>
                  <a:cubicBezTo>
                    <a:pt x="114" y="766"/>
                    <a:pt x="130" y="761"/>
                    <a:pt x="145" y="749"/>
                  </a:cubicBezTo>
                  <a:lnTo>
                    <a:pt x="831" y="108"/>
                  </a:lnTo>
                  <a:cubicBezTo>
                    <a:pt x="883" y="64"/>
                    <a:pt x="834" y="0"/>
                    <a:pt x="7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5" name="Google Shape;3635;p72"/>
            <p:cNvSpPr/>
            <p:nvPr/>
          </p:nvSpPr>
          <p:spPr>
            <a:xfrm rot="717654" flipH="1">
              <a:off x="1332051" y="5612036"/>
              <a:ext cx="296549" cy="189034"/>
            </a:xfrm>
            <a:custGeom>
              <a:avLst/>
              <a:gdLst/>
              <a:ahLst/>
              <a:cxnLst/>
              <a:rect l="l" t="t" r="r" b="b"/>
              <a:pathLst>
                <a:path w="2463" h="1570" extrusionOk="0">
                  <a:moveTo>
                    <a:pt x="2362" y="0"/>
                  </a:moveTo>
                  <a:cubicBezTo>
                    <a:pt x="2351" y="0"/>
                    <a:pt x="2340" y="3"/>
                    <a:pt x="2328" y="10"/>
                  </a:cubicBezTo>
                  <a:cubicBezTo>
                    <a:pt x="1889" y="224"/>
                    <a:pt x="1474" y="460"/>
                    <a:pt x="1058" y="696"/>
                  </a:cubicBezTo>
                  <a:cubicBezTo>
                    <a:pt x="855" y="819"/>
                    <a:pt x="653" y="943"/>
                    <a:pt x="450" y="1067"/>
                  </a:cubicBezTo>
                  <a:cubicBezTo>
                    <a:pt x="282" y="1168"/>
                    <a:pt x="124" y="1303"/>
                    <a:pt x="23" y="1471"/>
                  </a:cubicBezTo>
                  <a:cubicBezTo>
                    <a:pt x="0" y="1526"/>
                    <a:pt x="41" y="1569"/>
                    <a:pt x="86" y="1569"/>
                  </a:cubicBezTo>
                  <a:cubicBezTo>
                    <a:pt x="107" y="1569"/>
                    <a:pt x="129" y="1560"/>
                    <a:pt x="147" y="1539"/>
                  </a:cubicBezTo>
                  <a:cubicBezTo>
                    <a:pt x="259" y="1370"/>
                    <a:pt x="405" y="1235"/>
                    <a:pt x="597" y="1145"/>
                  </a:cubicBezTo>
                  <a:cubicBezTo>
                    <a:pt x="788" y="1022"/>
                    <a:pt x="979" y="909"/>
                    <a:pt x="1181" y="786"/>
                  </a:cubicBezTo>
                  <a:cubicBezTo>
                    <a:pt x="1575" y="561"/>
                    <a:pt x="1991" y="336"/>
                    <a:pt x="2395" y="134"/>
                  </a:cubicBezTo>
                  <a:cubicBezTo>
                    <a:pt x="2462" y="95"/>
                    <a:pt x="2424" y="0"/>
                    <a:pt x="23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6" name="Google Shape;3636;p72"/>
            <p:cNvSpPr/>
            <p:nvPr/>
          </p:nvSpPr>
          <p:spPr>
            <a:xfrm rot="717654" flipH="1">
              <a:off x="1044094" y="5447004"/>
              <a:ext cx="166756" cy="49606"/>
            </a:xfrm>
            <a:custGeom>
              <a:avLst/>
              <a:gdLst/>
              <a:ahLst/>
              <a:cxnLst/>
              <a:rect l="l" t="t" r="r" b="b"/>
              <a:pathLst>
                <a:path w="1385" h="412" extrusionOk="0">
                  <a:moveTo>
                    <a:pt x="1306" y="0"/>
                  </a:moveTo>
                  <a:cubicBezTo>
                    <a:pt x="879" y="11"/>
                    <a:pt x="452" y="101"/>
                    <a:pt x="69" y="281"/>
                  </a:cubicBezTo>
                  <a:cubicBezTo>
                    <a:pt x="1" y="320"/>
                    <a:pt x="43" y="411"/>
                    <a:pt x="108" y="411"/>
                  </a:cubicBezTo>
                  <a:cubicBezTo>
                    <a:pt x="117" y="411"/>
                    <a:pt x="127" y="409"/>
                    <a:pt x="137" y="405"/>
                  </a:cubicBezTo>
                  <a:cubicBezTo>
                    <a:pt x="508" y="236"/>
                    <a:pt x="901" y="146"/>
                    <a:pt x="1306" y="146"/>
                  </a:cubicBezTo>
                  <a:cubicBezTo>
                    <a:pt x="1385" y="135"/>
                    <a:pt x="1385" y="11"/>
                    <a:pt x="13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7" name="Google Shape;3637;p72"/>
            <p:cNvSpPr/>
            <p:nvPr/>
          </p:nvSpPr>
          <p:spPr>
            <a:xfrm rot="717654" flipH="1">
              <a:off x="514043" y="5304443"/>
              <a:ext cx="356027" cy="28897"/>
            </a:xfrm>
            <a:custGeom>
              <a:avLst/>
              <a:gdLst/>
              <a:ahLst/>
              <a:cxnLst/>
              <a:rect l="l" t="t" r="r" b="b"/>
              <a:pathLst>
                <a:path w="2957" h="240" extrusionOk="0">
                  <a:moveTo>
                    <a:pt x="1758" y="1"/>
                  </a:moveTo>
                  <a:cubicBezTo>
                    <a:pt x="1200" y="1"/>
                    <a:pt x="645" y="36"/>
                    <a:pt x="90" y="104"/>
                  </a:cubicBezTo>
                  <a:cubicBezTo>
                    <a:pt x="4" y="114"/>
                    <a:pt x="0" y="239"/>
                    <a:pt x="80" y="239"/>
                  </a:cubicBezTo>
                  <a:cubicBezTo>
                    <a:pt x="83" y="239"/>
                    <a:pt x="86" y="239"/>
                    <a:pt x="90" y="239"/>
                  </a:cubicBezTo>
                  <a:cubicBezTo>
                    <a:pt x="619" y="174"/>
                    <a:pt x="1148" y="143"/>
                    <a:pt x="1679" y="143"/>
                  </a:cubicBezTo>
                  <a:cubicBezTo>
                    <a:pt x="2074" y="143"/>
                    <a:pt x="2469" y="160"/>
                    <a:pt x="2867" y="194"/>
                  </a:cubicBezTo>
                  <a:cubicBezTo>
                    <a:pt x="2957" y="194"/>
                    <a:pt x="2957" y="59"/>
                    <a:pt x="2867" y="47"/>
                  </a:cubicBezTo>
                  <a:cubicBezTo>
                    <a:pt x="2496" y="16"/>
                    <a:pt x="2126" y="1"/>
                    <a:pt x="17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8" name="Google Shape;3638;p72"/>
            <p:cNvSpPr/>
            <p:nvPr/>
          </p:nvSpPr>
          <p:spPr>
            <a:xfrm rot="717654" flipH="1">
              <a:off x="177436" y="5238859"/>
              <a:ext cx="131238" cy="50449"/>
            </a:xfrm>
            <a:custGeom>
              <a:avLst/>
              <a:gdLst/>
              <a:ahLst/>
              <a:cxnLst/>
              <a:rect l="l" t="t" r="r" b="b"/>
              <a:pathLst>
                <a:path w="1090" h="419" extrusionOk="0">
                  <a:moveTo>
                    <a:pt x="91" y="1"/>
                  </a:moveTo>
                  <a:cubicBezTo>
                    <a:pt x="1" y="1"/>
                    <a:pt x="1" y="147"/>
                    <a:pt x="91" y="147"/>
                  </a:cubicBezTo>
                  <a:cubicBezTo>
                    <a:pt x="394" y="169"/>
                    <a:pt x="687" y="259"/>
                    <a:pt x="945" y="405"/>
                  </a:cubicBezTo>
                  <a:cubicBezTo>
                    <a:pt x="960" y="415"/>
                    <a:pt x="975" y="419"/>
                    <a:pt x="988" y="419"/>
                  </a:cubicBezTo>
                  <a:cubicBezTo>
                    <a:pt x="1054" y="419"/>
                    <a:pt x="1089" y="319"/>
                    <a:pt x="1024" y="282"/>
                  </a:cubicBezTo>
                  <a:cubicBezTo>
                    <a:pt x="732" y="124"/>
                    <a:pt x="417" y="34"/>
                    <a:pt x="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9" name="Google Shape;3639;p72"/>
            <p:cNvSpPr/>
            <p:nvPr/>
          </p:nvSpPr>
          <p:spPr>
            <a:xfrm rot="717654" flipH="1">
              <a:off x="-11796" y="5263116"/>
              <a:ext cx="61044" cy="41660"/>
            </a:xfrm>
            <a:custGeom>
              <a:avLst/>
              <a:gdLst/>
              <a:ahLst/>
              <a:cxnLst/>
              <a:rect l="l" t="t" r="r" b="b"/>
              <a:pathLst>
                <a:path w="507" h="346" extrusionOk="0">
                  <a:moveTo>
                    <a:pt x="495" y="248"/>
                  </a:moveTo>
                  <a:cubicBezTo>
                    <a:pt x="496" y="252"/>
                    <a:pt x="497" y="256"/>
                    <a:pt x="497" y="259"/>
                  </a:cubicBezTo>
                  <a:lnTo>
                    <a:pt x="497" y="259"/>
                  </a:lnTo>
                  <a:cubicBezTo>
                    <a:pt x="501" y="267"/>
                    <a:pt x="504" y="274"/>
                    <a:pt x="507" y="282"/>
                  </a:cubicBezTo>
                  <a:lnTo>
                    <a:pt x="495" y="248"/>
                  </a:lnTo>
                  <a:close/>
                  <a:moveTo>
                    <a:pt x="94" y="0"/>
                  </a:moveTo>
                  <a:cubicBezTo>
                    <a:pt x="86" y="0"/>
                    <a:pt x="77" y="1"/>
                    <a:pt x="68" y="1"/>
                  </a:cubicBezTo>
                  <a:cubicBezTo>
                    <a:pt x="34" y="1"/>
                    <a:pt x="1" y="24"/>
                    <a:pt x="1" y="69"/>
                  </a:cubicBezTo>
                  <a:cubicBezTo>
                    <a:pt x="1" y="102"/>
                    <a:pt x="34" y="136"/>
                    <a:pt x="68" y="136"/>
                  </a:cubicBezTo>
                  <a:lnTo>
                    <a:pt x="203" y="136"/>
                  </a:lnTo>
                  <a:cubicBezTo>
                    <a:pt x="226" y="147"/>
                    <a:pt x="237" y="147"/>
                    <a:pt x="248" y="159"/>
                  </a:cubicBezTo>
                  <a:lnTo>
                    <a:pt x="270" y="181"/>
                  </a:lnTo>
                  <a:lnTo>
                    <a:pt x="282" y="181"/>
                  </a:lnTo>
                  <a:cubicBezTo>
                    <a:pt x="293" y="192"/>
                    <a:pt x="304" y="215"/>
                    <a:pt x="327" y="226"/>
                  </a:cubicBezTo>
                  <a:lnTo>
                    <a:pt x="327" y="237"/>
                  </a:lnTo>
                  <a:lnTo>
                    <a:pt x="349" y="260"/>
                  </a:lnTo>
                  <a:lnTo>
                    <a:pt x="360" y="282"/>
                  </a:lnTo>
                  <a:lnTo>
                    <a:pt x="360" y="293"/>
                  </a:lnTo>
                  <a:cubicBezTo>
                    <a:pt x="369" y="329"/>
                    <a:pt x="396" y="346"/>
                    <a:pt x="424" y="346"/>
                  </a:cubicBezTo>
                  <a:cubicBezTo>
                    <a:pt x="463" y="346"/>
                    <a:pt x="504" y="313"/>
                    <a:pt x="497" y="259"/>
                  </a:cubicBezTo>
                  <a:lnTo>
                    <a:pt x="497" y="259"/>
                  </a:lnTo>
                  <a:cubicBezTo>
                    <a:pt x="427" y="101"/>
                    <a:pt x="267" y="0"/>
                    <a:pt x="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0" name="Google Shape;3640;p72"/>
            <p:cNvSpPr/>
            <p:nvPr/>
          </p:nvSpPr>
          <p:spPr>
            <a:xfrm rot="717654" flipH="1">
              <a:off x="-463919" y="5323005"/>
              <a:ext cx="288482" cy="231055"/>
            </a:xfrm>
            <a:custGeom>
              <a:avLst/>
              <a:gdLst/>
              <a:ahLst/>
              <a:cxnLst/>
              <a:rect l="l" t="t" r="r" b="b"/>
              <a:pathLst>
                <a:path w="2396" h="1919" extrusionOk="0">
                  <a:moveTo>
                    <a:pt x="87" y="1"/>
                  </a:moveTo>
                  <a:cubicBezTo>
                    <a:pt x="18" y="1"/>
                    <a:pt x="0" y="112"/>
                    <a:pt x="81" y="152"/>
                  </a:cubicBezTo>
                  <a:cubicBezTo>
                    <a:pt x="969" y="478"/>
                    <a:pt x="1553" y="1288"/>
                    <a:pt x="2239" y="1906"/>
                  </a:cubicBezTo>
                  <a:cubicBezTo>
                    <a:pt x="2252" y="1914"/>
                    <a:pt x="2266" y="1918"/>
                    <a:pt x="2279" y="1918"/>
                  </a:cubicBezTo>
                  <a:cubicBezTo>
                    <a:pt x="2339" y="1918"/>
                    <a:pt x="2395" y="1848"/>
                    <a:pt x="2340" y="1793"/>
                  </a:cubicBezTo>
                  <a:cubicBezTo>
                    <a:pt x="1643" y="1164"/>
                    <a:pt x="1036" y="354"/>
                    <a:pt x="114" y="6"/>
                  </a:cubicBezTo>
                  <a:cubicBezTo>
                    <a:pt x="104" y="2"/>
                    <a:pt x="95" y="1"/>
                    <a:pt x="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1" name="Google Shape;3641;p72"/>
            <p:cNvSpPr/>
            <p:nvPr/>
          </p:nvSpPr>
          <p:spPr>
            <a:xfrm rot="717654" flipH="1">
              <a:off x="-667018" y="5589988"/>
              <a:ext cx="69712" cy="88015"/>
            </a:xfrm>
            <a:custGeom>
              <a:avLst/>
              <a:gdLst/>
              <a:ahLst/>
              <a:cxnLst/>
              <a:rect l="l" t="t" r="r" b="b"/>
              <a:pathLst>
                <a:path w="579" h="731" extrusionOk="0">
                  <a:moveTo>
                    <a:pt x="93" y="0"/>
                  </a:moveTo>
                  <a:cubicBezTo>
                    <a:pt x="46" y="0"/>
                    <a:pt x="0" y="54"/>
                    <a:pt x="39" y="108"/>
                  </a:cubicBezTo>
                  <a:lnTo>
                    <a:pt x="443" y="692"/>
                  </a:lnTo>
                  <a:cubicBezTo>
                    <a:pt x="452" y="718"/>
                    <a:pt x="479" y="730"/>
                    <a:pt x="507" y="730"/>
                  </a:cubicBezTo>
                  <a:cubicBezTo>
                    <a:pt x="516" y="730"/>
                    <a:pt x="525" y="729"/>
                    <a:pt x="533" y="726"/>
                  </a:cubicBezTo>
                  <a:cubicBezTo>
                    <a:pt x="567" y="704"/>
                    <a:pt x="578" y="659"/>
                    <a:pt x="556" y="625"/>
                  </a:cubicBezTo>
                  <a:lnTo>
                    <a:pt x="151" y="40"/>
                  </a:lnTo>
                  <a:cubicBezTo>
                    <a:pt x="137" y="12"/>
                    <a:pt x="115" y="0"/>
                    <a:pt x="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2" name="Google Shape;3642;p72"/>
            <p:cNvSpPr/>
            <p:nvPr/>
          </p:nvSpPr>
          <p:spPr>
            <a:xfrm rot="717654" flipH="1">
              <a:off x="-877942" y="5735594"/>
              <a:ext cx="120040" cy="241049"/>
            </a:xfrm>
            <a:custGeom>
              <a:avLst/>
              <a:gdLst/>
              <a:ahLst/>
              <a:cxnLst/>
              <a:rect l="l" t="t" r="r" b="b"/>
              <a:pathLst>
                <a:path w="997" h="2002" extrusionOk="0">
                  <a:moveTo>
                    <a:pt x="97" y="0"/>
                  </a:moveTo>
                  <a:cubicBezTo>
                    <a:pt x="49" y="0"/>
                    <a:pt x="1" y="49"/>
                    <a:pt x="31" y="103"/>
                  </a:cubicBezTo>
                  <a:cubicBezTo>
                    <a:pt x="357" y="699"/>
                    <a:pt x="627" y="1317"/>
                    <a:pt x="841" y="1958"/>
                  </a:cubicBezTo>
                  <a:cubicBezTo>
                    <a:pt x="854" y="1988"/>
                    <a:pt x="882" y="2002"/>
                    <a:pt x="910" y="2002"/>
                  </a:cubicBezTo>
                  <a:cubicBezTo>
                    <a:pt x="954" y="2002"/>
                    <a:pt x="996" y="1968"/>
                    <a:pt x="976" y="1913"/>
                  </a:cubicBezTo>
                  <a:cubicBezTo>
                    <a:pt x="751" y="1261"/>
                    <a:pt x="481" y="642"/>
                    <a:pt x="155" y="35"/>
                  </a:cubicBezTo>
                  <a:cubicBezTo>
                    <a:pt x="141" y="11"/>
                    <a:pt x="119" y="0"/>
                    <a:pt x="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3" name="Google Shape;3643;p72"/>
            <p:cNvSpPr/>
            <p:nvPr/>
          </p:nvSpPr>
          <p:spPr>
            <a:xfrm rot="717654" flipH="1">
              <a:off x="-1022686" y="6118179"/>
              <a:ext cx="39371" cy="86811"/>
            </a:xfrm>
            <a:custGeom>
              <a:avLst/>
              <a:gdLst/>
              <a:ahLst/>
              <a:cxnLst/>
              <a:rect l="l" t="t" r="r" b="b"/>
              <a:pathLst>
                <a:path w="327" h="721" extrusionOk="0">
                  <a:moveTo>
                    <a:pt x="84" y="0"/>
                  </a:moveTo>
                  <a:cubicBezTo>
                    <a:pt x="70" y="0"/>
                    <a:pt x="57" y="4"/>
                    <a:pt x="45" y="12"/>
                  </a:cubicBezTo>
                  <a:cubicBezTo>
                    <a:pt x="11" y="35"/>
                    <a:pt x="0" y="80"/>
                    <a:pt x="23" y="113"/>
                  </a:cubicBezTo>
                  <a:cubicBezTo>
                    <a:pt x="101" y="282"/>
                    <a:pt x="157" y="462"/>
                    <a:pt x="180" y="653"/>
                  </a:cubicBezTo>
                  <a:cubicBezTo>
                    <a:pt x="180" y="687"/>
                    <a:pt x="214" y="720"/>
                    <a:pt x="247" y="720"/>
                  </a:cubicBezTo>
                  <a:cubicBezTo>
                    <a:pt x="292" y="720"/>
                    <a:pt x="326" y="687"/>
                    <a:pt x="326" y="653"/>
                  </a:cubicBezTo>
                  <a:cubicBezTo>
                    <a:pt x="292" y="439"/>
                    <a:pt x="236" y="226"/>
                    <a:pt x="146" y="35"/>
                  </a:cubicBezTo>
                  <a:cubicBezTo>
                    <a:pt x="132" y="13"/>
                    <a:pt x="108" y="0"/>
                    <a:pt x="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4" name="Google Shape;3644;p72"/>
            <p:cNvSpPr/>
            <p:nvPr/>
          </p:nvSpPr>
          <p:spPr>
            <a:xfrm rot="717654" flipH="1">
              <a:off x="1445445" y="5740983"/>
              <a:ext cx="89458" cy="53098"/>
            </a:xfrm>
            <a:custGeom>
              <a:avLst/>
              <a:gdLst/>
              <a:ahLst/>
              <a:cxnLst/>
              <a:rect l="l" t="t" r="r" b="b"/>
              <a:pathLst>
                <a:path w="743" h="441" extrusionOk="0">
                  <a:moveTo>
                    <a:pt x="657" y="1"/>
                  </a:moveTo>
                  <a:cubicBezTo>
                    <a:pt x="644" y="1"/>
                    <a:pt x="631" y="5"/>
                    <a:pt x="619" y="12"/>
                  </a:cubicBezTo>
                  <a:lnTo>
                    <a:pt x="45" y="316"/>
                  </a:lnTo>
                  <a:cubicBezTo>
                    <a:pt x="12" y="327"/>
                    <a:pt x="0" y="372"/>
                    <a:pt x="12" y="406"/>
                  </a:cubicBezTo>
                  <a:cubicBezTo>
                    <a:pt x="26" y="428"/>
                    <a:pt x="50" y="440"/>
                    <a:pt x="74" y="440"/>
                  </a:cubicBezTo>
                  <a:cubicBezTo>
                    <a:pt x="87" y="440"/>
                    <a:pt x="101" y="436"/>
                    <a:pt x="113" y="428"/>
                  </a:cubicBezTo>
                  <a:lnTo>
                    <a:pt x="686" y="125"/>
                  </a:lnTo>
                  <a:cubicBezTo>
                    <a:pt x="720" y="114"/>
                    <a:pt x="742" y="69"/>
                    <a:pt x="720" y="35"/>
                  </a:cubicBezTo>
                  <a:cubicBezTo>
                    <a:pt x="705" y="13"/>
                    <a:pt x="681" y="1"/>
                    <a:pt x="6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5" name="Google Shape;3645;p72"/>
            <p:cNvSpPr/>
            <p:nvPr/>
          </p:nvSpPr>
          <p:spPr>
            <a:xfrm rot="717654" flipH="1">
              <a:off x="1787660" y="6218200"/>
              <a:ext cx="55746" cy="57794"/>
            </a:xfrm>
            <a:custGeom>
              <a:avLst/>
              <a:gdLst/>
              <a:ahLst/>
              <a:cxnLst/>
              <a:rect l="l" t="t" r="r" b="b"/>
              <a:pathLst>
                <a:path w="463" h="480" extrusionOk="0">
                  <a:moveTo>
                    <a:pt x="377" y="0"/>
                  </a:moveTo>
                  <a:cubicBezTo>
                    <a:pt x="364" y="0"/>
                    <a:pt x="351" y="4"/>
                    <a:pt x="339" y="12"/>
                  </a:cubicBezTo>
                  <a:cubicBezTo>
                    <a:pt x="215" y="102"/>
                    <a:pt x="114" y="226"/>
                    <a:pt x="46" y="372"/>
                  </a:cubicBezTo>
                  <a:cubicBezTo>
                    <a:pt x="0" y="426"/>
                    <a:pt x="54" y="479"/>
                    <a:pt x="103" y="479"/>
                  </a:cubicBezTo>
                  <a:cubicBezTo>
                    <a:pt x="126" y="479"/>
                    <a:pt x="148" y="468"/>
                    <a:pt x="159" y="439"/>
                  </a:cubicBezTo>
                  <a:cubicBezTo>
                    <a:pt x="181" y="405"/>
                    <a:pt x="193" y="372"/>
                    <a:pt x="215" y="349"/>
                  </a:cubicBezTo>
                  <a:lnTo>
                    <a:pt x="238" y="304"/>
                  </a:lnTo>
                  <a:lnTo>
                    <a:pt x="260" y="282"/>
                  </a:lnTo>
                  <a:cubicBezTo>
                    <a:pt x="283" y="248"/>
                    <a:pt x="305" y="226"/>
                    <a:pt x="328" y="203"/>
                  </a:cubicBezTo>
                  <a:lnTo>
                    <a:pt x="373" y="169"/>
                  </a:lnTo>
                  <a:lnTo>
                    <a:pt x="384" y="147"/>
                  </a:lnTo>
                  <a:lnTo>
                    <a:pt x="395" y="147"/>
                  </a:lnTo>
                  <a:cubicBezTo>
                    <a:pt x="440" y="124"/>
                    <a:pt x="462" y="68"/>
                    <a:pt x="440" y="34"/>
                  </a:cubicBezTo>
                  <a:cubicBezTo>
                    <a:pt x="425" y="13"/>
                    <a:pt x="402" y="0"/>
                    <a:pt x="3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6" name="Google Shape;3646;p72"/>
            <p:cNvSpPr/>
            <p:nvPr/>
          </p:nvSpPr>
          <p:spPr>
            <a:xfrm rot="717654" flipH="1">
              <a:off x="1869058" y="6608865"/>
              <a:ext cx="96080" cy="272595"/>
            </a:xfrm>
            <a:custGeom>
              <a:avLst/>
              <a:gdLst/>
              <a:ahLst/>
              <a:cxnLst/>
              <a:rect l="l" t="t" r="r" b="b"/>
              <a:pathLst>
                <a:path w="798" h="2264" extrusionOk="0">
                  <a:moveTo>
                    <a:pt x="707" y="1"/>
                  </a:moveTo>
                  <a:cubicBezTo>
                    <a:pt x="679" y="1"/>
                    <a:pt x="650" y="14"/>
                    <a:pt x="637" y="45"/>
                  </a:cubicBezTo>
                  <a:cubicBezTo>
                    <a:pt x="368" y="742"/>
                    <a:pt x="154" y="1450"/>
                    <a:pt x="8" y="2170"/>
                  </a:cubicBezTo>
                  <a:cubicBezTo>
                    <a:pt x="1" y="2225"/>
                    <a:pt x="50" y="2264"/>
                    <a:pt x="93" y="2264"/>
                  </a:cubicBezTo>
                  <a:cubicBezTo>
                    <a:pt x="120" y="2264"/>
                    <a:pt x="145" y="2249"/>
                    <a:pt x="154" y="2215"/>
                  </a:cubicBezTo>
                  <a:cubicBezTo>
                    <a:pt x="300" y="1484"/>
                    <a:pt x="502" y="776"/>
                    <a:pt x="783" y="90"/>
                  </a:cubicBezTo>
                  <a:cubicBezTo>
                    <a:pt x="797" y="35"/>
                    <a:pt x="752" y="1"/>
                    <a:pt x="7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7" name="Google Shape;3647;p72"/>
            <p:cNvSpPr/>
            <p:nvPr/>
          </p:nvSpPr>
          <p:spPr>
            <a:xfrm rot="717654" flipH="1">
              <a:off x="591662" y="5360698"/>
              <a:ext cx="179398" cy="34195"/>
            </a:xfrm>
            <a:custGeom>
              <a:avLst/>
              <a:gdLst/>
              <a:ahLst/>
              <a:cxnLst/>
              <a:rect l="l" t="t" r="r" b="b"/>
              <a:pathLst>
                <a:path w="1490" h="284" extrusionOk="0">
                  <a:moveTo>
                    <a:pt x="526" y="0"/>
                  </a:moveTo>
                  <a:cubicBezTo>
                    <a:pt x="380" y="0"/>
                    <a:pt x="234" y="11"/>
                    <a:pt x="90" y="33"/>
                  </a:cubicBezTo>
                  <a:cubicBezTo>
                    <a:pt x="0" y="45"/>
                    <a:pt x="34" y="168"/>
                    <a:pt x="124" y="168"/>
                  </a:cubicBezTo>
                  <a:cubicBezTo>
                    <a:pt x="252" y="151"/>
                    <a:pt x="380" y="142"/>
                    <a:pt x="509" y="142"/>
                  </a:cubicBezTo>
                  <a:cubicBezTo>
                    <a:pt x="800" y="142"/>
                    <a:pt x="1091" y="187"/>
                    <a:pt x="1372" y="281"/>
                  </a:cubicBezTo>
                  <a:cubicBezTo>
                    <a:pt x="1379" y="282"/>
                    <a:pt x="1385" y="283"/>
                    <a:pt x="1392" y="283"/>
                  </a:cubicBezTo>
                  <a:cubicBezTo>
                    <a:pt x="1466" y="283"/>
                    <a:pt x="1490" y="167"/>
                    <a:pt x="1417" y="146"/>
                  </a:cubicBezTo>
                  <a:cubicBezTo>
                    <a:pt x="1130" y="47"/>
                    <a:pt x="827" y="0"/>
                    <a:pt x="5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8" name="Google Shape;3648;p72"/>
            <p:cNvSpPr/>
            <p:nvPr/>
          </p:nvSpPr>
          <p:spPr>
            <a:xfrm rot="717654" flipH="1">
              <a:off x="-347619" y="5410965"/>
              <a:ext cx="132803" cy="114384"/>
            </a:xfrm>
            <a:custGeom>
              <a:avLst/>
              <a:gdLst/>
              <a:ahLst/>
              <a:cxnLst/>
              <a:rect l="l" t="t" r="r" b="b"/>
              <a:pathLst>
                <a:path w="1103" h="950" extrusionOk="0">
                  <a:moveTo>
                    <a:pt x="101" y="1"/>
                  </a:moveTo>
                  <a:cubicBezTo>
                    <a:pt x="39" y="1"/>
                    <a:pt x="0" y="96"/>
                    <a:pt x="67" y="134"/>
                  </a:cubicBezTo>
                  <a:cubicBezTo>
                    <a:pt x="405" y="336"/>
                    <a:pt x="697" y="595"/>
                    <a:pt x="944" y="910"/>
                  </a:cubicBezTo>
                  <a:cubicBezTo>
                    <a:pt x="955" y="938"/>
                    <a:pt x="977" y="950"/>
                    <a:pt x="1000" y="950"/>
                  </a:cubicBezTo>
                  <a:cubicBezTo>
                    <a:pt x="1049" y="950"/>
                    <a:pt x="1103" y="896"/>
                    <a:pt x="1057" y="842"/>
                  </a:cubicBezTo>
                  <a:cubicBezTo>
                    <a:pt x="809" y="505"/>
                    <a:pt x="495" y="224"/>
                    <a:pt x="135" y="10"/>
                  </a:cubicBezTo>
                  <a:cubicBezTo>
                    <a:pt x="123" y="4"/>
                    <a:pt x="112" y="1"/>
                    <a:pt x="1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9" name="Google Shape;3649;p72"/>
            <p:cNvSpPr/>
            <p:nvPr/>
          </p:nvSpPr>
          <p:spPr>
            <a:xfrm rot="717654" flipH="1">
              <a:off x="-822405" y="5839097"/>
              <a:ext cx="58034" cy="105113"/>
            </a:xfrm>
            <a:custGeom>
              <a:avLst/>
              <a:gdLst/>
              <a:ahLst/>
              <a:cxnLst/>
              <a:rect l="l" t="t" r="r" b="b"/>
              <a:pathLst>
                <a:path w="482" h="873" extrusionOk="0">
                  <a:moveTo>
                    <a:pt x="68" y="0"/>
                  </a:moveTo>
                  <a:cubicBezTo>
                    <a:pt x="23" y="11"/>
                    <a:pt x="1" y="56"/>
                    <a:pt x="12" y="90"/>
                  </a:cubicBezTo>
                  <a:cubicBezTo>
                    <a:pt x="113" y="337"/>
                    <a:pt x="214" y="596"/>
                    <a:pt x="327" y="832"/>
                  </a:cubicBezTo>
                  <a:cubicBezTo>
                    <a:pt x="341" y="861"/>
                    <a:pt x="363" y="872"/>
                    <a:pt x="385" y="872"/>
                  </a:cubicBezTo>
                  <a:cubicBezTo>
                    <a:pt x="433" y="872"/>
                    <a:pt x="481" y="818"/>
                    <a:pt x="450" y="765"/>
                  </a:cubicBezTo>
                  <a:cubicBezTo>
                    <a:pt x="338" y="528"/>
                    <a:pt x="237" y="292"/>
                    <a:pt x="147" y="56"/>
                  </a:cubicBezTo>
                  <a:cubicBezTo>
                    <a:pt x="136" y="11"/>
                    <a:pt x="102" y="0"/>
                    <a:pt x="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0" name="Google Shape;3650;p72"/>
            <p:cNvSpPr/>
            <p:nvPr/>
          </p:nvSpPr>
          <p:spPr>
            <a:xfrm rot="717654" flipH="1">
              <a:off x="-1022890" y="6212697"/>
              <a:ext cx="34676" cy="135093"/>
            </a:xfrm>
            <a:custGeom>
              <a:avLst/>
              <a:gdLst/>
              <a:ahLst/>
              <a:cxnLst/>
              <a:rect l="l" t="t" r="r" b="b"/>
              <a:pathLst>
                <a:path w="288" h="1122" extrusionOk="0">
                  <a:moveTo>
                    <a:pt x="86" y="1"/>
                  </a:moveTo>
                  <a:cubicBezTo>
                    <a:pt x="44" y="1"/>
                    <a:pt x="0" y="34"/>
                    <a:pt x="7" y="87"/>
                  </a:cubicBezTo>
                  <a:cubicBezTo>
                    <a:pt x="74" y="402"/>
                    <a:pt x="119" y="728"/>
                    <a:pt x="153" y="1054"/>
                  </a:cubicBezTo>
                  <a:cubicBezTo>
                    <a:pt x="153" y="1099"/>
                    <a:pt x="187" y="1122"/>
                    <a:pt x="220" y="1122"/>
                  </a:cubicBezTo>
                  <a:cubicBezTo>
                    <a:pt x="254" y="1122"/>
                    <a:pt x="288" y="1099"/>
                    <a:pt x="288" y="1054"/>
                  </a:cubicBezTo>
                  <a:cubicBezTo>
                    <a:pt x="265" y="717"/>
                    <a:pt x="220" y="380"/>
                    <a:pt x="153" y="54"/>
                  </a:cubicBezTo>
                  <a:cubicBezTo>
                    <a:pt x="144" y="17"/>
                    <a:pt x="116" y="1"/>
                    <a:pt x="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51" name="Google Shape;3651;p72"/>
          <p:cNvGrpSpPr/>
          <p:nvPr/>
        </p:nvGrpSpPr>
        <p:grpSpPr>
          <a:xfrm flipH="1">
            <a:off x="7288968" y="407608"/>
            <a:ext cx="1662816" cy="752173"/>
            <a:chOff x="5935450" y="921661"/>
            <a:chExt cx="739786" cy="334641"/>
          </a:xfrm>
        </p:grpSpPr>
        <p:sp>
          <p:nvSpPr>
            <p:cNvPr id="3652" name="Google Shape;3652;p72"/>
            <p:cNvSpPr/>
            <p:nvPr/>
          </p:nvSpPr>
          <p:spPr>
            <a:xfrm>
              <a:off x="5935450" y="921661"/>
              <a:ext cx="739786" cy="334641"/>
            </a:xfrm>
            <a:custGeom>
              <a:avLst/>
              <a:gdLst/>
              <a:ahLst/>
              <a:cxnLst/>
              <a:rect l="l" t="t" r="r" b="b"/>
              <a:pathLst>
                <a:path w="6263" h="2833" extrusionOk="0">
                  <a:moveTo>
                    <a:pt x="2871" y="1"/>
                  </a:moveTo>
                  <a:cubicBezTo>
                    <a:pt x="2673" y="1"/>
                    <a:pt x="2473" y="50"/>
                    <a:pt x="2291" y="148"/>
                  </a:cubicBezTo>
                  <a:cubicBezTo>
                    <a:pt x="1571" y="519"/>
                    <a:pt x="1717" y="1160"/>
                    <a:pt x="1717" y="1160"/>
                  </a:cubicBezTo>
                  <a:cubicBezTo>
                    <a:pt x="1717" y="1160"/>
                    <a:pt x="1364" y="1022"/>
                    <a:pt x="996" y="1022"/>
                  </a:cubicBezTo>
                  <a:cubicBezTo>
                    <a:pt x="675" y="1022"/>
                    <a:pt x="342" y="1127"/>
                    <a:pt x="222" y="1520"/>
                  </a:cubicBezTo>
                  <a:cubicBezTo>
                    <a:pt x="0" y="2243"/>
                    <a:pt x="581" y="2594"/>
                    <a:pt x="1290" y="2594"/>
                  </a:cubicBezTo>
                  <a:cubicBezTo>
                    <a:pt x="1407" y="2594"/>
                    <a:pt x="1528" y="2585"/>
                    <a:pt x="1650" y="2566"/>
                  </a:cubicBezTo>
                  <a:cubicBezTo>
                    <a:pt x="1650" y="2566"/>
                    <a:pt x="2679" y="2833"/>
                    <a:pt x="3721" y="2833"/>
                  </a:cubicBezTo>
                  <a:cubicBezTo>
                    <a:pt x="4603" y="2833"/>
                    <a:pt x="5492" y="2642"/>
                    <a:pt x="5776" y="1936"/>
                  </a:cubicBezTo>
                  <a:cubicBezTo>
                    <a:pt x="6262" y="754"/>
                    <a:pt x="5178" y="50"/>
                    <a:pt x="4281" y="50"/>
                  </a:cubicBezTo>
                  <a:cubicBezTo>
                    <a:pt x="4018" y="50"/>
                    <a:pt x="3770" y="111"/>
                    <a:pt x="3583" y="238"/>
                  </a:cubicBezTo>
                  <a:cubicBezTo>
                    <a:pt x="3375" y="81"/>
                    <a:pt x="3125" y="1"/>
                    <a:pt x="28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3" name="Google Shape;3653;p72"/>
            <p:cNvSpPr/>
            <p:nvPr/>
          </p:nvSpPr>
          <p:spPr>
            <a:xfrm>
              <a:off x="6282962" y="966429"/>
              <a:ext cx="44531" cy="25396"/>
            </a:xfrm>
            <a:custGeom>
              <a:avLst/>
              <a:gdLst/>
              <a:ahLst/>
              <a:cxnLst/>
              <a:rect l="l" t="t" r="r" b="b"/>
              <a:pathLst>
                <a:path w="377" h="215" extrusionOk="0">
                  <a:moveTo>
                    <a:pt x="149" y="1"/>
                  </a:moveTo>
                  <a:cubicBezTo>
                    <a:pt x="114" y="1"/>
                    <a:pt x="79" y="10"/>
                    <a:pt x="46" y="28"/>
                  </a:cubicBezTo>
                  <a:cubicBezTo>
                    <a:pt x="12" y="50"/>
                    <a:pt x="1" y="95"/>
                    <a:pt x="23" y="129"/>
                  </a:cubicBezTo>
                  <a:cubicBezTo>
                    <a:pt x="40" y="146"/>
                    <a:pt x="62" y="156"/>
                    <a:pt x="86" y="156"/>
                  </a:cubicBezTo>
                  <a:cubicBezTo>
                    <a:pt x="95" y="156"/>
                    <a:pt x="104" y="155"/>
                    <a:pt x="113" y="152"/>
                  </a:cubicBezTo>
                  <a:lnTo>
                    <a:pt x="181" y="152"/>
                  </a:lnTo>
                  <a:lnTo>
                    <a:pt x="203" y="163"/>
                  </a:lnTo>
                  <a:lnTo>
                    <a:pt x="214" y="174"/>
                  </a:lnTo>
                  <a:cubicBezTo>
                    <a:pt x="232" y="203"/>
                    <a:pt x="257" y="214"/>
                    <a:pt x="280" y="214"/>
                  </a:cubicBezTo>
                  <a:cubicBezTo>
                    <a:pt x="331" y="214"/>
                    <a:pt x="376" y="160"/>
                    <a:pt x="338" y="107"/>
                  </a:cubicBezTo>
                  <a:cubicBezTo>
                    <a:pt x="292" y="38"/>
                    <a:pt x="221" y="1"/>
                    <a:pt x="1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4" name="Google Shape;3654;p72"/>
            <p:cNvSpPr/>
            <p:nvPr/>
          </p:nvSpPr>
          <p:spPr>
            <a:xfrm>
              <a:off x="6171456" y="969973"/>
              <a:ext cx="77132" cy="98042"/>
            </a:xfrm>
            <a:custGeom>
              <a:avLst/>
              <a:gdLst/>
              <a:ahLst/>
              <a:cxnLst/>
              <a:rect l="l" t="t" r="r" b="b"/>
              <a:pathLst>
                <a:path w="653" h="830" extrusionOk="0">
                  <a:moveTo>
                    <a:pt x="488" y="1"/>
                  </a:moveTo>
                  <a:cubicBezTo>
                    <a:pt x="370" y="1"/>
                    <a:pt x="241" y="98"/>
                    <a:pt x="180" y="189"/>
                  </a:cubicBezTo>
                  <a:cubicBezTo>
                    <a:pt x="57" y="358"/>
                    <a:pt x="0" y="560"/>
                    <a:pt x="0" y="762"/>
                  </a:cubicBezTo>
                  <a:cubicBezTo>
                    <a:pt x="0" y="796"/>
                    <a:pt x="34" y="830"/>
                    <a:pt x="79" y="830"/>
                  </a:cubicBezTo>
                  <a:cubicBezTo>
                    <a:pt x="113" y="830"/>
                    <a:pt x="146" y="796"/>
                    <a:pt x="146" y="762"/>
                  </a:cubicBezTo>
                  <a:cubicBezTo>
                    <a:pt x="146" y="605"/>
                    <a:pt x="180" y="448"/>
                    <a:pt x="259" y="313"/>
                  </a:cubicBezTo>
                  <a:cubicBezTo>
                    <a:pt x="293" y="257"/>
                    <a:pt x="338" y="212"/>
                    <a:pt x="394" y="178"/>
                  </a:cubicBezTo>
                  <a:cubicBezTo>
                    <a:pt x="428" y="155"/>
                    <a:pt x="450" y="144"/>
                    <a:pt x="484" y="144"/>
                  </a:cubicBezTo>
                  <a:lnTo>
                    <a:pt x="529" y="144"/>
                  </a:lnTo>
                  <a:cubicBezTo>
                    <a:pt x="536" y="166"/>
                    <a:pt x="557" y="178"/>
                    <a:pt x="581" y="178"/>
                  </a:cubicBezTo>
                  <a:cubicBezTo>
                    <a:pt x="593" y="178"/>
                    <a:pt x="607" y="175"/>
                    <a:pt x="619" y="167"/>
                  </a:cubicBezTo>
                  <a:cubicBezTo>
                    <a:pt x="652" y="144"/>
                    <a:pt x="652" y="110"/>
                    <a:pt x="641" y="77"/>
                  </a:cubicBezTo>
                  <a:cubicBezTo>
                    <a:pt x="598" y="22"/>
                    <a:pt x="544" y="1"/>
                    <a:pt x="4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5" name="Google Shape;3655;p72"/>
            <p:cNvSpPr/>
            <p:nvPr/>
          </p:nvSpPr>
          <p:spPr>
            <a:xfrm>
              <a:off x="6508809" y="1003047"/>
              <a:ext cx="74416" cy="136904"/>
            </a:xfrm>
            <a:custGeom>
              <a:avLst/>
              <a:gdLst/>
              <a:ahLst/>
              <a:cxnLst/>
              <a:rect l="l" t="t" r="r" b="b"/>
              <a:pathLst>
                <a:path w="630" h="1159" extrusionOk="0">
                  <a:moveTo>
                    <a:pt x="100" y="1"/>
                  </a:moveTo>
                  <a:cubicBezTo>
                    <a:pt x="39" y="1"/>
                    <a:pt x="1" y="94"/>
                    <a:pt x="67" y="123"/>
                  </a:cubicBezTo>
                  <a:cubicBezTo>
                    <a:pt x="416" y="291"/>
                    <a:pt x="562" y="707"/>
                    <a:pt x="393" y="1056"/>
                  </a:cubicBezTo>
                  <a:cubicBezTo>
                    <a:pt x="370" y="1110"/>
                    <a:pt x="416" y="1158"/>
                    <a:pt x="461" y="1158"/>
                  </a:cubicBezTo>
                  <a:cubicBezTo>
                    <a:pt x="482" y="1158"/>
                    <a:pt x="503" y="1148"/>
                    <a:pt x="517" y="1123"/>
                  </a:cubicBezTo>
                  <a:cubicBezTo>
                    <a:pt x="618" y="921"/>
                    <a:pt x="629" y="674"/>
                    <a:pt x="551" y="460"/>
                  </a:cubicBezTo>
                  <a:cubicBezTo>
                    <a:pt x="472" y="258"/>
                    <a:pt x="326" y="100"/>
                    <a:pt x="135" y="10"/>
                  </a:cubicBezTo>
                  <a:cubicBezTo>
                    <a:pt x="123" y="4"/>
                    <a:pt x="111" y="1"/>
                    <a:pt x="1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6" name="Google Shape;3656;p72"/>
            <p:cNvSpPr/>
            <p:nvPr/>
          </p:nvSpPr>
          <p:spPr>
            <a:xfrm>
              <a:off x="5997582" y="1091992"/>
              <a:ext cx="63785" cy="54454"/>
            </a:xfrm>
            <a:custGeom>
              <a:avLst/>
              <a:gdLst/>
              <a:ahLst/>
              <a:cxnLst/>
              <a:rect l="l" t="t" r="r" b="b"/>
              <a:pathLst>
                <a:path w="540" h="461" extrusionOk="0">
                  <a:moveTo>
                    <a:pt x="395" y="1"/>
                  </a:moveTo>
                  <a:cubicBezTo>
                    <a:pt x="183" y="1"/>
                    <a:pt x="1" y="175"/>
                    <a:pt x="11" y="393"/>
                  </a:cubicBezTo>
                  <a:cubicBezTo>
                    <a:pt x="11" y="438"/>
                    <a:pt x="45" y="460"/>
                    <a:pt x="78" y="460"/>
                  </a:cubicBezTo>
                  <a:cubicBezTo>
                    <a:pt x="112" y="460"/>
                    <a:pt x="146" y="438"/>
                    <a:pt x="146" y="393"/>
                  </a:cubicBezTo>
                  <a:cubicBezTo>
                    <a:pt x="146" y="382"/>
                    <a:pt x="146" y="370"/>
                    <a:pt x="146" y="359"/>
                  </a:cubicBezTo>
                  <a:lnTo>
                    <a:pt x="146" y="337"/>
                  </a:lnTo>
                  <a:lnTo>
                    <a:pt x="157" y="303"/>
                  </a:lnTo>
                  <a:cubicBezTo>
                    <a:pt x="157" y="303"/>
                    <a:pt x="157" y="303"/>
                    <a:pt x="157" y="292"/>
                  </a:cubicBezTo>
                  <a:cubicBezTo>
                    <a:pt x="157" y="280"/>
                    <a:pt x="168" y="280"/>
                    <a:pt x="168" y="269"/>
                  </a:cubicBezTo>
                  <a:lnTo>
                    <a:pt x="179" y="258"/>
                  </a:lnTo>
                  <a:lnTo>
                    <a:pt x="179" y="247"/>
                  </a:lnTo>
                  <a:cubicBezTo>
                    <a:pt x="191" y="224"/>
                    <a:pt x="213" y="213"/>
                    <a:pt x="224" y="202"/>
                  </a:cubicBezTo>
                  <a:lnTo>
                    <a:pt x="236" y="190"/>
                  </a:lnTo>
                  <a:lnTo>
                    <a:pt x="269" y="168"/>
                  </a:lnTo>
                  <a:lnTo>
                    <a:pt x="292" y="168"/>
                  </a:lnTo>
                  <a:cubicBezTo>
                    <a:pt x="303" y="168"/>
                    <a:pt x="314" y="157"/>
                    <a:pt x="326" y="157"/>
                  </a:cubicBezTo>
                  <a:lnTo>
                    <a:pt x="427" y="157"/>
                  </a:lnTo>
                  <a:cubicBezTo>
                    <a:pt x="433" y="159"/>
                    <a:pt x="439" y="160"/>
                    <a:pt x="445" y="160"/>
                  </a:cubicBezTo>
                  <a:cubicBezTo>
                    <a:pt x="475" y="160"/>
                    <a:pt x="507" y="139"/>
                    <a:pt x="517" y="112"/>
                  </a:cubicBezTo>
                  <a:cubicBezTo>
                    <a:pt x="539" y="78"/>
                    <a:pt x="517" y="22"/>
                    <a:pt x="483" y="11"/>
                  </a:cubicBezTo>
                  <a:cubicBezTo>
                    <a:pt x="454" y="4"/>
                    <a:pt x="424" y="1"/>
                    <a:pt x="3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7" name="Google Shape;3657;p72"/>
            <p:cNvSpPr/>
            <p:nvPr/>
          </p:nvSpPr>
          <p:spPr>
            <a:xfrm>
              <a:off x="6381238" y="947648"/>
              <a:ext cx="91779" cy="39571"/>
            </a:xfrm>
            <a:custGeom>
              <a:avLst/>
              <a:gdLst/>
              <a:ahLst/>
              <a:cxnLst/>
              <a:rect l="l" t="t" r="r" b="b"/>
              <a:pathLst>
                <a:path w="777" h="335" extrusionOk="0">
                  <a:moveTo>
                    <a:pt x="422" y="0"/>
                  </a:moveTo>
                  <a:cubicBezTo>
                    <a:pt x="267" y="0"/>
                    <a:pt x="111" y="81"/>
                    <a:pt x="23" y="232"/>
                  </a:cubicBezTo>
                  <a:cubicBezTo>
                    <a:pt x="0" y="286"/>
                    <a:pt x="45" y="334"/>
                    <a:pt x="91" y="334"/>
                  </a:cubicBezTo>
                  <a:cubicBezTo>
                    <a:pt x="112" y="334"/>
                    <a:pt x="133" y="324"/>
                    <a:pt x="147" y="299"/>
                  </a:cubicBezTo>
                  <a:cubicBezTo>
                    <a:pt x="203" y="194"/>
                    <a:pt x="310" y="136"/>
                    <a:pt x="418" y="136"/>
                  </a:cubicBezTo>
                  <a:cubicBezTo>
                    <a:pt x="505" y="136"/>
                    <a:pt x="592" y="174"/>
                    <a:pt x="653" y="254"/>
                  </a:cubicBezTo>
                  <a:cubicBezTo>
                    <a:pt x="670" y="266"/>
                    <a:pt x="689" y="271"/>
                    <a:pt x="707" y="271"/>
                  </a:cubicBezTo>
                  <a:cubicBezTo>
                    <a:pt x="726" y="271"/>
                    <a:pt x="743" y="266"/>
                    <a:pt x="754" y="254"/>
                  </a:cubicBezTo>
                  <a:cubicBezTo>
                    <a:pt x="776" y="221"/>
                    <a:pt x="776" y="176"/>
                    <a:pt x="754" y="153"/>
                  </a:cubicBezTo>
                  <a:cubicBezTo>
                    <a:pt x="665" y="50"/>
                    <a:pt x="544" y="0"/>
                    <a:pt x="4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58" name="Google Shape;3658;p72"/>
          <p:cNvGrpSpPr/>
          <p:nvPr/>
        </p:nvGrpSpPr>
        <p:grpSpPr>
          <a:xfrm flipH="1">
            <a:off x="6987003" y="3550686"/>
            <a:ext cx="168361" cy="263393"/>
            <a:chOff x="883360" y="2474311"/>
            <a:chExt cx="168361" cy="263393"/>
          </a:xfrm>
        </p:grpSpPr>
        <p:sp>
          <p:nvSpPr>
            <p:cNvPr id="3659" name="Google Shape;3659;p72"/>
            <p:cNvSpPr/>
            <p:nvPr/>
          </p:nvSpPr>
          <p:spPr>
            <a:xfrm>
              <a:off x="883360" y="2474311"/>
              <a:ext cx="168361" cy="263393"/>
            </a:xfrm>
            <a:custGeom>
              <a:avLst/>
              <a:gdLst/>
              <a:ahLst/>
              <a:cxnLst/>
              <a:rect l="l" t="t" r="r" b="b"/>
              <a:pathLst>
                <a:path w="1024" h="1602" extrusionOk="0">
                  <a:moveTo>
                    <a:pt x="608" y="1"/>
                  </a:moveTo>
                  <a:cubicBezTo>
                    <a:pt x="608" y="1"/>
                    <a:pt x="1" y="698"/>
                    <a:pt x="237" y="1271"/>
                  </a:cubicBezTo>
                  <a:cubicBezTo>
                    <a:pt x="332" y="1502"/>
                    <a:pt x="472" y="1602"/>
                    <a:pt x="607" y="1602"/>
                  </a:cubicBezTo>
                  <a:cubicBezTo>
                    <a:pt x="807" y="1602"/>
                    <a:pt x="994" y="1382"/>
                    <a:pt x="1001" y="1046"/>
                  </a:cubicBezTo>
                  <a:cubicBezTo>
                    <a:pt x="1024" y="496"/>
                    <a:pt x="608" y="1"/>
                    <a:pt x="6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0" name="Google Shape;3660;p72"/>
            <p:cNvSpPr/>
            <p:nvPr/>
          </p:nvSpPr>
          <p:spPr>
            <a:xfrm>
              <a:off x="931370" y="2570494"/>
              <a:ext cx="50147" cy="113940"/>
            </a:xfrm>
            <a:custGeom>
              <a:avLst/>
              <a:gdLst/>
              <a:ahLst/>
              <a:cxnLst/>
              <a:rect l="l" t="t" r="r" b="b"/>
              <a:pathLst>
                <a:path w="305" h="693" extrusionOk="0">
                  <a:moveTo>
                    <a:pt x="224" y="0"/>
                  </a:moveTo>
                  <a:cubicBezTo>
                    <a:pt x="203" y="0"/>
                    <a:pt x="184" y="12"/>
                    <a:pt x="170" y="34"/>
                  </a:cubicBezTo>
                  <a:cubicBezTo>
                    <a:pt x="46" y="214"/>
                    <a:pt x="1" y="439"/>
                    <a:pt x="57" y="653"/>
                  </a:cubicBezTo>
                  <a:cubicBezTo>
                    <a:pt x="71" y="680"/>
                    <a:pt x="97" y="692"/>
                    <a:pt x="124" y="692"/>
                  </a:cubicBezTo>
                  <a:cubicBezTo>
                    <a:pt x="162" y="692"/>
                    <a:pt x="199" y="666"/>
                    <a:pt x="192" y="619"/>
                  </a:cubicBezTo>
                  <a:cubicBezTo>
                    <a:pt x="136" y="439"/>
                    <a:pt x="170" y="248"/>
                    <a:pt x="282" y="102"/>
                  </a:cubicBezTo>
                  <a:cubicBezTo>
                    <a:pt x="304" y="68"/>
                    <a:pt x="293" y="23"/>
                    <a:pt x="259" y="12"/>
                  </a:cubicBezTo>
                  <a:cubicBezTo>
                    <a:pt x="248" y="4"/>
                    <a:pt x="236" y="0"/>
                    <a:pt x="2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61" name="Google Shape;3661;p72"/>
          <p:cNvSpPr/>
          <p:nvPr/>
        </p:nvSpPr>
        <p:spPr>
          <a:xfrm flipH="1">
            <a:off x="7155382" y="2757332"/>
            <a:ext cx="80748" cy="85567"/>
          </a:xfrm>
          <a:custGeom>
            <a:avLst/>
            <a:gdLst/>
            <a:ahLst/>
            <a:cxnLst/>
            <a:rect l="l" t="t" r="r" b="b"/>
            <a:pathLst>
              <a:path w="754" h="799" extrusionOk="0">
                <a:moveTo>
                  <a:pt x="282" y="0"/>
                </a:moveTo>
                <a:lnTo>
                  <a:pt x="248" y="281"/>
                </a:lnTo>
                <a:lnTo>
                  <a:pt x="1" y="405"/>
                </a:lnTo>
                <a:lnTo>
                  <a:pt x="248" y="517"/>
                </a:lnTo>
                <a:lnTo>
                  <a:pt x="293" y="798"/>
                </a:lnTo>
                <a:lnTo>
                  <a:pt x="484" y="596"/>
                </a:lnTo>
                <a:lnTo>
                  <a:pt x="754" y="641"/>
                </a:lnTo>
                <a:lnTo>
                  <a:pt x="619" y="394"/>
                </a:lnTo>
                <a:lnTo>
                  <a:pt x="743" y="146"/>
                </a:lnTo>
                <a:lnTo>
                  <a:pt x="473" y="203"/>
                </a:lnTo>
                <a:lnTo>
                  <a:pt x="28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2" name="Google Shape;3662;p72"/>
          <p:cNvSpPr/>
          <p:nvPr/>
        </p:nvSpPr>
        <p:spPr>
          <a:xfrm flipH="1">
            <a:off x="4896046" y="4795728"/>
            <a:ext cx="54296" cy="55474"/>
          </a:xfrm>
          <a:custGeom>
            <a:avLst/>
            <a:gdLst/>
            <a:ahLst/>
            <a:cxnLst/>
            <a:rect l="l" t="t" r="r" b="b"/>
            <a:pathLst>
              <a:path w="507" h="518" extrusionOk="0">
                <a:moveTo>
                  <a:pt x="214" y="0"/>
                </a:moveTo>
                <a:lnTo>
                  <a:pt x="169" y="180"/>
                </a:lnTo>
                <a:lnTo>
                  <a:pt x="0" y="237"/>
                </a:lnTo>
                <a:lnTo>
                  <a:pt x="147" y="338"/>
                </a:lnTo>
                <a:lnTo>
                  <a:pt x="147" y="518"/>
                </a:lnTo>
                <a:lnTo>
                  <a:pt x="293" y="405"/>
                </a:lnTo>
                <a:lnTo>
                  <a:pt x="473" y="461"/>
                </a:lnTo>
                <a:lnTo>
                  <a:pt x="473" y="461"/>
                </a:lnTo>
                <a:lnTo>
                  <a:pt x="405" y="293"/>
                </a:lnTo>
                <a:lnTo>
                  <a:pt x="506" y="135"/>
                </a:lnTo>
                <a:lnTo>
                  <a:pt x="506" y="135"/>
                </a:lnTo>
                <a:lnTo>
                  <a:pt x="326" y="147"/>
                </a:lnTo>
                <a:lnTo>
                  <a:pt x="21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3" name="Google Shape;3663;p72"/>
          <p:cNvSpPr/>
          <p:nvPr/>
        </p:nvSpPr>
        <p:spPr>
          <a:xfrm flipH="1">
            <a:off x="1564246" y="3275316"/>
            <a:ext cx="88030" cy="85567"/>
          </a:xfrm>
          <a:custGeom>
            <a:avLst/>
            <a:gdLst/>
            <a:ahLst/>
            <a:cxnLst/>
            <a:rect l="l" t="t" r="r" b="b"/>
            <a:pathLst>
              <a:path w="822" h="799" extrusionOk="0">
                <a:moveTo>
                  <a:pt x="383" y="1"/>
                </a:moveTo>
                <a:lnTo>
                  <a:pt x="282" y="270"/>
                </a:lnTo>
                <a:lnTo>
                  <a:pt x="1" y="327"/>
                </a:lnTo>
                <a:lnTo>
                  <a:pt x="226" y="518"/>
                </a:lnTo>
                <a:lnTo>
                  <a:pt x="192" y="799"/>
                </a:lnTo>
                <a:lnTo>
                  <a:pt x="439" y="641"/>
                </a:lnTo>
                <a:lnTo>
                  <a:pt x="698" y="754"/>
                </a:lnTo>
                <a:lnTo>
                  <a:pt x="698" y="754"/>
                </a:lnTo>
                <a:lnTo>
                  <a:pt x="631" y="484"/>
                </a:lnTo>
                <a:lnTo>
                  <a:pt x="822" y="259"/>
                </a:lnTo>
                <a:lnTo>
                  <a:pt x="529" y="248"/>
                </a:lnTo>
                <a:lnTo>
                  <a:pt x="38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4" name="Google Shape;3664;p72"/>
          <p:cNvSpPr/>
          <p:nvPr/>
        </p:nvSpPr>
        <p:spPr>
          <a:xfrm flipH="1">
            <a:off x="2127109" y="4851188"/>
            <a:ext cx="39838" cy="39731"/>
          </a:xfrm>
          <a:custGeom>
            <a:avLst/>
            <a:gdLst/>
            <a:ahLst/>
            <a:cxnLst/>
            <a:rect l="l" t="t" r="r" b="b"/>
            <a:pathLst>
              <a:path w="372" h="371" extrusionOk="0">
                <a:moveTo>
                  <a:pt x="158" y="0"/>
                </a:moveTo>
                <a:lnTo>
                  <a:pt x="124" y="124"/>
                </a:lnTo>
                <a:lnTo>
                  <a:pt x="0" y="169"/>
                </a:lnTo>
                <a:lnTo>
                  <a:pt x="101" y="247"/>
                </a:lnTo>
                <a:lnTo>
                  <a:pt x="101" y="371"/>
                </a:lnTo>
                <a:lnTo>
                  <a:pt x="203" y="292"/>
                </a:lnTo>
                <a:lnTo>
                  <a:pt x="338" y="337"/>
                </a:lnTo>
                <a:lnTo>
                  <a:pt x="293" y="214"/>
                </a:lnTo>
                <a:lnTo>
                  <a:pt x="371" y="112"/>
                </a:lnTo>
                <a:lnTo>
                  <a:pt x="236" y="112"/>
                </a:lnTo>
                <a:lnTo>
                  <a:pt x="158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5" name="Google Shape;3665;p72"/>
          <p:cNvSpPr/>
          <p:nvPr/>
        </p:nvSpPr>
        <p:spPr>
          <a:xfrm flipH="1">
            <a:off x="5734084" y="957641"/>
            <a:ext cx="88030" cy="85567"/>
          </a:xfrm>
          <a:custGeom>
            <a:avLst/>
            <a:gdLst/>
            <a:ahLst/>
            <a:cxnLst/>
            <a:rect l="l" t="t" r="r" b="b"/>
            <a:pathLst>
              <a:path w="822" h="799" extrusionOk="0">
                <a:moveTo>
                  <a:pt x="383" y="1"/>
                </a:moveTo>
                <a:lnTo>
                  <a:pt x="282" y="270"/>
                </a:lnTo>
                <a:lnTo>
                  <a:pt x="1" y="327"/>
                </a:lnTo>
                <a:lnTo>
                  <a:pt x="226" y="518"/>
                </a:lnTo>
                <a:lnTo>
                  <a:pt x="192" y="799"/>
                </a:lnTo>
                <a:lnTo>
                  <a:pt x="439" y="641"/>
                </a:lnTo>
                <a:lnTo>
                  <a:pt x="698" y="754"/>
                </a:lnTo>
                <a:lnTo>
                  <a:pt x="698" y="754"/>
                </a:lnTo>
                <a:lnTo>
                  <a:pt x="631" y="484"/>
                </a:lnTo>
                <a:lnTo>
                  <a:pt x="822" y="259"/>
                </a:lnTo>
                <a:lnTo>
                  <a:pt x="529" y="248"/>
                </a:lnTo>
                <a:lnTo>
                  <a:pt x="38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ld Meteorological Day at School by Slidesgo">
  <a:themeElements>
    <a:clrScheme name="Simple Light">
      <a:dk1>
        <a:srgbClr val="CAEBED"/>
      </a:dk1>
      <a:lt1>
        <a:srgbClr val="FFFFFF"/>
      </a:lt1>
      <a:dk2>
        <a:srgbClr val="EE8EBF"/>
      </a:dk2>
      <a:lt2>
        <a:srgbClr val="D0AADF"/>
      </a:lt2>
      <a:accent1>
        <a:srgbClr val="5B98A0"/>
      </a:accent1>
      <a:accent2>
        <a:srgbClr val="BCE6E9"/>
      </a:accent2>
      <a:accent3>
        <a:srgbClr val="3D6D70"/>
      </a:accent3>
      <a:accent4>
        <a:srgbClr val="9AD7DF"/>
      </a:accent4>
      <a:accent5>
        <a:srgbClr val="36C834"/>
      </a:accent5>
      <a:accent6>
        <a:srgbClr val="FFD600"/>
      </a:accent6>
      <a:hlink>
        <a:srgbClr val="F794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284</Words>
  <Application>Microsoft Office PowerPoint</Application>
  <PresentationFormat>Presentación en pantalla (16:9)</PresentationFormat>
  <Paragraphs>47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6" baseType="lpstr">
      <vt:lpstr>Syne</vt:lpstr>
      <vt:lpstr>Montserrat</vt:lpstr>
      <vt:lpstr>Anaheim</vt:lpstr>
      <vt:lpstr>Roboto Condensed Light</vt:lpstr>
      <vt:lpstr>Arial</vt:lpstr>
      <vt:lpstr>Bebas Neue</vt:lpstr>
      <vt:lpstr>World Meteorological Day at School by Slidesgo</vt:lpstr>
      <vt:lpstr>MI CLIMA</vt:lpstr>
      <vt:lpstr>INTEGRANTES</vt:lpstr>
      <vt:lpstr>RESUMEN</vt:lpstr>
      <vt:lpstr>OBJETIVOS</vt:lpstr>
      <vt:lpstr>JUSTIFICACIÓN</vt:lpstr>
      <vt:lpstr>DEFINICIÓN Y ALCANCE</vt:lpstr>
      <vt:lpstr>RECOMENDACIONES</vt:lpstr>
      <vt:lpstr>CONCLUSIÓN</vt:lpstr>
      <vt:lpstr>¡ GRACIAS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Emerita</dc:creator>
  <cp:lastModifiedBy>Andreia Morales</cp:lastModifiedBy>
  <cp:revision>3</cp:revision>
  <dcterms:modified xsi:type="dcterms:W3CDTF">2025-12-23T22:13:01Z</dcterms:modified>
</cp:coreProperties>
</file>